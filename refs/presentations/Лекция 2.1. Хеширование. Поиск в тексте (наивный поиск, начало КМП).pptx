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6"/>
  </p:notesMasterIdLst>
  <p:sldIdLst>
    <p:sldId id="256" r:id="rId2"/>
    <p:sldId id="266" r:id="rId3"/>
    <p:sldId id="267" r:id="rId4"/>
    <p:sldId id="269" r:id="rId5"/>
    <p:sldId id="639" r:id="rId6"/>
    <p:sldId id="640" r:id="rId7"/>
    <p:sldId id="641" r:id="rId8"/>
    <p:sldId id="642" r:id="rId9"/>
    <p:sldId id="674" r:id="rId10"/>
    <p:sldId id="675" r:id="rId11"/>
    <p:sldId id="644" r:id="rId12"/>
    <p:sldId id="643" r:id="rId13"/>
    <p:sldId id="645" r:id="rId14"/>
    <p:sldId id="646" r:id="rId15"/>
    <p:sldId id="647" r:id="rId16"/>
    <p:sldId id="318" r:id="rId17"/>
    <p:sldId id="648" r:id="rId18"/>
    <p:sldId id="338" r:id="rId19"/>
    <p:sldId id="319" r:id="rId20"/>
    <p:sldId id="652" r:id="rId21"/>
    <p:sldId id="649" r:id="rId22"/>
    <p:sldId id="651" r:id="rId23"/>
    <p:sldId id="653" r:id="rId24"/>
    <p:sldId id="654" r:id="rId25"/>
    <p:sldId id="650" r:id="rId26"/>
    <p:sldId id="655" r:id="rId27"/>
    <p:sldId id="656" r:id="rId28"/>
    <p:sldId id="657" r:id="rId29"/>
    <p:sldId id="658" r:id="rId30"/>
    <p:sldId id="659" r:id="rId31"/>
    <p:sldId id="261" r:id="rId32"/>
    <p:sldId id="672" r:id="rId33"/>
    <p:sldId id="265" r:id="rId34"/>
    <p:sldId id="673" r:id="rId3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натолий Скворцов" initials="АС" lastIdx="1" clrIdx="0">
    <p:extLst>
      <p:ext uri="{19B8F6BF-5375-455C-9EA6-DF929625EA0E}">
        <p15:presenceInfo xmlns:p15="http://schemas.microsoft.com/office/powerpoint/2012/main" userId="Анатолий Скворцов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2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3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5B6D19-F202-49A1-A939-E21C81B1D959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C47D1-A422-49FD-9DB9-0EE4413D62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375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F03F-2B6E-42F7-97FC-A4D7DFE8274C}" type="datetime1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128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38133-2B10-47F2-9CB0-B4E738B8414B}" type="datetime1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563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032A-C0DB-41C3-8CAA-2CFC2527F92F}" type="datetime1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55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34FC6-4CF1-4722-908F-EBB1871C86FF}" type="datetime1">
              <a:rPr lang="ru-RU" smtClean="0"/>
              <a:t>24.08.2025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063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A4C33-29F0-43AE-91A9-8EA48876BFA5}" type="datetime1">
              <a:rPr lang="ru-RU" smtClean="0"/>
              <a:t>24.08.2025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605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E8EC2-AE71-4348-A70B-F3D5C05E8D70}" type="datetime1">
              <a:rPr lang="ru-RU" smtClean="0"/>
              <a:t>24.08.2025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46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372B-F6C5-4B92-BCB8-2D9587D8CD39}" type="datetime1">
              <a:rPr lang="ru-RU" smtClean="0"/>
              <a:t>24.08.2025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782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2634E-7219-4B43-87DD-ACE6CBE89CDE}" type="datetime1">
              <a:rPr lang="ru-RU" smtClean="0"/>
              <a:t>24.08.2025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71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9EED2-35CF-44E6-8AAA-0DBC89AF7A86}" type="datetime1">
              <a:rPr lang="ru-RU" smtClean="0"/>
              <a:t>24.08.2025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4952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A3A4-A5DC-4345-BA6E-E07975FA24FD}" type="datetime1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7614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AFB94-2C76-4CAF-ADCC-7E44B6C864E7}" type="datetime1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783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477459-C4FB-499A-A313-C1A603A66CE5}" type="datetime1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61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uit.ru/" TargetMode="External"/><Relationship Id="rId2" Type="http://schemas.openxmlformats.org/officeDocument/2006/relationships/hyperlink" Target="https://habr.com/ru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cw.mit.edu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microsoft.com/office/2007/relationships/hdphoto" Target="../media/hdphoto11.wdp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1879455"/>
          </a:xfrm>
        </p:spPr>
        <p:txBody>
          <a:bodyPr/>
          <a:lstStyle/>
          <a:p>
            <a:r>
              <a:rPr lang="ru-RU" dirty="0"/>
              <a:t>Структуры и алгоритмы обработки данных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786909"/>
            <a:ext cx="6858000" cy="2438399"/>
          </a:xfrm>
        </p:spPr>
        <p:txBody>
          <a:bodyPr>
            <a:normAutofit/>
          </a:bodyPr>
          <a:lstStyle/>
          <a:p>
            <a:r>
              <a:rPr lang="ru-RU" dirty="0"/>
              <a:t>Лекция 2.1: </a:t>
            </a:r>
          </a:p>
          <a:p>
            <a:r>
              <a:rPr lang="ru-RU" dirty="0"/>
              <a:t>Введение.</a:t>
            </a:r>
          </a:p>
          <a:p>
            <a:r>
              <a:rPr lang="ru-RU" dirty="0"/>
              <a:t>Хеширование.</a:t>
            </a:r>
          </a:p>
          <a:p>
            <a:r>
              <a:rPr lang="ru-RU" dirty="0"/>
              <a:t>Поиск в тексте (начало).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978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208365"/>
            <a:ext cx="7886700" cy="1121672"/>
          </a:xfrm>
        </p:spPr>
        <p:txBody>
          <a:bodyPr>
            <a:normAutofit/>
          </a:bodyPr>
          <a:lstStyle/>
          <a:p>
            <a:r>
              <a:rPr lang="ru-RU" sz="4000" dirty="0"/>
              <a:t>Литература по алгоритмизации: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0" y="1496291"/>
            <a:ext cx="8673737" cy="5087389"/>
          </a:xfrm>
        </p:spPr>
        <p:txBody>
          <a:bodyPr>
            <a:normAutofit fontScale="925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ru-RU" b="1" dirty="0"/>
              <a:t>Вирт Н. </a:t>
            </a:r>
            <a:r>
              <a:rPr lang="ru-RU" dirty="0"/>
              <a:t>Алгоритмы + структуры данных = программы, 1985.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Кнут Д. </a:t>
            </a:r>
            <a:r>
              <a:rPr lang="ru-RU" dirty="0"/>
              <a:t>Искусство программирования. Тома 1-4, 2018.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Седжвик </a:t>
            </a:r>
            <a:r>
              <a:rPr lang="ru-RU" dirty="0"/>
              <a:t>Р. Фундаментальные алгоритмы на C++, 2001-2002.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b="1" dirty="0" err="1"/>
              <a:t>Хайнеман</a:t>
            </a:r>
            <a:r>
              <a:rPr lang="ru-RU" b="1" dirty="0"/>
              <a:t> Д. и др. </a:t>
            </a:r>
            <a:r>
              <a:rPr lang="ru-RU" dirty="0"/>
              <a:t>Алгоритмы. Справочник с примерами на C, C++, Java и Python, 2017.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b="1" dirty="0" err="1"/>
              <a:t>Бхаргава</a:t>
            </a:r>
            <a:r>
              <a:rPr lang="ru-RU" dirty="0"/>
              <a:t> А. </a:t>
            </a:r>
            <a:r>
              <a:rPr lang="ru-RU" dirty="0" err="1"/>
              <a:t>Грокаем</a:t>
            </a:r>
            <a:r>
              <a:rPr lang="ru-RU" dirty="0"/>
              <a:t> алгоритмы. Иллюстрированное пособие для программистов и любопытствующих, 2017.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 err="1"/>
              <a:t>Гасфилд</a:t>
            </a:r>
            <a:r>
              <a:rPr lang="ru-RU" b="1" dirty="0"/>
              <a:t> </a:t>
            </a:r>
            <a:r>
              <a:rPr lang="ru-RU" dirty="0"/>
              <a:t>Д. Строки, деревья и последовательности в алгоритмах. Информатика и вычислительная биология, 2003.</a:t>
            </a:r>
          </a:p>
          <a:p>
            <a:pPr marL="514350" lvl="0" indent="-514350">
              <a:buFont typeface="+mj-lt"/>
              <a:buAutoNum type="arabicPeriod"/>
            </a:pP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C1EA-AEE5-4DBE-BA49-34144BC5BAD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4934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63080"/>
          </a:xfrm>
        </p:spPr>
        <p:txBody>
          <a:bodyPr/>
          <a:lstStyle/>
          <a:p>
            <a:r>
              <a:rPr lang="ru-RU" dirty="0"/>
              <a:t>Литература по С++: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936376"/>
            <a:ext cx="7886700" cy="4310256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ru-RU" b="1" dirty="0"/>
              <a:t>Страуструп</a:t>
            </a:r>
            <a:r>
              <a:rPr lang="ru-RU" dirty="0"/>
              <a:t> Б. Программирование. Принципы и практика с использованием C++. 2-е изд., 2016.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Павловская</a:t>
            </a:r>
            <a:r>
              <a:rPr lang="ru-RU" dirty="0"/>
              <a:t> Т.А. C/C++. Программирование на языке высокого уровня, 2003.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 err="1"/>
              <a:t>Прата</a:t>
            </a:r>
            <a:r>
              <a:rPr lang="ru-RU" b="1" dirty="0"/>
              <a:t> </a:t>
            </a:r>
            <a:r>
              <a:rPr lang="ru-RU" dirty="0"/>
              <a:t>С. Язык программирования С++. Лекции и упражнения. - 6-е изд., 2012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 err="1"/>
              <a:t>Шилдт</a:t>
            </a:r>
            <a:r>
              <a:rPr lang="ru-RU" dirty="0"/>
              <a:t> Г. Полный справочник по C++. 4-е изд., 2006. 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C1EA-AEE5-4DBE-BA49-34144BC5BAD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6825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436844"/>
            <a:ext cx="7886700" cy="1140944"/>
          </a:xfrm>
        </p:spPr>
        <p:txBody>
          <a:bodyPr>
            <a:normAutofit fontScale="90000"/>
          </a:bodyPr>
          <a:lstStyle/>
          <a:p>
            <a:r>
              <a:rPr lang="ru-RU" dirty="0"/>
              <a:t>Интернет-ресурсы </a:t>
            </a:r>
            <a:br>
              <a:rPr lang="ru-RU" dirty="0"/>
            </a:br>
            <a:r>
              <a:rPr lang="ru-RU" dirty="0"/>
              <a:t>(общего назначения):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5382" y="1945341"/>
            <a:ext cx="8098100" cy="4664465"/>
          </a:xfrm>
        </p:spPr>
        <p:txBody>
          <a:bodyPr>
            <a:normAutofit/>
          </a:bodyPr>
          <a:lstStyle/>
          <a:p>
            <a:pPr marL="360363" indent="-360363">
              <a:lnSpc>
                <a:spcPct val="100000"/>
              </a:lnSpc>
              <a:buFont typeface="+mj-lt"/>
              <a:buAutoNum type="arabicPeriod"/>
            </a:pPr>
            <a:r>
              <a:rPr lang="ru-RU" b="1" dirty="0" err="1"/>
              <a:t>Хабр</a:t>
            </a:r>
            <a:r>
              <a:rPr lang="ru-RU" dirty="0"/>
              <a:t> </a:t>
            </a:r>
            <a:r>
              <a:rPr lang="en-US" dirty="0"/>
              <a:t>[</a:t>
            </a:r>
            <a:r>
              <a:rPr lang="ru-RU" dirty="0"/>
              <a:t>Электронный ресурс</a:t>
            </a:r>
            <a:r>
              <a:rPr lang="en-US" dirty="0"/>
              <a:t>]. URL:</a:t>
            </a:r>
            <a:r>
              <a:rPr lang="ru-RU" dirty="0"/>
              <a:t> </a:t>
            </a:r>
            <a:r>
              <a:rPr lang="en-US" dirty="0">
                <a:hlinkClick r:id="rId2"/>
              </a:rPr>
              <a:t>https://habr.com/ru/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ru-RU" dirty="0"/>
              <a:t>дата обращения 04.09.2024</a:t>
            </a:r>
            <a:r>
              <a:rPr lang="en-US" dirty="0"/>
              <a:t>).</a:t>
            </a:r>
          </a:p>
          <a:p>
            <a:pPr marL="360363" indent="-360363">
              <a:lnSpc>
                <a:spcPct val="100000"/>
              </a:lnSpc>
              <a:buFont typeface="+mj-lt"/>
              <a:buAutoNum type="arabicPeriod"/>
            </a:pPr>
            <a:r>
              <a:rPr lang="ru-RU" b="1" dirty="0"/>
              <a:t>Национальный открытый университет «ИНТУИТ»</a:t>
            </a:r>
            <a:r>
              <a:rPr lang="en-US" b="1" dirty="0"/>
              <a:t> </a:t>
            </a:r>
            <a:r>
              <a:rPr lang="en-US" dirty="0"/>
              <a:t>[</a:t>
            </a:r>
            <a:r>
              <a:rPr lang="ru-RU" dirty="0"/>
              <a:t>Электронный ресурс</a:t>
            </a:r>
            <a:r>
              <a:rPr lang="en-US" dirty="0"/>
              <a:t>]. URL:</a:t>
            </a:r>
            <a:r>
              <a:rPr lang="ru-RU" dirty="0"/>
              <a:t> </a:t>
            </a:r>
            <a:r>
              <a:rPr lang="en-US" dirty="0">
                <a:hlinkClick r:id="rId3"/>
              </a:rPr>
              <a:t>https://www.intuit.ru/</a:t>
            </a:r>
            <a:r>
              <a:rPr lang="en-US" dirty="0"/>
              <a:t> (</a:t>
            </a:r>
            <a:r>
              <a:rPr lang="ru-RU" dirty="0"/>
              <a:t>дата обращения </a:t>
            </a:r>
            <a:r>
              <a:rPr lang="en-US" dirty="0"/>
              <a:t>0</a:t>
            </a:r>
            <a:r>
              <a:rPr lang="ru-RU" dirty="0"/>
              <a:t>4.09.2024</a:t>
            </a:r>
            <a:r>
              <a:rPr lang="en-US" dirty="0"/>
              <a:t>)</a:t>
            </a:r>
            <a:r>
              <a:rPr lang="ru-RU" dirty="0"/>
              <a:t>.</a:t>
            </a:r>
          </a:p>
          <a:p>
            <a:pPr marL="360363" indent="-360363"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MIT </a:t>
            </a:r>
            <a:r>
              <a:rPr lang="en-US" b="1" dirty="0" err="1"/>
              <a:t>OpenCourseWare</a:t>
            </a:r>
            <a:r>
              <a:rPr lang="en-US" b="1" dirty="0"/>
              <a:t> </a:t>
            </a:r>
            <a:r>
              <a:rPr lang="en-US" dirty="0"/>
              <a:t>[</a:t>
            </a:r>
            <a:r>
              <a:rPr lang="ru-RU" dirty="0"/>
              <a:t>Электронный ресурс</a:t>
            </a:r>
            <a:r>
              <a:rPr lang="en-US" dirty="0"/>
              <a:t>]</a:t>
            </a:r>
            <a:r>
              <a:rPr lang="ru-RU" dirty="0"/>
              <a:t>. </a:t>
            </a:r>
            <a:r>
              <a:rPr lang="en-US" dirty="0"/>
              <a:t>URL: </a:t>
            </a:r>
            <a:r>
              <a:rPr lang="en-US" dirty="0">
                <a:hlinkClick r:id="rId4"/>
              </a:rPr>
              <a:t>https://ocw.mit.edu</a:t>
            </a:r>
            <a:r>
              <a:rPr lang="en-US" dirty="0"/>
              <a:t> (</a:t>
            </a:r>
            <a:r>
              <a:rPr lang="ru-RU" dirty="0"/>
              <a:t>дата обращения </a:t>
            </a:r>
            <a:r>
              <a:rPr lang="en-US" dirty="0"/>
              <a:t>0</a:t>
            </a:r>
            <a:r>
              <a:rPr lang="ru-RU" dirty="0"/>
              <a:t>4.09.2024</a:t>
            </a:r>
            <a:r>
              <a:rPr lang="en-US" dirty="0"/>
              <a:t>)</a:t>
            </a:r>
            <a:r>
              <a:rPr lang="ru-RU" dirty="0"/>
              <a:t>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C1EA-AEE5-4DBE-BA49-34144BC5BAD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595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2C698D0E-2F89-4AFF-AF57-EA0F9E3D3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11. </a:t>
            </a:r>
            <a:r>
              <a:rPr lang="ru-RU"/>
              <a:t>Хеширование.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56197FF-A412-4DA4-AF02-1427F1460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090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91405DC-4916-4AD5-B0A2-DF406B69B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37532"/>
          </a:xfrm>
        </p:spPr>
        <p:txBody>
          <a:bodyPr>
            <a:normAutofit/>
          </a:bodyPr>
          <a:lstStyle/>
          <a:p>
            <a:r>
              <a:rPr lang="ru-RU" dirty="0"/>
              <a:t>Динамическое множество –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991CD593-979E-E207-8BDE-EB0A6B1930D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342" y="3582168"/>
            <a:ext cx="5095315" cy="29107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8B262C91-0DFB-4C17-8FC0-790E6063F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210235"/>
            <a:ext cx="7886700" cy="2447365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ru-RU" sz="2000" dirty="0"/>
              <a:t>Это набор записей, количество и состав которого может </a:t>
            </a:r>
            <a:r>
              <a:rPr lang="ru-RU" sz="2000" b="1" dirty="0"/>
              <a:t>изменяться</a:t>
            </a:r>
            <a:r>
              <a:rPr lang="ru-RU" sz="2000" dirty="0"/>
              <a:t> на этапе исполнения кода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ru-RU" sz="2000" dirty="0"/>
              <a:t>Обычно элемент динамического множества – </a:t>
            </a:r>
            <a:r>
              <a:rPr lang="ru-RU" sz="2000" b="1" dirty="0"/>
              <a:t>запись</a:t>
            </a:r>
            <a:r>
              <a:rPr lang="ru-RU" sz="2000" dirty="0"/>
              <a:t>, содержащая различные поля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ru-RU" sz="2000" dirty="0"/>
              <a:t>Одно из полей – </a:t>
            </a:r>
            <a:r>
              <a:rPr lang="ru-RU" sz="2000" b="1" dirty="0"/>
              <a:t>ключ</a:t>
            </a:r>
            <a:r>
              <a:rPr lang="ru-RU" sz="2000" dirty="0"/>
              <a:t>, предназначенный для </a:t>
            </a:r>
            <a:r>
              <a:rPr lang="ru-RU" sz="2000" b="1" dirty="0"/>
              <a:t>идентификации</a:t>
            </a:r>
            <a:r>
              <a:rPr lang="ru-RU" sz="2000" dirty="0"/>
              <a:t> элементов, а остальные – как дополнительные данные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ru-RU" sz="2000" dirty="0"/>
              <a:t>На практике динамические множества часто поддерживают только </a:t>
            </a:r>
            <a:r>
              <a:rPr lang="ru-RU" sz="2000" b="1" dirty="0"/>
              <a:t>словарные операции </a:t>
            </a:r>
            <a:r>
              <a:rPr lang="ru-RU" sz="2000" dirty="0"/>
              <a:t>– добавление, удаление и </a:t>
            </a:r>
            <a:r>
              <a:rPr lang="ru-RU" sz="2000" b="1" dirty="0"/>
              <a:t>поиск</a:t>
            </a:r>
            <a:r>
              <a:rPr lang="ru-RU" sz="2000" dirty="0"/>
              <a:t> записей по </a:t>
            </a:r>
            <a:r>
              <a:rPr lang="ru-RU" sz="2000" b="1" dirty="0"/>
              <a:t>ключу</a:t>
            </a:r>
            <a:r>
              <a:rPr lang="ru-RU" sz="2000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8B96C6-DA85-4D91-8014-9B4562CE1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5170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29E1E1D2-D416-4CBD-BECC-1EE1F2994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699491"/>
            <a:ext cx="7886700" cy="493221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Пусть требуется создать БД персонала предприятия, численность сотрудников в котором 100 человек, хранить нужно анкетные данные этих сотрудников, </a:t>
            </a:r>
            <a:br>
              <a:rPr lang="ru-RU" dirty="0"/>
            </a:br>
            <a:r>
              <a:rPr lang="ru-RU" dirty="0"/>
              <a:t>в т.ч. </a:t>
            </a:r>
            <a:r>
              <a:rPr lang="ru-RU" b="1" dirty="0"/>
              <a:t>ИНН</a:t>
            </a:r>
            <a:r>
              <a:rPr lang="ru-RU" dirty="0"/>
              <a:t>, состоящий из </a:t>
            </a:r>
            <a:r>
              <a:rPr lang="ru-RU" b="1" dirty="0"/>
              <a:t>10 цифр</a:t>
            </a:r>
          </a:p>
          <a:p>
            <a:endParaRPr lang="ru-RU" dirty="0"/>
          </a:p>
          <a:p>
            <a:endParaRPr lang="ru-RU" dirty="0"/>
          </a:p>
          <a:p>
            <a:endParaRPr lang="ru-RU" sz="4100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Формально </a:t>
            </a:r>
            <a:r>
              <a:rPr lang="ru-RU" b="1" dirty="0"/>
              <a:t>ключом</a:t>
            </a:r>
            <a:r>
              <a:rPr lang="ru-RU" dirty="0"/>
              <a:t> к данным может стать ИНН</a:t>
            </a:r>
          </a:p>
          <a:p>
            <a:r>
              <a:rPr lang="ru-RU" dirty="0"/>
              <a:t>Но для</a:t>
            </a:r>
            <a:r>
              <a:rPr lang="ru-RU" b="1" dirty="0"/>
              <a:t> прямого доступа </a:t>
            </a:r>
            <a:r>
              <a:rPr lang="ru-RU" dirty="0"/>
              <a:t>к данным по ключу </a:t>
            </a:r>
            <a:br>
              <a:rPr lang="ru-RU" dirty="0"/>
            </a:br>
            <a:r>
              <a:rPr lang="ru-RU" dirty="0"/>
              <a:t>(без дополнительных преобразований) потребуется создать массив из </a:t>
            </a:r>
            <a:r>
              <a:rPr lang="ru-RU" b="1" dirty="0"/>
              <a:t>10</a:t>
            </a:r>
            <a:r>
              <a:rPr lang="ru-RU" b="1" baseline="30000" dirty="0"/>
              <a:t>10</a:t>
            </a:r>
            <a:r>
              <a:rPr lang="ru-RU" dirty="0"/>
              <a:t> записей (</a:t>
            </a:r>
            <a:r>
              <a:rPr lang="ru-RU" b="1" dirty="0"/>
              <a:t>разреженный</a:t>
            </a:r>
            <a:r>
              <a:rPr lang="ru-RU" dirty="0"/>
              <a:t> </a:t>
            </a:r>
            <a:r>
              <a:rPr lang="ru-RU" b="1" dirty="0"/>
              <a:t>массив</a:t>
            </a:r>
            <a:r>
              <a:rPr lang="ru-RU" dirty="0"/>
              <a:t>)</a:t>
            </a:r>
          </a:p>
          <a:p>
            <a:r>
              <a:rPr lang="ru-RU" dirty="0"/>
              <a:t>Т.к. сотрудников всего 100, то это </a:t>
            </a:r>
            <a:r>
              <a:rPr lang="ru-RU" b="1" dirty="0"/>
              <a:t>нерациональная организация </a:t>
            </a:r>
            <a:r>
              <a:rPr lang="ru-RU" dirty="0"/>
              <a:t>данных в памяти.</a:t>
            </a:r>
          </a:p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1DCB6-48E1-4ACF-86D7-F9C41DF60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17235"/>
            <a:ext cx="7886700" cy="757383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1: </a:t>
            </a:r>
            <a:br>
              <a:rPr lang="ru-RU" dirty="0"/>
            </a:br>
            <a:r>
              <a:rPr lang="ru-RU" dirty="0"/>
              <a:t>ключи как индексы в массиве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423C4C8A-E36C-499A-B078-262349B57E8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98021" y="2752003"/>
            <a:ext cx="5406575" cy="1778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7EC7BCF-4DE2-4A8B-B408-FEB4C11C0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29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1A620A-8C8F-4452-B14B-27C3D48B4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29565"/>
          </a:xfrm>
        </p:spPr>
        <p:txBody>
          <a:bodyPr/>
          <a:lstStyle/>
          <a:p>
            <a:r>
              <a:rPr lang="ru-RU" dirty="0"/>
              <a:t>Отображение (в математике) –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80E562F7-AB06-44AD-BA26-9180DE8615F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021" y="2456742"/>
            <a:ext cx="2951018" cy="23317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02FC2959-A5FB-4BE1-91ED-5BC4C02D9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62400" y="1477819"/>
            <a:ext cx="4618181" cy="5015055"/>
          </a:xfrm>
        </p:spPr>
        <p:txBody>
          <a:bodyPr>
            <a:normAutofit fontScale="925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Это </a:t>
            </a:r>
            <a:r>
              <a:rPr lang="ru-RU" b="1" dirty="0"/>
              <a:t>функция </a:t>
            </a:r>
            <a:r>
              <a:rPr lang="ru-RU" dirty="0"/>
              <a:t>М, определенная на множестве элементов (в </a:t>
            </a:r>
            <a:r>
              <a:rPr lang="ru-RU" b="1" dirty="0"/>
              <a:t>области определения</a:t>
            </a:r>
            <a:r>
              <a:rPr lang="ru-RU" dirty="0"/>
              <a:t>) одного типа и принимающая значения на множестве элементов (в </a:t>
            </a:r>
            <a:r>
              <a:rPr lang="ru-RU" b="1" dirty="0"/>
              <a:t>области значений</a:t>
            </a:r>
            <a:r>
              <a:rPr lang="ru-RU" dirty="0"/>
              <a:t>) другого типа:</a:t>
            </a:r>
          </a:p>
          <a:p>
            <a:pPr marL="268288" indent="0" algn="ctr">
              <a:spcBef>
                <a:spcPts val="600"/>
              </a:spcBef>
              <a:buNone/>
            </a:pPr>
            <a:r>
              <a:rPr lang="ru-RU" b="1" dirty="0"/>
              <a:t>М(d) = r</a:t>
            </a:r>
            <a:r>
              <a:rPr lang="ru-RU" dirty="0"/>
              <a:t>, </a:t>
            </a:r>
          </a:p>
          <a:p>
            <a:pPr marL="268288" indent="0">
              <a:spcBef>
                <a:spcPts val="600"/>
              </a:spcBef>
              <a:buNone/>
            </a:pPr>
            <a:r>
              <a:rPr lang="ru-RU" dirty="0"/>
              <a:t>где d – значение из области определения функции М, r – значение из области значений функции М.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056961C-1B38-4AB4-99F4-3C91F2B89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2644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91405DC-4916-4AD5-B0A2-DF406B69B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ru-RU" dirty="0"/>
              <a:t>Хеширование –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CB6F60F6-FA29-42E6-ADF0-8C902A0B973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650" y="3061902"/>
            <a:ext cx="3886200" cy="1878784"/>
          </a:xfr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8B262C91-0DFB-4C17-8FC0-790E6063F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Autofit/>
          </a:bodyPr>
          <a:lstStyle/>
          <a:p>
            <a:r>
              <a:rPr lang="ru-RU" dirty="0"/>
              <a:t>Это математическое преобразование (отображение) </a:t>
            </a:r>
            <a:r>
              <a:rPr lang="ru-RU" b="1" dirty="0"/>
              <a:t>входного ключа </a:t>
            </a:r>
            <a:r>
              <a:rPr lang="ru-RU" dirty="0"/>
              <a:t>– исходных данных (сообщения, массива) в </a:t>
            </a:r>
            <a:r>
              <a:rPr lang="ru-RU" b="1" dirty="0"/>
              <a:t>выходную битовую строку </a:t>
            </a:r>
            <a:r>
              <a:rPr lang="ru-RU" dirty="0"/>
              <a:t>определённой длины, производимое алгоритмом </a:t>
            </a:r>
            <a:r>
              <a:rPr lang="ru-RU" b="1" dirty="0"/>
              <a:t>хеш-функции</a:t>
            </a:r>
            <a:r>
              <a:rPr lang="ru-RU" dirty="0"/>
              <a:t>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8B96C6-DA85-4D91-8014-9B4562CE1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38B86204-58C9-4D45-8D60-849848ABF083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8764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91405DC-4916-4AD5-B0A2-DF406B69B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854075"/>
          </a:xfrm>
        </p:spPr>
        <p:txBody>
          <a:bodyPr/>
          <a:lstStyle/>
          <a:p>
            <a:r>
              <a:rPr lang="ru-RU" dirty="0"/>
              <a:t>Хеширование в задаче поиска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B262C91-0DFB-4C17-8FC0-790E6063F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88141"/>
            <a:ext cx="3886200" cy="4688822"/>
          </a:xfrm>
        </p:spPr>
        <p:txBody>
          <a:bodyPr>
            <a:noAutofit/>
          </a:bodyPr>
          <a:lstStyle/>
          <a:p>
            <a:r>
              <a:rPr lang="ru-RU" sz="2400" dirty="0"/>
              <a:t>Достижение сложности О(1) в задаче поиска возможно только при прямом обращении к нужному элементу, как в массиве по индексу</a:t>
            </a:r>
          </a:p>
          <a:p>
            <a:r>
              <a:rPr lang="ru-RU" sz="2400" dirty="0"/>
              <a:t>Механизм хеширования используется для </a:t>
            </a:r>
            <a:r>
              <a:rPr lang="ru-RU" sz="2400" b="1" dirty="0"/>
              <a:t>ускорения</a:t>
            </a:r>
            <a:r>
              <a:rPr lang="ru-RU" sz="2400" dirty="0"/>
              <a:t> поиска – в динамическом множестве обеспечивается доступ к записи за время </a:t>
            </a:r>
            <a:r>
              <a:rPr lang="ru-RU" sz="2400" b="1" dirty="0"/>
              <a:t>до О(1)</a:t>
            </a:r>
            <a:r>
              <a:rPr lang="ru-RU" sz="2400" dirty="0"/>
              <a:t> в лучшем и среднем случаях и </a:t>
            </a:r>
            <a:r>
              <a:rPr lang="ru-RU" sz="2400" b="1" dirty="0"/>
              <a:t>O(n)</a:t>
            </a:r>
            <a:r>
              <a:rPr lang="ru-RU" sz="2400" dirty="0"/>
              <a:t> – в худшем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8B96C6-DA85-4D91-8014-9B4562CE1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38B86204-58C9-4D45-8D60-849848ABF083}" type="slidenum">
              <a:rPr lang="ru-RU" smtClean="0"/>
              <a:pPr/>
              <a:t>10</a:t>
            </a:fld>
            <a:endParaRPr lang="ru-RU"/>
          </a:p>
        </p:txBody>
      </p:sp>
      <p:pic>
        <p:nvPicPr>
          <p:cNvPr id="12" name="Объект 9">
            <a:extLst>
              <a:ext uri="{FF2B5EF4-FFF2-40B4-BE49-F238E27FC236}">
                <a16:creationId xmlns:a16="http://schemas.microsoft.com/office/drawing/2014/main" id="{8F6B5DD0-096B-B0AD-9B1A-B61503AF117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932" y="2393674"/>
            <a:ext cx="3886200" cy="28777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9237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1A620A-8C8F-4452-B14B-27C3D48B4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124526"/>
          </a:xfrm>
        </p:spPr>
        <p:txBody>
          <a:bodyPr/>
          <a:lstStyle/>
          <a:p>
            <a:r>
              <a:rPr lang="ru-RU" dirty="0"/>
              <a:t>Хеш-функция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F5CDA0A9-8A06-43F2-AD49-A188DE43907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59" y="2128644"/>
            <a:ext cx="3249684" cy="24064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02FC2959-A5FB-4BE1-91ED-5BC4C02D9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06983" y="1489653"/>
            <a:ext cx="4802908" cy="5105111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Хеширование (</a:t>
            </a:r>
            <a:r>
              <a:rPr lang="ru-RU" b="1" dirty="0"/>
              <a:t>хеш-функция</a:t>
            </a:r>
            <a:r>
              <a:rPr lang="ru-RU" dirty="0"/>
              <a:t>) создаёт </a:t>
            </a:r>
            <a:r>
              <a:rPr lang="ru-RU" b="1" dirty="0"/>
              <a:t>отображение</a:t>
            </a:r>
            <a:r>
              <a:rPr lang="ru-RU" dirty="0"/>
              <a:t> (соответствие) </a:t>
            </a:r>
            <a:r>
              <a:rPr lang="ru-RU" b="1" dirty="0"/>
              <a:t>множества ключей </a:t>
            </a:r>
            <a:r>
              <a:rPr lang="ru-RU" dirty="0"/>
              <a:t>в </a:t>
            </a:r>
            <a:r>
              <a:rPr lang="ru-RU" b="1" dirty="0"/>
              <a:t>множество индексов </a:t>
            </a:r>
            <a:r>
              <a:rPr lang="ru-RU" dirty="0"/>
              <a:t>массива (множество целых чисел)</a:t>
            </a:r>
          </a:p>
          <a:p>
            <a:pPr>
              <a:spcBef>
                <a:spcPts val="600"/>
              </a:spcBef>
            </a:pPr>
            <a:r>
              <a:rPr lang="ru-RU" dirty="0"/>
              <a:t>Алгоритм хеш-функции преобразует </a:t>
            </a:r>
            <a:r>
              <a:rPr lang="ru-RU" b="1" dirty="0"/>
              <a:t>уникальный ключ</a:t>
            </a:r>
            <a:r>
              <a:rPr lang="ru-RU" dirty="0"/>
              <a:t> записи </a:t>
            </a:r>
            <a:r>
              <a:rPr lang="ru-RU" b="1" dirty="0"/>
              <a:t>в её индекс </a:t>
            </a:r>
            <a:r>
              <a:rPr lang="ru-RU" dirty="0"/>
              <a:t>в таблице</a:t>
            </a:r>
          </a:p>
          <a:p>
            <a:pPr>
              <a:spcBef>
                <a:spcPts val="600"/>
              </a:spcBef>
            </a:pPr>
            <a:r>
              <a:rPr lang="ru-RU" dirty="0"/>
              <a:t>Структура, позволяющая хранить пары «ключ» –  «</a:t>
            </a:r>
            <a:r>
              <a:rPr lang="ru-RU" dirty="0" err="1"/>
              <a:t>хеш</a:t>
            </a:r>
            <a:r>
              <a:rPr lang="ru-RU" dirty="0"/>
              <a:t>-код» (индекс), называется </a:t>
            </a:r>
            <a:br>
              <a:rPr lang="ru-RU" dirty="0"/>
            </a:br>
            <a:r>
              <a:rPr lang="ru-RU" b="1" dirty="0"/>
              <a:t>хеш-таблица</a:t>
            </a:r>
          </a:p>
          <a:p>
            <a:pPr>
              <a:spcBef>
                <a:spcPts val="600"/>
              </a:spcBef>
            </a:pPr>
            <a:r>
              <a:rPr lang="ru-RU" dirty="0"/>
              <a:t>Хеш-таблица может хранить как сами элементы данных (</a:t>
            </a:r>
            <a:r>
              <a:rPr lang="ru-RU" b="1" dirty="0"/>
              <a:t>записи</a:t>
            </a:r>
            <a:r>
              <a:rPr lang="ru-RU" dirty="0"/>
              <a:t>) исходного динамического множества, так и </a:t>
            </a:r>
            <a:r>
              <a:rPr lang="ru-RU" b="1" dirty="0"/>
              <a:t>ссылки</a:t>
            </a:r>
            <a:r>
              <a:rPr lang="ru-RU" dirty="0"/>
              <a:t> на эти данные.</a:t>
            </a:r>
          </a:p>
          <a:p>
            <a:pPr>
              <a:spcBef>
                <a:spcPts val="600"/>
              </a:spcBef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056961C-1B38-4AB4-99F4-3C91F2B89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280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22455D-7A9D-4705-B6DE-359293180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27965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2:</a:t>
            </a:r>
            <a:br>
              <a:rPr lang="ru-RU" dirty="0"/>
            </a:br>
            <a:r>
              <a:rPr lang="ru-RU" dirty="0"/>
              <a:t>поиск на основе хеш-таблицы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F803E4-0213-4FF2-9732-B7A78B573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55636" y="1699492"/>
            <a:ext cx="5726546" cy="490450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Пусть хеш-таблица имеет размер L=100 (по количеству сотрудников)</a:t>
            </a:r>
          </a:p>
          <a:p>
            <a:r>
              <a:rPr lang="ru-RU" dirty="0"/>
              <a:t>Тогда хеш-функция </a:t>
            </a:r>
            <a:r>
              <a:rPr lang="ru-RU" b="1" dirty="0"/>
              <a:t>h(</a:t>
            </a:r>
            <a:r>
              <a:rPr lang="ru-RU" b="1" dirty="0" err="1"/>
              <a:t>key</a:t>
            </a:r>
            <a:r>
              <a:rPr lang="ru-RU" b="1" dirty="0"/>
              <a:t>) </a:t>
            </a:r>
            <a:r>
              <a:rPr lang="ru-RU" dirty="0"/>
              <a:t>должна генерировать индекс в пределах (множество значений) от 0 до 99</a:t>
            </a:r>
          </a:p>
          <a:p>
            <a:r>
              <a:rPr lang="ru-RU" dirty="0"/>
              <a:t>Алгоритм вычисления индекса на основе ключа (ИНН) может быть простым:</a:t>
            </a:r>
          </a:p>
          <a:p>
            <a:pPr marL="0" indent="0" algn="ctr">
              <a:buNone/>
            </a:pPr>
            <a:r>
              <a:rPr lang="ru-RU" b="1" dirty="0"/>
              <a:t>h(</a:t>
            </a:r>
            <a:r>
              <a:rPr lang="ru-RU" b="1" dirty="0" err="1"/>
              <a:t>key</a:t>
            </a:r>
            <a:r>
              <a:rPr lang="ru-RU" b="1" dirty="0"/>
              <a:t>) = </a:t>
            </a:r>
            <a:r>
              <a:rPr lang="ru-RU" b="1" dirty="0" err="1"/>
              <a:t>key</a:t>
            </a:r>
            <a:r>
              <a:rPr lang="ru-RU" b="1" dirty="0"/>
              <a:t> % L</a:t>
            </a:r>
            <a:endParaRPr lang="ru-RU" dirty="0"/>
          </a:p>
          <a:p>
            <a:r>
              <a:rPr lang="ru-RU" dirty="0"/>
              <a:t>После формирования хеш-таблицы можно решать задачи </a:t>
            </a:r>
            <a:r>
              <a:rPr lang="ru-RU" b="1" dirty="0"/>
              <a:t>поиска</a:t>
            </a:r>
            <a:r>
              <a:rPr lang="ru-RU" dirty="0"/>
              <a:t>, удаления и вставки записей</a:t>
            </a:r>
          </a:p>
          <a:p>
            <a:r>
              <a:rPr lang="ru-RU" dirty="0"/>
              <a:t>Например, для поиска </a:t>
            </a:r>
            <a:r>
              <a:rPr lang="ru-RU" b="1" dirty="0"/>
              <a:t>ключ передаётся </a:t>
            </a:r>
            <a:r>
              <a:rPr lang="ru-RU" dirty="0"/>
              <a:t>той же </a:t>
            </a:r>
            <a:r>
              <a:rPr lang="ru-RU" b="1" dirty="0"/>
              <a:t>хеш-функции</a:t>
            </a:r>
            <a:r>
              <a:rPr lang="ru-RU" dirty="0"/>
              <a:t>, которая </a:t>
            </a:r>
            <a:r>
              <a:rPr lang="ru-RU" b="1" dirty="0"/>
              <a:t>вернёт индекс </a:t>
            </a:r>
            <a:r>
              <a:rPr lang="ru-RU" dirty="0"/>
              <a:t>искомой записи в массиве</a:t>
            </a:r>
          </a:p>
          <a:p>
            <a:r>
              <a:rPr lang="ru-RU" dirty="0" err="1"/>
              <a:t>Т.о</a:t>
            </a:r>
            <a:r>
              <a:rPr lang="ru-RU" dirty="0"/>
              <a:t>. хеш-таблица обеспечивает и </a:t>
            </a:r>
            <a:r>
              <a:rPr lang="ru-RU" b="1" dirty="0"/>
              <a:t>оптимальность</a:t>
            </a:r>
            <a:r>
              <a:rPr lang="ru-RU" dirty="0"/>
              <a:t> организации данных в памяти, и </a:t>
            </a:r>
            <a:r>
              <a:rPr lang="ru-RU" b="1" dirty="0"/>
              <a:t>быстрый поиск</a:t>
            </a:r>
            <a:r>
              <a:rPr lang="ru-RU" dirty="0"/>
              <a:t>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F22DFAE-BEB9-4DCA-A44D-7B0A034B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12</a:t>
            </a:fld>
            <a:endParaRPr lang="ru-RU"/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BF8EBF1A-51C4-417D-8DEE-4858069887E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3361" y="1899516"/>
            <a:ext cx="1723396" cy="4351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94345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3FAB9B-166E-460C-A50B-C7CC8A290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01856"/>
          </a:xfrm>
        </p:spPr>
        <p:txBody>
          <a:bodyPr/>
          <a:lstStyle/>
          <a:p>
            <a:r>
              <a:rPr lang="ru-RU" dirty="0"/>
              <a:t>Свойства хеш-функции: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6536701-A031-41C0-A05F-F4A7B38BC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34836"/>
            <a:ext cx="7886700" cy="4959928"/>
          </a:xfrm>
        </p:spPr>
        <p:txBody>
          <a:bodyPr>
            <a:normAutofit fontScale="85000" lnSpcReduction="20000"/>
          </a:bodyPr>
          <a:lstStyle/>
          <a:p>
            <a:pPr marL="268288" indent="-268288">
              <a:spcBef>
                <a:spcPts val="600"/>
              </a:spcBef>
              <a:buFont typeface="+mj-lt"/>
              <a:buAutoNum type="arabicPeriod"/>
            </a:pPr>
            <a:r>
              <a:rPr lang="ru-RU" dirty="0"/>
              <a:t>Простой (</a:t>
            </a:r>
            <a:r>
              <a:rPr lang="ru-RU" b="1" dirty="0"/>
              <a:t>быстрый</a:t>
            </a:r>
            <a:r>
              <a:rPr lang="ru-RU" dirty="0"/>
              <a:t>) алгоритм вычисления </a:t>
            </a:r>
            <a:r>
              <a:rPr lang="ru-RU" dirty="0" err="1"/>
              <a:t>хеш</a:t>
            </a:r>
            <a:r>
              <a:rPr lang="ru-RU" dirty="0"/>
              <a:t>-значения</a:t>
            </a:r>
          </a:p>
          <a:p>
            <a:pPr marL="268288" indent="-268288">
              <a:spcBef>
                <a:spcPts val="600"/>
              </a:spcBef>
              <a:buFont typeface="+mj-lt"/>
              <a:buAutoNum type="arabicPeriod"/>
            </a:pPr>
            <a:r>
              <a:rPr lang="ru-RU" dirty="0"/>
              <a:t>Должна всегда возвращать одно и то же </a:t>
            </a:r>
            <a:r>
              <a:rPr lang="ru-RU" dirty="0" err="1"/>
              <a:t>хеш</a:t>
            </a:r>
            <a:r>
              <a:rPr lang="ru-RU" dirty="0"/>
              <a:t>-значение для одного и того же ключа</a:t>
            </a:r>
          </a:p>
          <a:p>
            <a:pPr marL="268288" indent="-268288">
              <a:spcBef>
                <a:spcPts val="600"/>
              </a:spcBef>
              <a:buFont typeface="+mj-lt"/>
              <a:buAutoNum type="arabicPeriod"/>
            </a:pPr>
            <a:r>
              <a:rPr lang="ru-RU" b="1" i="1" dirty="0"/>
              <a:t>Не обязательно </a:t>
            </a:r>
            <a:r>
              <a:rPr lang="ru-RU" dirty="0"/>
              <a:t>возвращает </a:t>
            </a:r>
            <a:r>
              <a:rPr lang="ru-RU" b="1" dirty="0"/>
              <a:t>разные</a:t>
            </a:r>
            <a:r>
              <a:rPr lang="ru-RU" dirty="0"/>
              <a:t> </a:t>
            </a:r>
            <a:r>
              <a:rPr lang="ru-RU" dirty="0" err="1"/>
              <a:t>хеш</a:t>
            </a:r>
            <a:r>
              <a:rPr lang="ru-RU" dirty="0"/>
              <a:t>-значения для </a:t>
            </a:r>
            <a:r>
              <a:rPr lang="ru-RU" b="1" dirty="0"/>
              <a:t>разных ключей</a:t>
            </a:r>
          </a:p>
          <a:p>
            <a:pPr marL="268288" indent="-268288">
              <a:spcBef>
                <a:spcPts val="600"/>
              </a:spcBef>
              <a:buFont typeface="+mj-lt"/>
              <a:buAutoNum type="arabicPeriod"/>
            </a:pPr>
            <a:r>
              <a:rPr lang="ru-RU" dirty="0"/>
              <a:t>Использует всю область значений с одинаковой вероятностью – </a:t>
            </a:r>
            <a:r>
              <a:rPr lang="ru-RU" b="1" dirty="0"/>
              <a:t>однородность (равномерность) хеширования</a:t>
            </a:r>
            <a:r>
              <a:rPr lang="ru-RU" dirty="0"/>
              <a:t>:</a:t>
            </a:r>
          </a:p>
          <a:p>
            <a:pPr>
              <a:spcBef>
                <a:spcPts val="600"/>
              </a:spcBef>
            </a:pPr>
            <a:r>
              <a:rPr lang="ru-RU" dirty="0"/>
              <a:t>Для каждого ключа </a:t>
            </a:r>
            <a:r>
              <a:rPr lang="ru-RU" b="1" dirty="0"/>
              <a:t>равновероятна</a:t>
            </a:r>
            <a:r>
              <a:rPr lang="ru-RU" dirty="0"/>
              <a:t> генерация любого значения из области значений хеш-функции </a:t>
            </a:r>
            <a:r>
              <a:rPr lang="ru-RU" b="1" dirty="0"/>
              <a:t>независимо</a:t>
            </a:r>
            <a:r>
              <a:rPr lang="ru-RU" dirty="0"/>
              <a:t> от хеширования остальных ключей</a:t>
            </a:r>
          </a:p>
          <a:p>
            <a:pPr>
              <a:spcBef>
                <a:spcPts val="600"/>
              </a:spcBef>
            </a:pPr>
            <a:r>
              <a:rPr lang="ru-RU" dirty="0"/>
              <a:t>Т.е. созданный индекс </a:t>
            </a:r>
            <a:r>
              <a:rPr lang="ru-RU" b="1" dirty="0"/>
              <a:t>не должен зависеть </a:t>
            </a:r>
            <a:r>
              <a:rPr lang="ru-RU" dirty="0"/>
              <a:t>от индексов, с которыми хешированы другие элементы.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Для </a:t>
            </a:r>
            <a:r>
              <a:rPr lang="ru-RU" b="1" dirty="0"/>
              <a:t>успешного хеширования </a:t>
            </a:r>
            <a:r>
              <a:rPr lang="ru-RU" dirty="0"/>
              <a:t>очень важно, чтобы функция создавала такие индексы, что размещаемые данные были </a:t>
            </a:r>
            <a:r>
              <a:rPr lang="ru-RU" b="1" dirty="0"/>
              <a:t>равномерно (однородно) распределены </a:t>
            </a:r>
            <a:r>
              <a:rPr lang="ru-RU" dirty="0"/>
              <a:t>по хеш-таблице (признак качественной хеш-функции).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9708BCC-BEA2-4D1B-B821-83CD0100E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612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E11907D-1064-4860-A21C-49830915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хеширования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FDC140FE-4D34-40C0-993C-26D172E4003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Основанные на </a:t>
            </a:r>
            <a:r>
              <a:rPr lang="ru-RU" b="1" dirty="0"/>
              <a:t>делении</a:t>
            </a:r>
          </a:p>
          <a:p>
            <a:r>
              <a:rPr lang="ru-RU" dirty="0"/>
              <a:t>Основанные на </a:t>
            </a:r>
            <a:r>
              <a:rPr lang="ru-RU" b="1" dirty="0"/>
              <a:t>умножении</a:t>
            </a:r>
          </a:p>
          <a:p>
            <a:r>
              <a:rPr lang="ru-RU" b="1" dirty="0"/>
              <a:t>Универсальное</a:t>
            </a:r>
            <a:r>
              <a:rPr lang="ru-RU" dirty="0"/>
              <a:t> </a:t>
            </a:r>
            <a:r>
              <a:rPr lang="ru-RU" b="1" dirty="0"/>
              <a:t>хеширование</a:t>
            </a:r>
            <a:r>
              <a:rPr lang="ru-RU" dirty="0"/>
              <a:t> – выбор функции из заданного универсального семейства по случайному алгоритму.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14C84A-D432-4FEC-B92A-9FAA35E49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14</a:t>
            </a:fld>
            <a:endParaRPr lang="ru-RU"/>
          </a:p>
        </p:txBody>
      </p:sp>
      <p:pic>
        <p:nvPicPr>
          <p:cNvPr id="8" name="Объект 9">
            <a:extLst>
              <a:ext uri="{FF2B5EF4-FFF2-40B4-BE49-F238E27FC236}">
                <a16:creationId xmlns:a16="http://schemas.microsoft.com/office/drawing/2014/main" id="{5FC833B6-1146-44D1-8C69-751EB3B40D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562416"/>
            <a:ext cx="3001241" cy="22224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6542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A190D-F83A-4F1A-AC94-1831AB4E6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27965"/>
          </a:xfrm>
        </p:spPr>
        <p:txBody>
          <a:bodyPr/>
          <a:lstStyle/>
          <a:p>
            <a:r>
              <a:rPr lang="ru-RU" dirty="0"/>
              <a:t>Коллизия –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8FF6423-2520-4CB8-BEDF-05CC41805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82473" y="1825625"/>
            <a:ext cx="4432877" cy="4633766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Это ситуация, когда для </a:t>
            </a:r>
            <a:r>
              <a:rPr lang="ru-RU" b="1" dirty="0"/>
              <a:t>разных ключей </a:t>
            </a:r>
            <a:r>
              <a:rPr lang="ru-RU" dirty="0"/>
              <a:t>хеш-функция создаёт </a:t>
            </a:r>
            <a:r>
              <a:rPr lang="ru-RU" b="1" dirty="0"/>
              <a:t>одинаковые значения </a:t>
            </a:r>
            <a:r>
              <a:rPr lang="ru-RU" dirty="0"/>
              <a:t>(индексы)</a:t>
            </a:r>
          </a:p>
          <a:p>
            <a:r>
              <a:rPr lang="ru-RU" dirty="0"/>
              <a:t>Так, в нашем примере, для нового ключа </a:t>
            </a:r>
            <a:r>
              <a:rPr lang="en-US" b="1" dirty="0"/>
              <a:t>key=</a:t>
            </a:r>
            <a:r>
              <a:rPr lang="ru-RU" b="1" dirty="0"/>
              <a:t>1111112401 </a:t>
            </a:r>
            <a:r>
              <a:rPr lang="ru-RU" dirty="0"/>
              <a:t>хеш-функция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key%</a:t>
            </a:r>
            <a:r>
              <a:rPr lang="ru-RU" b="1" dirty="0"/>
              <a:t>100</a:t>
            </a:r>
            <a:r>
              <a:rPr lang="ru-RU" dirty="0"/>
              <a:t> вернёт </a:t>
            </a:r>
            <a:r>
              <a:rPr lang="ru-RU" b="1" dirty="0"/>
              <a:t>1</a:t>
            </a:r>
            <a:r>
              <a:rPr lang="ru-RU" dirty="0"/>
              <a:t> – индекс </a:t>
            </a:r>
            <a:r>
              <a:rPr lang="ru-RU" b="1" dirty="0"/>
              <a:t>уже занятой </a:t>
            </a:r>
            <a:r>
              <a:rPr lang="ru-RU" dirty="0"/>
              <a:t>ячейки</a:t>
            </a:r>
          </a:p>
          <a:p>
            <a:r>
              <a:rPr lang="ru-RU" dirty="0"/>
              <a:t>Коллизии в общем случае </a:t>
            </a:r>
            <a:r>
              <a:rPr lang="ru-RU" b="1" dirty="0"/>
              <a:t>возможны</a:t>
            </a:r>
            <a:r>
              <a:rPr lang="ru-RU" dirty="0"/>
              <a:t>, поэтому процесс хеширования помимо вызова хеш-функции обязательно включает в себя обработку (</a:t>
            </a:r>
            <a:r>
              <a:rPr lang="ru-RU" b="1" dirty="0"/>
              <a:t>устранение</a:t>
            </a:r>
            <a:r>
              <a:rPr lang="ru-RU" dirty="0"/>
              <a:t>)</a:t>
            </a:r>
            <a:r>
              <a:rPr lang="ru-RU" b="1" dirty="0"/>
              <a:t> </a:t>
            </a:r>
            <a:r>
              <a:rPr lang="ru-RU" dirty="0"/>
              <a:t>возникающих</a:t>
            </a:r>
            <a:r>
              <a:rPr lang="ru-RU" b="1" dirty="0"/>
              <a:t> коллизий</a:t>
            </a:r>
            <a:r>
              <a:rPr lang="ru-RU" dirty="0"/>
              <a:t>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051EE27-745D-4664-94F9-C5B4EA0EA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15</a:t>
            </a:fld>
            <a:endParaRPr lang="ru-RU"/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40589D14-88D6-4EC7-AEB4-7147164985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3727" y="1825625"/>
            <a:ext cx="1723396" cy="4351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0631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E4D52473-3B1A-4EA1-94EA-8055C2C13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Подходы (технологии) устранения коллизий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688356EB-71BB-4EEC-BF41-67B21AAF096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09596"/>
            <a:ext cx="3619500" cy="3143250"/>
          </a:xfrm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E3436601-BA33-4268-8392-B003479F0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967345"/>
            <a:ext cx="3886200" cy="42096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Два подхода:</a:t>
            </a:r>
          </a:p>
          <a:p>
            <a:pPr marL="442913" indent="-442913">
              <a:buFont typeface="+mj-lt"/>
              <a:buAutoNum type="arabicPeriod"/>
            </a:pPr>
            <a:r>
              <a:rPr lang="ru-RU" b="1" dirty="0"/>
              <a:t>Цепное хеширование </a:t>
            </a:r>
            <a:r>
              <a:rPr lang="ru-RU" dirty="0"/>
              <a:t>(формирование списков из элементов, хешированных с одним индексом)  →</a:t>
            </a:r>
          </a:p>
          <a:p>
            <a:pPr marL="442913" indent="-442913">
              <a:buFont typeface="+mj-lt"/>
              <a:buAutoNum type="arabicPeriod"/>
            </a:pPr>
            <a:r>
              <a:rPr lang="ru-RU" b="1" dirty="0"/>
              <a:t>Открытая адресация </a:t>
            </a:r>
            <a:r>
              <a:rPr lang="ru-RU" dirty="0"/>
              <a:t>(хеш-таблица большого объёма).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4875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7509"/>
    </mc:Choice>
    <mc:Fallback xmlns="">
      <p:transition spd="slow" advTm="107509"/>
    </mc:Fallback>
  </mc:AlternateContent>
  <p:extLst>
    <p:ext uri="{3A86A75C-4F4B-4683-9AE1-C65F6400EC91}">
      <p14:laserTraceLst xmlns:p14="http://schemas.microsoft.com/office/powerpoint/2010/main">
        <p14:tracePtLst>
          <p14:tracePt t="883" x="8464550" y="1546225"/>
          <p14:tracePt t="894" x="7996238" y="1385888"/>
          <p14:tracePt t="905" x="7537450" y="1241425"/>
          <p14:tracePt t="916" x="7104063" y="1122363"/>
          <p14:tracePt t="928" x="6705600" y="1011238"/>
          <p14:tracePt t="939" x="6305550" y="909638"/>
          <p14:tracePt t="950" x="5940425" y="858838"/>
          <p14:tracePt t="962" x="5600700" y="790575"/>
          <p14:tracePt t="973" x="5268913" y="730250"/>
          <p14:tracePt t="984" x="4997450" y="704850"/>
          <p14:tracePt t="995" x="4741863" y="654050"/>
          <p14:tracePt t="1006" x="4521200" y="611188"/>
          <p14:tracePt t="1018" x="4291013" y="552450"/>
          <p14:tracePt t="1029" x="4095750" y="509588"/>
          <p14:tracePt t="1040" x="3943350" y="458788"/>
          <p14:tracePt t="1051" x="3824288" y="425450"/>
          <p14:tracePt t="1063" x="3738563" y="390525"/>
          <p14:tracePt t="1074" x="3646488" y="365125"/>
          <p14:tracePt t="1096" x="3586163" y="347663"/>
          <p14:tracePt t="1108" x="3543300" y="339725"/>
          <p14:tracePt t="1119" x="3535363" y="339725"/>
          <p14:tracePt t="1140" x="3527425" y="339725"/>
          <p14:tracePt t="1185" x="3527425" y="347663"/>
          <p14:tracePt t="1187" x="3535363" y="357188"/>
          <p14:tracePt t="1198" x="3543300" y="357188"/>
          <p14:tracePt t="1209" x="3543300" y="365125"/>
          <p14:tracePt t="1220" x="3568700" y="374650"/>
          <p14:tracePt t="1231" x="3568700" y="382588"/>
          <p14:tracePt t="1243" x="3611563" y="382588"/>
          <p14:tracePt t="1254" x="3662363" y="415925"/>
          <p14:tracePt t="1265" x="3697288" y="425450"/>
          <p14:tracePt t="1276" x="3756025" y="441325"/>
          <p14:tracePt t="1288" x="3841750" y="466725"/>
          <p14:tracePt t="1299" x="3943350" y="501650"/>
          <p14:tracePt t="1310" x="4044950" y="527050"/>
          <p14:tracePt t="1321" x="4146550" y="534988"/>
          <p14:tracePt t="1333" x="4249738" y="544513"/>
          <p14:tracePt t="1345" x="4351338" y="544513"/>
          <p14:tracePt t="1355" x="4460875" y="544513"/>
          <p14:tracePt t="1366" x="4572000" y="544513"/>
          <p14:tracePt t="1378" x="4699000" y="544513"/>
          <p14:tracePt t="1389" x="4852988" y="544513"/>
          <p14:tracePt t="1400" x="5064125" y="544513"/>
          <p14:tracePt t="1411" x="5387975" y="544513"/>
          <p14:tracePt t="1423" x="5702300" y="544513"/>
          <p14:tracePt t="1434" x="5973763" y="560388"/>
          <p14:tracePt t="1445" x="6127750" y="569913"/>
          <p14:tracePt t="1456" x="6211888" y="585788"/>
          <p14:tracePt t="1468" x="6229350" y="595313"/>
          <p14:tracePt t="1479" x="6237288" y="595313"/>
          <p14:tracePt t="1501" x="6254750" y="595313"/>
          <p14:tracePt t="1513" x="6272213" y="595313"/>
          <p14:tracePt t="1524" x="6330950" y="603250"/>
          <p14:tracePt t="1535" x="6432550" y="611188"/>
          <p14:tracePt t="1546" x="6569075" y="620713"/>
          <p14:tracePt t="1558" x="6731000" y="646113"/>
          <p14:tracePt t="1569" x="6850063" y="671513"/>
          <p14:tracePt t="1580" x="6951663" y="696913"/>
          <p14:tracePt t="2040" x="6959600" y="696913"/>
          <p14:tracePt t="2042" x="6969125" y="696913"/>
          <p14:tracePt t="2187" x="6985000" y="704850"/>
          <p14:tracePt t="2199" x="6994525" y="714375"/>
          <p14:tracePt t="2210" x="6994525" y="722313"/>
          <p14:tracePt t="2233" x="7002463" y="730250"/>
          <p14:tracePt t="2244" x="7010400" y="739775"/>
          <p14:tracePt t="2255" x="7019925" y="739775"/>
          <p14:tracePt t="2266" x="7019925" y="747713"/>
          <p14:tracePt t="2288" x="7027863" y="747713"/>
          <p14:tracePt t="2479" x="7035800" y="755650"/>
          <p14:tracePt t="2480" x="7035800" y="765175"/>
          <p14:tracePt t="2491" x="7035800" y="781050"/>
          <p14:tracePt t="2503" x="7035800" y="808038"/>
          <p14:tracePt t="2525" x="7027863" y="823913"/>
          <p14:tracePt t="2536" x="7019925" y="833438"/>
          <p14:tracePt t="2548" x="7002463" y="841375"/>
          <p14:tracePt t="2559" x="6959600" y="849313"/>
          <p14:tracePt t="2570" x="6926263" y="858838"/>
          <p14:tracePt t="2581" x="6850063" y="892175"/>
          <p14:tracePt t="2593" x="6721475" y="925513"/>
          <p14:tracePt t="2604" x="6561138" y="968375"/>
          <p14:tracePt t="2615" x="6323013" y="1028700"/>
          <p14:tracePt t="2627" x="6016625" y="1079500"/>
          <p14:tracePt t="2638" x="5659438" y="1112838"/>
          <p14:tracePt t="2649" x="5302250" y="1173163"/>
          <p14:tracePt t="2660" x="4919663" y="1189038"/>
          <p14:tracePt t="2671" x="4513263" y="1206500"/>
          <p14:tracePt t="2683" x="4105275" y="1206500"/>
          <p14:tracePt t="2694" x="3705225" y="1206500"/>
          <p14:tracePt t="2716" x="3330575" y="1206500"/>
          <p14:tracePt t="2728" x="2982913" y="1206500"/>
          <p14:tracePt t="2739" x="2719388" y="1206500"/>
          <p14:tracePt t="2750" x="2336800" y="1198563"/>
          <p14:tracePt t="2761" x="2166938" y="1198563"/>
          <p14:tracePt t="2772" x="2039938" y="1181100"/>
          <p14:tracePt t="2784" x="1938338" y="1181100"/>
          <p14:tracePt t="2795" x="1852613" y="1181100"/>
          <p14:tracePt t="2806" x="1751013" y="1181100"/>
          <p14:tracePt t="2818" x="1665288" y="1181100"/>
          <p14:tracePt t="2829" x="1597025" y="1181100"/>
          <p14:tracePt t="2840" x="1530350" y="1181100"/>
          <p14:tracePt t="2851" x="1477963" y="1181100"/>
          <p14:tracePt t="3335" x="1477963" y="1198563"/>
          <p14:tracePt t="3358" x="1477963" y="1206500"/>
          <p14:tracePt t="3369" x="1477963" y="1216025"/>
          <p14:tracePt t="3381" x="1477963" y="1223963"/>
          <p14:tracePt t="3391" x="1477963" y="1249363"/>
          <p14:tracePt t="3403" x="1470025" y="1282700"/>
          <p14:tracePt t="3414" x="1436688" y="1308100"/>
          <p14:tracePt t="3426" x="1401763" y="1360488"/>
          <p14:tracePt t="3436" x="1360488" y="1427163"/>
          <p14:tracePt t="3448" x="1308100" y="1477963"/>
          <p14:tracePt t="3459" x="1282700" y="1504950"/>
          <p14:tracePt t="3470" x="1249363" y="1538288"/>
          <p14:tracePt t="3481" x="1198563" y="1589088"/>
          <p14:tracePt t="3493" x="1130300" y="1649413"/>
          <p14:tracePt t="3504" x="1062038" y="1700213"/>
          <p14:tracePt t="3515" x="1003300" y="1741488"/>
          <p14:tracePt t="3526" x="935038" y="1776413"/>
          <p14:tracePt t="3538" x="892175" y="1801813"/>
          <p14:tracePt t="3549" x="841375" y="1827213"/>
          <p14:tracePt t="3560" x="790575" y="1835150"/>
          <p14:tracePt t="3571" x="765175" y="1844675"/>
          <p14:tracePt t="3583" x="730250" y="1844675"/>
          <p14:tracePt t="3649" x="739775" y="1844675"/>
          <p14:tracePt t="3660" x="747713" y="1835150"/>
          <p14:tracePt t="3705" x="755650" y="1835150"/>
          <p14:tracePt t="3706" x="781050" y="1827213"/>
          <p14:tracePt t="3729" x="808038" y="1827213"/>
          <p14:tracePt t="3751" x="841375" y="1819275"/>
          <p14:tracePt t="3763" x="874713" y="1819275"/>
          <p14:tracePt t="3774" x="909638" y="1819275"/>
          <p14:tracePt t="3785" x="985838" y="1819275"/>
          <p14:tracePt t="3796" x="1069975" y="1819275"/>
          <p14:tracePt t="3808" x="1173163" y="1819275"/>
          <p14:tracePt t="3819" x="1282700" y="1819275"/>
          <p14:tracePt t="3830" x="1411288" y="1793875"/>
          <p14:tracePt t="3842" x="1538288" y="1784350"/>
          <p14:tracePt t="3853" x="1682750" y="1758950"/>
          <p14:tracePt t="3864" x="1878013" y="1741488"/>
          <p14:tracePt t="3876" x="2090738" y="1733550"/>
          <p14:tracePt t="3886" x="2293938" y="1733550"/>
          <p14:tracePt t="3898" x="2447925" y="1733550"/>
          <p14:tracePt t="3909" x="2557463" y="1733550"/>
          <p14:tracePt t="3920" x="2660650" y="1733550"/>
          <p14:tracePt t="3931" x="2744788" y="1733550"/>
          <p14:tracePt t="3944" x="2846388" y="1716088"/>
          <p14:tracePt t="3954" x="2957513" y="1716088"/>
          <p14:tracePt t="3965" x="3109913" y="1716088"/>
          <p14:tracePt t="3976" x="3305175" y="1716088"/>
          <p14:tracePt t="3987" x="3535363" y="1716088"/>
          <p14:tracePt t="3999" x="3773488" y="1716088"/>
          <p14:tracePt t="4010" x="3943350" y="1716088"/>
          <p14:tracePt t="4021" x="4044950" y="1716088"/>
          <p14:tracePt t="4033" x="4052888" y="1716088"/>
          <p14:tracePt t="4066" x="4052888" y="1700213"/>
          <p14:tracePt t="4089" x="4044950" y="1700213"/>
          <p14:tracePt t="4155" x="4037013" y="1700213"/>
          <p14:tracePt t="4481" x="4037013" y="1708150"/>
          <p14:tracePt t="4494" x="4044950" y="1716088"/>
          <p14:tracePt t="4706" x="4044950" y="1733550"/>
          <p14:tracePt t="4708" x="4052888" y="1733550"/>
          <p14:tracePt t="4719" x="4052888" y="1741488"/>
          <p14:tracePt t="4730" x="4052888" y="1751013"/>
          <p14:tracePt t="4841" x="4062413" y="1751013"/>
          <p14:tracePt t="4853" x="4062413" y="1758950"/>
          <p14:tracePt t="4854" x="4070350" y="1766888"/>
          <p14:tracePt t="4865" x="4079875" y="1776413"/>
          <p14:tracePt t="4876" x="4087813" y="1776413"/>
          <p14:tracePt t="4988" x="4095750" y="1776413"/>
          <p14:tracePt t="4989" x="4095750" y="1784350"/>
          <p14:tracePt t="5246" x="4105275" y="1801813"/>
          <p14:tracePt t="5257" x="4113213" y="1801813"/>
          <p14:tracePt t="5258" x="4121150" y="1801813"/>
          <p14:tracePt t="5281" x="4138613" y="1801813"/>
          <p14:tracePt t="5293" x="4146550" y="1801813"/>
          <p14:tracePt t="5315" x="4156075" y="1801813"/>
          <p14:tracePt t="5326" x="4164013" y="1801813"/>
          <p14:tracePt t="5393" x="4171950" y="1801813"/>
          <p14:tracePt t="5404" x="4189413" y="1801813"/>
          <p14:tracePt t="5416" x="4197350" y="1801813"/>
          <p14:tracePt t="5428" x="4206875" y="1801813"/>
          <p14:tracePt t="5450" x="4214813" y="1801813"/>
          <p14:tracePt t="5461" x="4224338" y="1801813"/>
          <p14:tracePt t="5473" x="4232275" y="1793875"/>
          <p14:tracePt t="5528" x="4240213" y="1793875"/>
          <p14:tracePt t="5539" x="4249738" y="1793875"/>
          <p14:tracePt t="5540" x="4257675" y="1793875"/>
          <p14:tracePt t="5551" x="4257675" y="1801813"/>
          <p14:tracePt t="5563" x="4275138" y="1801813"/>
          <p14:tracePt t="5574" x="4283075" y="1801813"/>
          <p14:tracePt t="5585" x="4308475" y="1809750"/>
          <p14:tracePt t="5596" x="4333875" y="1819275"/>
          <p14:tracePt t="5608" x="4368800" y="1844675"/>
          <p14:tracePt t="5619" x="4402138" y="1852613"/>
          <p14:tracePt t="5630" x="4419600" y="1870075"/>
          <p14:tracePt t="5642" x="4435475" y="1878013"/>
          <p14:tracePt t="5653" x="4452938" y="1895475"/>
          <p14:tracePt t="5664" x="4460875" y="1895475"/>
          <p14:tracePt t="5686" x="4470400" y="1903413"/>
          <p14:tracePt t="5709" x="4478338" y="1911350"/>
          <p14:tracePt t="5720" x="4495800" y="1928813"/>
          <p14:tracePt t="5753" x="4495800" y="1938338"/>
          <p14:tracePt t="5775" x="4503738" y="1938338"/>
          <p14:tracePt t="5777" x="4521200" y="1954213"/>
          <p14:tracePt t="5799" x="4529138" y="1954213"/>
          <p14:tracePt t="5810" x="4546600" y="1963738"/>
          <p14:tracePt t="5821" x="4546600" y="1971675"/>
          <p14:tracePt t="5833" x="4554538" y="1979613"/>
          <p14:tracePt t="5844" x="4572000" y="1979613"/>
          <p14:tracePt t="5966" x="4579938" y="1989138"/>
          <p14:tracePt t="5968" x="4597400" y="1989138"/>
          <p14:tracePt t="5979" x="4597400" y="1997075"/>
          <p14:tracePt t="5990" x="4605338" y="1997075"/>
          <p14:tracePt t="6001" x="4614863" y="1997075"/>
          <p14:tracePt t="6024" x="4630738" y="1997075"/>
          <p14:tracePt t="6035" x="4640263" y="1997075"/>
          <p14:tracePt t="6046" x="4657725" y="1997075"/>
          <p14:tracePt t="6058" x="4665663" y="1997075"/>
          <p14:tracePt t="6069" x="4683125" y="1997075"/>
          <p14:tracePt t="6080" x="4708525" y="1997075"/>
          <p14:tracePt t="6103" x="4724400" y="1997075"/>
          <p14:tracePt t="6114" x="4741863" y="1989138"/>
          <p14:tracePt t="6125" x="4759325" y="1989138"/>
          <p14:tracePt t="6136" x="4792663" y="1979613"/>
          <p14:tracePt t="6148" x="4810125" y="1971675"/>
          <p14:tracePt t="6159" x="4835525" y="1963738"/>
          <p14:tracePt t="6170" x="4860925" y="1946275"/>
          <p14:tracePt t="6181" x="4919663" y="1920875"/>
          <p14:tracePt t="6193" x="4954588" y="1895475"/>
          <p14:tracePt t="6204" x="4987925" y="1870075"/>
          <p14:tracePt t="6215" x="5056188" y="1827213"/>
          <p14:tracePt t="6226" x="5081588" y="1819275"/>
          <p14:tracePt t="6237" x="5132388" y="1784350"/>
          <p14:tracePt t="6249" x="5167313" y="1766888"/>
          <p14:tracePt t="6260" x="5192713" y="1751013"/>
          <p14:tracePt t="6271" x="5243513" y="1733550"/>
          <p14:tracePt t="6283" x="5286375" y="1716088"/>
          <p14:tracePt t="6294" x="5319713" y="1708150"/>
          <p14:tracePt t="6305" x="5327650" y="1700213"/>
          <p14:tracePt t="6316" x="5345113" y="1690688"/>
          <p14:tracePt t="6328" x="5353050" y="1682750"/>
          <p14:tracePt t="6339" x="5353050" y="1674813"/>
          <p14:tracePt t="6350" x="5362575" y="1674813"/>
          <p14:tracePt t="6361" x="5362575" y="1665288"/>
          <p14:tracePt t="6374" x="5362575" y="1649413"/>
          <p14:tracePt t="6395" x="5362575" y="1639888"/>
          <p14:tracePt t="6407" x="5345113" y="1622425"/>
          <p14:tracePt t="6418" x="5302250" y="1622425"/>
          <p14:tracePt t="6429" x="5276850" y="1622425"/>
          <p14:tracePt t="6440" x="5243513" y="1622425"/>
          <p14:tracePt t="6452" x="5167313" y="1622425"/>
          <p14:tracePt t="6463" x="5099050" y="1622425"/>
          <p14:tracePt t="6474" x="5022850" y="1622425"/>
          <p14:tracePt t="6485" x="4937125" y="1622425"/>
          <p14:tracePt t="6496" x="4827588" y="1622425"/>
          <p14:tracePt t="6508" x="4699000" y="1622425"/>
          <p14:tracePt t="6519" x="4589463" y="1622425"/>
          <p14:tracePt t="6530" x="4460875" y="1622425"/>
          <p14:tracePt t="6541" x="4351338" y="1622425"/>
          <p14:tracePt t="6553" x="4224338" y="1622425"/>
          <p14:tracePt t="6564" x="4105275" y="1622425"/>
          <p14:tracePt t="6575" x="4019550" y="1622425"/>
          <p14:tracePt t="6586" x="3951288" y="1622425"/>
          <p14:tracePt t="6598" x="3908425" y="1622425"/>
          <p14:tracePt t="6609" x="3875088" y="1622425"/>
          <p14:tracePt t="6620" x="3857625" y="1622425"/>
          <p14:tracePt t="6643" x="3832225" y="1622425"/>
          <p14:tracePt t="6665" x="3816350" y="1622425"/>
          <p14:tracePt t="6731" x="3806825" y="1622425"/>
          <p14:tracePt t="6765" x="3806825" y="1614488"/>
          <p14:tracePt t="6767" x="3816350" y="1606550"/>
          <p14:tracePt t="6810" x="3824288" y="1606550"/>
          <p14:tracePt t="6900" x="3832225" y="1606550"/>
          <p14:tracePt t="6902" x="3841750" y="1606550"/>
          <p14:tracePt t="6924" x="3849688" y="1606550"/>
          <p14:tracePt t="6935" x="3867150" y="1606550"/>
          <p14:tracePt t="6946" x="3883025" y="1597025"/>
          <p14:tracePt t="6958" x="3908425" y="1597025"/>
          <p14:tracePt t="6969" x="3935413" y="1589088"/>
          <p14:tracePt t="6980" x="3968750" y="1589088"/>
          <p14:tracePt t="6991" x="3986213" y="1589088"/>
          <p14:tracePt t="7003" x="3994150" y="1589088"/>
          <p14:tracePt t="7014" x="4011613" y="1589088"/>
          <p14:tracePt t="7025" x="4019550" y="1589088"/>
          <p14:tracePt t="7036" x="4037013" y="1589088"/>
          <p14:tracePt t="7048" x="4052888" y="1581150"/>
          <p14:tracePt t="7059" x="4087813" y="1563688"/>
          <p14:tracePt t="7070" x="4121150" y="1563688"/>
          <p14:tracePt t="7081" x="4171950" y="1563688"/>
          <p14:tracePt t="7093" x="4275138" y="1538288"/>
          <p14:tracePt t="7104" x="4376738" y="1512888"/>
          <p14:tracePt t="7115" x="4460875" y="1504950"/>
          <p14:tracePt t="7126" x="4478338" y="1504950"/>
          <p14:tracePt t="7138" x="4486275" y="1495425"/>
          <p14:tracePt t="7430" x="4495800" y="1495425"/>
          <p14:tracePt t="7442" x="4503738" y="1495425"/>
          <p14:tracePt t="7453" x="4513263" y="1495425"/>
          <p14:tracePt t="7475" x="4521200" y="1495425"/>
          <p14:tracePt t="7486" x="4529138" y="1495425"/>
          <p14:tracePt t="7498" x="4546600" y="1495425"/>
          <p14:tracePt t="7509" x="4589463" y="1495425"/>
          <p14:tracePt t="7520" x="4648200" y="1512888"/>
          <p14:tracePt t="7531" x="4683125" y="1512888"/>
          <p14:tracePt t="7543" x="4733925" y="1512888"/>
          <p14:tracePt t="7565" x="4852988" y="1512888"/>
          <p14:tracePt t="7576" x="4987925" y="1512888"/>
          <p14:tracePt t="7587" x="5141913" y="1512888"/>
          <p14:tracePt t="7599" x="5507038" y="1512888"/>
          <p14:tracePt t="7610" x="5854700" y="1512888"/>
          <p14:tracePt t="7621" x="6084888" y="1512888"/>
          <p14:tracePt t="7633" x="6262688" y="1512888"/>
          <p14:tracePt t="7644" x="6416675" y="1512888"/>
          <p14:tracePt t="7656" x="6543675" y="1512888"/>
          <p14:tracePt t="7666" x="6637338" y="1512888"/>
          <p14:tracePt t="7678" x="6738938" y="1512888"/>
          <p14:tracePt t="7689" x="6840538" y="1512888"/>
          <p14:tracePt t="7700" x="6934200" y="1512888"/>
          <p14:tracePt t="7711" x="7035800" y="1512888"/>
          <p14:tracePt t="7722" x="7146925" y="1512888"/>
          <p14:tracePt t="7734" x="7283450" y="1530350"/>
          <p14:tracePt t="7745" x="7435850" y="1546225"/>
          <p14:tracePt t="7757" x="7597775" y="1571625"/>
          <p14:tracePt t="7768" x="7750175" y="1581150"/>
          <p14:tracePt t="7779" x="7886700" y="1589088"/>
          <p14:tracePt t="7790" x="8013700" y="1589088"/>
          <p14:tracePt t="7801" x="8115300" y="1589088"/>
          <p14:tracePt t="7813" x="8218488" y="1589088"/>
          <p14:tracePt t="7824" x="8302625" y="1589088"/>
          <p14:tracePt t="7835" x="8388350" y="1589088"/>
          <p14:tracePt t="7846" x="8472488" y="1589088"/>
          <p14:tracePt t="7858" x="8558213" y="1589088"/>
          <p14:tracePt t="7869" x="8624888" y="1589088"/>
          <p14:tracePt t="7880" x="8667750" y="1589088"/>
          <p14:tracePt t="7891" x="8685213" y="1589088"/>
          <p14:tracePt t="7946" x="8693150" y="1589088"/>
          <p14:tracePt t="7948" x="8693150" y="1597025"/>
          <p14:tracePt t="7959" x="8702675" y="1606550"/>
          <p14:tracePt t="7970" x="8710613" y="1606550"/>
          <p14:tracePt t="7981" x="8718550" y="1614488"/>
          <p14:tracePt t="8059" x="8728075" y="1614488"/>
          <p14:tracePt t="8070" x="8728075" y="1622425"/>
          <p14:tracePt t="8081" x="8736013" y="1631950"/>
          <p14:tracePt t="8216" x="8728075" y="1631950"/>
          <p14:tracePt t="8218" x="8710613" y="1631950"/>
          <p14:tracePt t="8229" x="8693150" y="1639888"/>
          <p14:tracePt t="8240" x="8659813" y="1649413"/>
          <p14:tracePt t="8251" x="8634413" y="1649413"/>
          <p14:tracePt t="8263" x="8616950" y="1657350"/>
          <p14:tracePt t="8274" x="8540750" y="1665288"/>
          <p14:tracePt t="8296" x="8396288" y="1682750"/>
          <p14:tracePt t="8308" x="8191500" y="1708150"/>
          <p14:tracePt t="8319" x="7954963" y="1725613"/>
          <p14:tracePt t="8330" x="7402513" y="1741488"/>
          <p14:tracePt t="8341" x="6883400" y="1741488"/>
          <p14:tracePt t="8353" x="6338888" y="1741488"/>
          <p14:tracePt t="8364" x="5846763" y="1758950"/>
          <p14:tracePt t="8375" x="5327650" y="1784350"/>
          <p14:tracePt t="8386" x="4860925" y="1784350"/>
          <p14:tracePt t="8398" x="4486275" y="1801813"/>
          <p14:tracePt t="8409" x="4164013" y="1801813"/>
          <p14:tracePt t="8420" x="3935413" y="1801813"/>
          <p14:tracePt t="8431" x="3730625" y="1801813"/>
          <p14:tracePt t="8443" x="3552825" y="1801813"/>
          <p14:tracePt t="8454" x="3348038" y="1801813"/>
          <p14:tracePt t="8465" x="3119438" y="1801813"/>
          <p14:tracePt t="8477" x="2889250" y="1801813"/>
          <p14:tracePt t="8488" x="2651125" y="1801813"/>
          <p14:tracePt t="8499" x="2447925" y="1801813"/>
          <p14:tracePt t="8510" x="2268538" y="1809750"/>
          <p14:tracePt t="8522" x="2124075" y="1809750"/>
          <p14:tracePt t="8533" x="1989138" y="1827213"/>
          <p14:tracePt t="8544" x="1860550" y="1835150"/>
          <p14:tracePt t="8555" x="1725613" y="1844675"/>
          <p14:tracePt t="8566" x="1614488" y="1870075"/>
          <p14:tracePt t="8578" x="1495425" y="1895475"/>
          <p14:tracePt t="8589" x="1385888" y="1903413"/>
          <p14:tracePt t="8600" x="1266825" y="1928813"/>
          <p14:tracePt t="8611" x="1181100" y="1938338"/>
          <p14:tracePt t="8623" x="1122363" y="1963738"/>
          <p14:tracePt t="8634" x="1062038" y="1971675"/>
          <p14:tracePt t="8645" x="1044575" y="1989138"/>
          <p14:tracePt t="8656" x="1036638" y="1989138"/>
          <p14:tracePt t="8668" x="1036638" y="1997075"/>
          <p14:tracePt t="8679" x="1028700" y="2014538"/>
          <p14:tracePt t="8690" x="1019175" y="2022475"/>
          <p14:tracePt t="8701" x="1019175" y="2039938"/>
          <p14:tracePt t="8724" x="1011238" y="2047875"/>
          <p14:tracePt t="8735" x="1003300" y="2065338"/>
          <p14:tracePt t="8758" x="993775" y="2065338"/>
          <p14:tracePt t="8769" x="993775" y="2073275"/>
          <p14:tracePt t="8780" x="985838" y="2082800"/>
          <p14:tracePt t="8791" x="977900" y="2082800"/>
          <p14:tracePt t="8948" x="968375" y="2082800"/>
          <p14:tracePt t="8959" x="968375" y="2090738"/>
          <p14:tracePt t="8971" x="952500" y="2090738"/>
          <p14:tracePt t="8993" x="942975" y="2098675"/>
          <p14:tracePt t="9015" x="935038" y="2098675"/>
          <p14:tracePt t="9049" x="925513" y="2098675"/>
          <p14:tracePt t="9060" x="925513" y="2108200"/>
          <p14:tracePt t="9071" x="917575" y="2108200"/>
          <p14:tracePt t="9083" x="909638" y="2108200"/>
          <p14:tracePt t="9105" x="900113" y="2116138"/>
          <p14:tracePt t="9128" x="892175" y="2124075"/>
          <p14:tracePt t="9161" x="884238" y="2124075"/>
          <p14:tracePt t="9184" x="884238" y="2141538"/>
          <p14:tracePt t="9206" x="874713" y="2149475"/>
          <p14:tracePt t="9240" x="866775" y="2149475"/>
          <p14:tracePt t="9275" x="849313" y="2159000"/>
          <p14:tracePt t="9296" x="841375" y="2159000"/>
          <p14:tracePt t="9309" x="833438" y="2159000"/>
          <p14:tracePt t="9320" x="823913" y="2159000"/>
          <p14:tracePt t="9331" x="815975" y="2159000"/>
          <p14:tracePt t="9354" x="798513" y="2159000"/>
          <p14:tracePt t="9365" x="790575" y="2159000"/>
          <p14:tracePt t="9398" x="790575" y="2166938"/>
          <p14:tracePt t="9399" x="773113" y="2166938"/>
          <p14:tracePt t="9421" x="765175" y="2166938"/>
          <p14:tracePt t="9433" x="755650" y="2174875"/>
          <p14:tracePt t="9444" x="747713" y="2174875"/>
          <p14:tracePt t="9455" x="739775" y="2174875"/>
          <p14:tracePt t="9466" x="730250" y="2174875"/>
          <p14:tracePt t="9478" x="722313" y="2174875"/>
          <p14:tracePt t="9489" x="714375" y="2174875"/>
          <p14:tracePt t="9713" x="704850" y="2174875"/>
          <p14:tracePt t="9758" x="696913" y="2184400"/>
          <p14:tracePt t="9780" x="696913" y="2192338"/>
          <p14:tracePt t="9782" x="696913" y="2200275"/>
          <p14:tracePt t="10365" x="696913" y="2192338"/>
          <p14:tracePt t="10367" x="696913" y="2184400"/>
          <p14:tracePt t="10378" x="704850" y="2184400"/>
          <p14:tracePt t="10389" x="714375" y="2174875"/>
          <p14:tracePt t="10400" x="714375" y="2166938"/>
          <p14:tracePt t="10411" x="722313" y="2166938"/>
          <p14:tracePt t="10423" x="739775" y="2166938"/>
          <p14:tracePt t="10434" x="747713" y="2149475"/>
          <p14:tracePt t="10445" x="755650" y="2141538"/>
          <p14:tracePt t="10456" x="773113" y="2141538"/>
          <p14:tracePt t="10467" x="781050" y="2141538"/>
          <p14:tracePt t="10635" x="790575" y="2133600"/>
          <p14:tracePt t="10680" x="790575" y="2124075"/>
          <p14:tracePt t="10681" x="798513" y="2116138"/>
          <p14:tracePt t="10693" x="798513" y="2108200"/>
          <p14:tracePt t="10715" x="808038" y="2108200"/>
          <p14:tracePt t="10726" x="815975" y="2108200"/>
          <p14:tracePt t="10738" x="815975" y="2098675"/>
          <p14:tracePt t="10749" x="823913" y="2098675"/>
          <p14:tracePt t="10804" x="833438" y="2098675"/>
          <p14:tracePt t="10805" x="849313" y="2090738"/>
          <p14:tracePt t="10816" x="858838" y="2090738"/>
          <p14:tracePt t="10849" x="866775" y="2082800"/>
          <p14:tracePt t="10950" x="866775" y="2073275"/>
          <p14:tracePt t="10984" x="858838" y="2073275"/>
          <p14:tracePt t="11074" x="849313" y="2073275"/>
          <p14:tracePt t="11164" x="841375" y="2065338"/>
          <p14:tracePt t="11187" x="849313" y="2065338"/>
          <p14:tracePt t="11210" x="858838" y="2055813"/>
          <p14:tracePt t="11221" x="866775" y="2039938"/>
          <p14:tracePt t="11265" x="866775" y="2030413"/>
          <p14:tracePt t="11558" x="874713" y="2022475"/>
          <p14:tracePt t="11570" x="884238" y="2022475"/>
          <p14:tracePt t="11581" x="909638" y="2022475"/>
          <p14:tracePt t="11593" x="917575" y="2022475"/>
          <p14:tracePt t="11604" x="960438" y="2022475"/>
          <p14:tracePt t="11615" x="985838" y="2022475"/>
          <p14:tracePt t="11626" x="1036638" y="2022475"/>
          <p14:tracePt t="11638" x="1138238" y="2022475"/>
          <p14:tracePt t="11649" x="1292225" y="2022475"/>
          <p14:tracePt t="11660" x="1470025" y="2022475"/>
          <p14:tracePt t="11671" x="1622425" y="2014538"/>
          <p14:tracePt t="11682" x="1758950" y="1997075"/>
          <p14:tracePt t="11694" x="1920875" y="1997075"/>
          <p14:tracePt t="11705" x="2073275" y="1997075"/>
          <p14:tracePt t="11716" x="2227263" y="1997075"/>
          <p14:tracePt t="11728" x="2422525" y="1997075"/>
          <p14:tracePt t="11739" x="2651125" y="1997075"/>
          <p14:tracePt t="11750" x="2914650" y="1997075"/>
          <p14:tracePt t="11773" x="3170238" y="1997075"/>
          <p14:tracePt t="11784" x="3373438" y="1997075"/>
          <p14:tracePt t="11795" x="3492500" y="1997075"/>
          <p14:tracePt t="11806" x="3578225" y="1997075"/>
          <p14:tracePt t="11829" x="3586163" y="1989138"/>
          <p14:tracePt t="11840" x="3594100" y="1989138"/>
          <p14:tracePt t="11852" x="3603625" y="1979613"/>
          <p14:tracePt t="11863" x="3629025" y="1971675"/>
          <p14:tracePt t="11874" x="3662363" y="1971675"/>
          <p14:tracePt t="11885" x="3705225" y="1971675"/>
          <p14:tracePt t="11896" x="3722688" y="1971675"/>
          <p14:tracePt t="11908" x="3781425" y="1971675"/>
          <p14:tracePt t="11919" x="3849688" y="1971675"/>
          <p14:tracePt t="11930" x="3925888" y="1971675"/>
          <p14:tracePt t="11941" x="3976688" y="1971675"/>
          <p14:tracePt t="11954" x="3986213" y="1971675"/>
          <p14:tracePt t="12019" x="3994150" y="1971675"/>
          <p14:tracePt t="12199" x="4002088" y="1971675"/>
          <p14:tracePt t="12221" x="4011613" y="1971675"/>
          <p14:tracePt t="12446" x="4011613" y="1979613"/>
          <p14:tracePt t="12671" x="4011613" y="1989138"/>
          <p14:tracePt t="12705" x="4002088" y="1989138"/>
          <p14:tracePt t="12840" x="4002088" y="1979613"/>
          <p14:tracePt t="12842" x="4002088" y="1971675"/>
          <p14:tracePt t="12852" x="4011613" y="1971675"/>
          <p14:tracePt t="12864" x="4027488" y="1971675"/>
          <p14:tracePt t="12886" x="4079875" y="1963738"/>
          <p14:tracePt t="12898" x="4138613" y="1963738"/>
          <p14:tracePt t="12920" x="4249738" y="1963738"/>
          <p14:tracePt t="12931" x="4419600" y="1963738"/>
          <p14:tracePt t="12943" x="4683125" y="1963738"/>
          <p14:tracePt t="12954" x="5345113" y="1963738"/>
          <p14:tracePt t="12965" x="5864225" y="1963738"/>
          <p14:tracePt t="12976" x="6297613" y="1963738"/>
          <p14:tracePt t="12988" x="6637338" y="1963738"/>
          <p14:tracePt t="12999" x="6926263" y="1963738"/>
          <p14:tracePt t="13010" x="7164388" y="1963738"/>
          <p14:tracePt t="13021" x="7316788" y="1963738"/>
          <p14:tracePt t="13033" x="7453313" y="1963738"/>
          <p14:tracePt t="13044" x="7572375" y="1963738"/>
          <p14:tracePt t="13055" x="7666038" y="1963738"/>
          <p14:tracePt t="13067" x="7750175" y="1963738"/>
          <p14:tracePt t="13078" x="7851775" y="1963738"/>
          <p14:tracePt t="13089" x="7937500" y="1963738"/>
          <p14:tracePt t="13101" x="8039100" y="1963738"/>
          <p14:tracePt t="13111" x="8132763" y="1963738"/>
          <p14:tracePt t="13134" x="8218488" y="1963738"/>
          <p14:tracePt t="13145" x="8277225" y="1963738"/>
          <p14:tracePt t="13156" x="8320088" y="1963738"/>
          <p14:tracePt t="13168" x="8335963" y="1963738"/>
          <p14:tracePt t="13179" x="8353425" y="1963738"/>
          <p14:tracePt t="13190" x="8378825" y="1963738"/>
          <p14:tracePt t="13201" x="8439150" y="1963738"/>
          <p14:tracePt t="13213" x="8464550" y="1963738"/>
          <p14:tracePt t="13224" x="8523288" y="1963738"/>
          <p14:tracePt t="13235" x="8583613" y="1963738"/>
          <p14:tracePt t="13246" x="8624888" y="1963738"/>
          <p14:tracePt t="13279" x="8616950" y="1963738"/>
          <p14:tracePt t="13281" x="8609013" y="1963738"/>
          <p14:tracePt t="13303" x="8599488" y="1963738"/>
          <p14:tracePt t="13314" x="8591550" y="1963738"/>
          <p14:tracePt t="13336" x="8574088" y="1963738"/>
          <p14:tracePt t="13348" x="8548688" y="1963738"/>
          <p14:tracePt t="13359" x="8489950" y="1963738"/>
          <p14:tracePt t="13370" x="8328025" y="1963738"/>
          <p14:tracePt t="13381" x="8056563" y="1963738"/>
          <p14:tracePt t="13393" x="7613650" y="1971675"/>
          <p14:tracePt t="13404" x="7035800" y="2014538"/>
          <p14:tracePt t="13415" x="6399213" y="2030413"/>
          <p14:tracePt t="13426" x="5761038" y="2073275"/>
          <p14:tracePt t="13438" x="5149850" y="2116138"/>
          <p14:tracePt t="13449" x="4538663" y="2184400"/>
          <p14:tracePt t="13460" x="3976688" y="2243138"/>
          <p14:tracePt t="13471" x="3475038" y="2303463"/>
          <p14:tracePt t="13483" x="3000375" y="2362200"/>
          <p14:tracePt t="13494" x="2557463" y="2405063"/>
          <p14:tracePt t="13505" x="2174875" y="2438400"/>
          <p14:tracePt t="13517" x="1844675" y="2489200"/>
          <p14:tracePt t="13528" x="1589088" y="2541588"/>
          <p14:tracePt t="13539" x="1427163" y="2566988"/>
          <p14:tracePt t="13550" x="1308100" y="2574925"/>
          <p14:tracePt t="13561" x="1223963" y="2574925"/>
          <p14:tracePt t="13573" x="1181100" y="2574925"/>
          <p14:tracePt t="13584" x="1173163" y="2574925"/>
          <p14:tracePt t="13617" x="1163638" y="2574925"/>
          <p14:tracePt t="13628" x="1155700" y="2574925"/>
          <p14:tracePt t="13640" x="1138238" y="2574925"/>
          <p14:tracePt t="13663" x="1130300" y="2574925"/>
          <p14:tracePt t="13674" x="1112838" y="2574925"/>
          <p14:tracePt t="13685" x="1104900" y="2574925"/>
          <p14:tracePt t="13696" x="1069975" y="2574925"/>
          <p14:tracePt t="13708" x="1028700" y="2574925"/>
          <p14:tracePt t="13719" x="968375" y="2574925"/>
          <p14:tracePt t="13730" x="935038" y="2574925"/>
          <p14:tracePt t="13741" x="925513" y="2574925"/>
          <p14:tracePt t="13753" x="925513" y="2566988"/>
          <p14:tracePt t="13764" x="952500" y="2549525"/>
          <p14:tracePt t="13775" x="1003300" y="2549525"/>
          <p14:tracePt t="13786" x="1096963" y="2532063"/>
          <p14:tracePt t="13798" x="1181100" y="2524125"/>
          <p14:tracePt t="13809" x="1249363" y="2524125"/>
          <p14:tracePt t="13820" x="1325563" y="2516188"/>
          <p14:tracePt t="13831" x="1333500" y="2506663"/>
          <p14:tracePt t="13854" x="1343025" y="2506663"/>
          <p14:tracePt t="13865" x="1350963" y="2506663"/>
          <p14:tracePt t="13876" x="1385888" y="2506663"/>
          <p14:tracePt t="13888" x="1419225" y="2506663"/>
          <p14:tracePt t="13899" x="1495425" y="2498725"/>
          <p14:tracePt t="13910" x="1606550" y="2489200"/>
          <p14:tracePt t="13921" x="1766888" y="2463800"/>
          <p14:tracePt t="13933" x="1911350" y="2438400"/>
          <p14:tracePt t="13944" x="2014538" y="2413000"/>
          <p14:tracePt t="13955" x="2073275" y="2397125"/>
          <p14:tracePt t="13967" x="2082800" y="2387600"/>
          <p14:tracePt t="13978" x="2082800" y="2379663"/>
          <p14:tracePt t="14000" x="2073275" y="2379663"/>
          <p14:tracePt t="14112" x="2073275" y="2371725"/>
          <p14:tracePt t="14146" x="2082800" y="2371725"/>
          <p14:tracePt t="14169" x="2090738" y="2371725"/>
          <p14:tracePt t="14180" x="2098675" y="2371725"/>
          <p14:tracePt t="14191" x="2108200" y="2362200"/>
          <p14:tracePt t="14202" x="2116138" y="2354263"/>
          <p14:tracePt t="14225" x="2116138" y="2344738"/>
          <p14:tracePt t="14618" x="2133600" y="2344738"/>
          <p14:tracePt t="14630" x="2141538" y="2344738"/>
          <p14:tracePt t="14641" x="2174875" y="2344738"/>
          <p14:tracePt t="14653" x="2192338" y="2344738"/>
          <p14:tracePt t="14664" x="2227263" y="2344738"/>
          <p14:tracePt t="14675" x="2303463" y="2319338"/>
          <p14:tracePt t="14686" x="2422525" y="2268538"/>
          <p14:tracePt t="14697" x="2557463" y="2184400"/>
          <p14:tracePt t="14709" x="2736850" y="2065338"/>
          <p14:tracePt t="14720" x="2914650" y="1928813"/>
          <p14:tracePt t="14731" x="3119438" y="1793875"/>
          <p14:tracePt t="14743" x="3348038" y="1639888"/>
          <p14:tracePt t="14754" x="3568700" y="1530350"/>
          <p14:tracePt t="14766" x="3806825" y="1452563"/>
          <p14:tracePt t="14776" x="4037013" y="1376363"/>
          <p14:tracePt t="14788" x="4300538" y="1308100"/>
          <p14:tracePt t="14799" x="4572000" y="1257300"/>
          <p14:tracePt t="14810" x="4827588" y="1216025"/>
          <p14:tracePt t="14821" x="5081588" y="1163638"/>
          <p14:tracePt t="14833" x="5276850" y="1122363"/>
          <p14:tracePt t="14844" x="5421313" y="1069975"/>
          <p14:tracePt t="14855" x="5532438" y="1036638"/>
          <p14:tracePt t="14866" x="5616575" y="1003300"/>
          <p14:tracePt t="14878" x="5668963" y="985838"/>
          <p14:tracePt t="14889" x="5702300" y="968375"/>
          <p14:tracePt t="14900" x="5735638" y="952500"/>
          <p14:tracePt t="14911" x="5761038" y="942975"/>
          <p14:tracePt t="14923" x="5788025" y="942975"/>
          <p14:tracePt t="14934" x="5813425" y="942975"/>
          <p14:tracePt t="14945" x="5829300" y="942975"/>
          <p14:tracePt t="14968" x="5846763" y="942975"/>
          <p14:tracePt t="14979" x="5854700" y="942975"/>
          <p14:tracePt t="15001" x="5864225" y="942975"/>
          <p14:tracePt t="15013" x="5872163" y="942975"/>
          <p14:tracePt t="15024" x="5889625" y="942975"/>
          <p14:tracePt t="15035" x="5940425" y="968375"/>
          <p14:tracePt t="15046" x="5965825" y="993775"/>
          <p14:tracePt t="15058" x="6024563" y="1062038"/>
          <p14:tracePt t="15069" x="6092825" y="1130300"/>
          <p14:tracePt t="15080" x="6110288" y="1147763"/>
          <p14:tracePt t="15091" x="6127750" y="1198563"/>
          <p14:tracePt t="15103" x="6135688" y="1241425"/>
          <p14:tracePt t="15114" x="6135688" y="1249363"/>
          <p14:tracePt t="15126" x="6135688" y="1274763"/>
          <p14:tracePt t="15136" x="6135688" y="1300163"/>
          <p14:tracePt t="15148" x="6118225" y="1343025"/>
          <p14:tracePt t="15159" x="6110288" y="1401763"/>
          <p14:tracePt t="15170" x="6110288" y="1462088"/>
          <p14:tracePt t="15182" x="6110288" y="1520825"/>
          <p14:tracePt t="15193" x="6110288" y="1563688"/>
          <p14:tracePt t="15204" x="6110288" y="1597025"/>
          <p14:tracePt t="15226" x="6110288" y="1614488"/>
          <p14:tracePt t="15238" x="6110288" y="1622425"/>
          <p14:tracePt t="15249" x="6102350" y="1622425"/>
          <p14:tracePt t="15260" x="6084888" y="1631950"/>
          <p14:tracePt t="15271" x="6042025" y="1639888"/>
          <p14:tracePt t="15282" x="6016625" y="1649413"/>
          <p14:tracePt t="15294" x="5973763" y="1657350"/>
          <p14:tracePt t="15305" x="5915025" y="1674813"/>
          <p14:tracePt t="15317" x="5838825" y="1690688"/>
          <p14:tracePt t="15328" x="5753100" y="1700213"/>
          <p14:tracePt t="15339" x="5676900" y="1716088"/>
          <p14:tracePt t="15350" x="5616575" y="1741488"/>
          <p14:tracePt t="15361" x="5565775" y="1758950"/>
          <p14:tracePt t="15373" x="5532438" y="1766888"/>
          <p14:tracePt t="15384" x="5532438" y="1776413"/>
          <p14:tracePt t="15395" x="5514975" y="1784350"/>
          <p14:tracePt t="15596" x="5507038" y="1784350"/>
          <p14:tracePt t="15619" x="5489575" y="1793875"/>
          <p14:tracePt t="15641" x="5489575" y="1809750"/>
          <p14:tracePt t="15654" x="5489575" y="1819275"/>
          <p14:tracePt t="15686" x="5489575" y="1827213"/>
          <p14:tracePt t="15889" x="5481638" y="1835150"/>
          <p14:tracePt t="15891" x="5481638" y="1844675"/>
          <p14:tracePt t="15923" x="5472113" y="1852613"/>
          <p14:tracePt t="22023" x="5464175" y="1852613"/>
          <p14:tracePt t="22099" x="5464175" y="1844675"/>
          <p14:tracePt t="22122" x="5456238" y="1835150"/>
          <p14:tracePt t="23539" x="5456238" y="1827213"/>
          <p14:tracePt t="23541" x="5456238" y="1809750"/>
          <p14:tracePt t="23563" x="5464175" y="1793875"/>
          <p14:tracePt t="23575" x="5472113" y="1784350"/>
          <p14:tracePt t="23586" x="5481638" y="1784350"/>
          <p14:tracePt t="23596" x="5497513" y="1766888"/>
          <p14:tracePt t="23821" x="5507038" y="1766888"/>
          <p14:tracePt t="23822" x="5514975" y="1766888"/>
          <p14:tracePt t="23922" x="5524500" y="1766888"/>
          <p14:tracePt t="23924" x="5532438" y="1766888"/>
          <p14:tracePt t="24000" x="5540375" y="1766888"/>
          <p14:tracePt t="24002" x="5557838" y="1766888"/>
          <p14:tracePt t="33960" x="5565775" y="1827213"/>
          <p14:tracePt t="33969" x="5565775" y="1835150"/>
          <p14:tracePt t="33980" x="5583238" y="1852613"/>
          <p14:tracePt t="33991" x="5616575" y="1878013"/>
          <p14:tracePt t="34003" x="5626100" y="1885950"/>
          <p14:tracePt t="34014" x="5634038" y="1895475"/>
          <p14:tracePt t="34160" x="5626100" y="1895475"/>
          <p14:tracePt t="34183" x="5608638" y="1895475"/>
          <p14:tracePt t="34194" x="5600700" y="1895475"/>
          <p14:tracePt t="34205" x="5591175" y="1895475"/>
          <p14:tracePt t="34216" x="5557838" y="1895475"/>
          <p14:tracePt t="34228" x="5524500" y="1895475"/>
          <p14:tracePt t="34239" x="5481638" y="1895475"/>
          <p14:tracePt t="34250" x="5456238" y="1885950"/>
          <p14:tracePt t="34261" x="5430838" y="1878013"/>
          <p14:tracePt t="34273" x="5421313" y="1870075"/>
          <p14:tracePt t="34519" x="5413375" y="1870075"/>
          <p14:tracePt t="34521" x="5405438" y="1870075"/>
          <p14:tracePt t="34541" x="5395913" y="1870075"/>
          <p14:tracePt t="34633" x="5387975" y="1870075"/>
          <p14:tracePt t="34644" x="5380038" y="1870075"/>
          <p14:tracePt t="34676" x="5362575" y="1870075"/>
          <p14:tracePt t="34678" x="5353050" y="1870075"/>
          <p14:tracePt t="34700" x="5345113" y="1870075"/>
          <p14:tracePt t="34721" x="5337175" y="1870075"/>
          <p14:tracePt t="34744" x="5327650" y="1870075"/>
          <p14:tracePt t="34745" x="5319713" y="1870075"/>
          <p14:tracePt t="34845" x="5311775" y="1870075"/>
          <p14:tracePt t="35184" x="5294313" y="1844675"/>
          <p14:tracePt t="35195" x="5276850" y="1835150"/>
          <p14:tracePt t="35206" x="5243513" y="1819275"/>
          <p14:tracePt t="35218" x="5208588" y="1809750"/>
          <p14:tracePt t="35229" x="5132388" y="1776413"/>
          <p14:tracePt t="35240" x="5056188" y="1751013"/>
          <p14:tracePt t="35251" x="4929188" y="1733550"/>
          <p14:tracePt t="35263" x="4802188" y="1716088"/>
          <p14:tracePt t="35274" x="4691063" y="1708150"/>
          <p14:tracePt t="35285" x="4546600" y="1708150"/>
          <p14:tracePt t="35296" x="4419600" y="1682750"/>
          <p14:tracePt t="35319" x="4333875" y="1674813"/>
          <p14:tracePt t="35330" x="4257675" y="1665288"/>
          <p14:tracePt t="35341" x="4214813" y="1665288"/>
          <p14:tracePt t="35374" x="4206875" y="1665288"/>
          <p14:tracePt t="35375" x="4181475" y="1665288"/>
          <p14:tracePt t="35386" x="4171950" y="1665288"/>
          <p14:tracePt t="35398" x="4164013" y="1674813"/>
          <p14:tracePt t="35420" x="4138613" y="1682750"/>
          <p14:tracePt t="35431" x="4095750" y="1690688"/>
          <p14:tracePt t="35443" x="4070350" y="1690688"/>
          <p14:tracePt t="35454" x="4019550" y="1700213"/>
          <p14:tracePt t="35465" x="4002088" y="1708150"/>
          <p14:tracePt t="35476" x="3976688" y="1725613"/>
          <p14:tracePt t="35499" x="3976688" y="1733550"/>
          <p14:tracePt t="35510" x="3976688" y="1741488"/>
          <p14:tracePt t="35521" x="3976688" y="1751013"/>
          <p14:tracePt t="35533" x="3960813" y="1776413"/>
          <p14:tracePt t="35544" x="3935413" y="1801813"/>
          <p14:tracePt t="35555" x="3875088" y="1809750"/>
          <p14:tracePt t="35566" x="3841750" y="1809750"/>
          <p14:tracePt t="35578" x="3790950" y="1809750"/>
          <p14:tracePt t="35589" x="3730625" y="1819275"/>
          <p14:tracePt t="35600" x="3697288" y="1819275"/>
          <p14:tracePt t="35611" x="3654425" y="1844675"/>
          <p14:tracePt t="35623" x="3629025" y="1844675"/>
          <p14:tracePt t="35634" x="3586163" y="1844675"/>
          <p14:tracePt t="35645" x="3502025" y="1844675"/>
          <p14:tracePt t="35656" x="3398838" y="1844675"/>
          <p14:tracePt t="35668" x="3279775" y="1844675"/>
          <p14:tracePt t="35679" x="3119438" y="1844675"/>
          <p14:tracePt t="35690" x="2965450" y="1844675"/>
          <p14:tracePt t="35701" x="2813050" y="1844675"/>
          <p14:tracePt t="35713" x="2676525" y="1844675"/>
          <p14:tracePt t="35724" x="2549525" y="1844675"/>
          <p14:tracePt t="35735" x="2447925" y="1844675"/>
          <p14:tracePt t="35746" x="2379663" y="1844675"/>
          <p14:tracePt t="35758" x="2319338" y="1852613"/>
          <p14:tracePt t="35769" x="2303463" y="1852613"/>
          <p14:tracePt t="35781" x="2293938" y="1852613"/>
          <p14:tracePt t="35791" x="2293938" y="1860550"/>
          <p14:tracePt t="35814" x="2303463" y="1860550"/>
          <p14:tracePt t="35836" x="2344738" y="1860550"/>
          <p14:tracePt t="35848" x="2379663" y="1860550"/>
          <p14:tracePt t="35859" x="2455863" y="1860550"/>
          <p14:tracePt t="35870" x="2582863" y="1860550"/>
          <p14:tracePt t="35881" x="2762250" y="1835150"/>
          <p14:tracePt t="35893" x="3067050" y="1784350"/>
          <p14:tracePt t="35904" x="3459163" y="1725613"/>
          <p14:tracePt t="35915" x="3935413" y="1665288"/>
          <p14:tracePt t="35938" x="4486275" y="1622425"/>
          <p14:tracePt t="35949" x="5124450" y="1581150"/>
          <p14:tracePt t="35960" x="5727700" y="1563688"/>
          <p14:tracePt t="35971" x="6594475" y="1563688"/>
          <p14:tracePt t="35983" x="7164388" y="1563688"/>
          <p14:tracePt t="35994" x="7572375" y="1563688"/>
          <p14:tracePt t="36005" x="7826375" y="1563688"/>
          <p14:tracePt t="36016" x="7988300" y="1563688"/>
          <p14:tracePt t="36028" x="8115300" y="1563688"/>
          <p14:tracePt t="36039" x="8201025" y="1563688"/>
          <p14:tracePt t="36050" x="8285163" y="1555750"/>
          <p14:tracePt t="36061" x="8345488" y="1538288"/>
          <p14:tracePt t="36139" x="8353425" y="1538288"/>
          <p14:tracePt t="36140" x="8370888" y="1546225"/>
          <p14:tracePt t="36151" x="8370888" y="1555750"/>
          <p14:tracePt t="36163" x="8396288" y="1581150"/>
          <p14:tracePt t="36174" x="8404225" y="1589088"/>
          <p14:tracePt t="36185" x="8447088" y="1606550"/>
          <p14:tracePt t="36197" x="8464550" y="1614488"/>
          <p14:tracePt t="36208" x="8523288" y="1631950"/>
          <p14:tracePt t="36219" x="8591550" y="1639888"/>
          <p14:tracePt t="36231" x="8642350" y="1639888"/>
          <p14:tracePt t="36275" x="8642350" y="1622425"/>
          <p14:tracePt t="36286" x="8634413" y="1606550"/>
          <p14:tracePt t="36298" x="8616950" y="1589088"/>
          <p14:tracePt t="36354" x="8609013" y="1606550"/>
          <p14:tracePt t="36376" x="8609013" y="1614488"/>
          <p14:tracePt t="36388" x="8599488" y="1622425"/>
          <p14:tracePt t="36399" x="8591550" y="1631950"/>
          <p14:tracePt t="36410" x="8558213" y="1657350"/>
          <p14:tracePt t="36421" x="8548688" y="1665288"/>
          <p14:tracePt t="36433" x="8540750" y="1674813"/>
          <p14:tracePt t="36476" x="8540750" y="1682750"/>
          <p14:tracePt t="36510" x="8532813" y="1682750"/>
          <p14:tracePt t="36512" x="8532813" y="1700213"/>
          <p14:tracePt t="36523" x="8523288" y="1708150"/>
          <p14:tracePt t="36600" x="8515350" y="1708150"/>
          <p14:tracePt t="36613" x="8507413" y="1708150"/>
          <p14:tracePt t="36624" x="8497888" y="1708150"/>
          <p14:tracePt t="36646" x="8489950" y="1708150"/>
          <p14:tracePt t="36658" x="8464550" y="1708150"/>
          <p14:tracePt t="36669" x="8447088" y="1708150"/>
          <p14:tracePt t="36680" x="8404225" y="1708150"/>
          <p14:tracePt t="36691" x="8328025" y="1708150"/>
          <p14:tracePt t="36703" x="8243888" y="1708150"/>
          <p14:tracePt t="36714" x="8150225" y="1708150"/>
          <p14:tracePt t="36726" x="8021638" y="1716088"/>
          <p14:tracePt t="36736" x="7861300" y="1716088"/>
          <p14:tracePt t="36748" x="7631113" y="1716088"/>
          <p14:tracePt t="36759" x="7342188" y="1716088"/>
          <p14:tracePt t="36770" x="6994525" y="1716088"/>
          <p14:tracePt t="36781" x="6619875" y="1716088"/>
          <p14:tracePt t="36793" x="6272213" y="1716088"/>
          <p14:tracePt t="36804" x="5948363" y="1716088"/>
          <p14:tracePt t="36815" x="5694363" y="1716088"/>
          <p14:tracePt t="36826" x="5489575" y="1716088"/>
          <p14:tracePt t="36838" x="5311775" y="1716088"/>
          <p14:tracePt t="36849" x="5157788" y="1716088"/>
          <p14:tracePt t="36860" x="5013325" y="1716088"/>
          <p14:tracePt t="36871" x="4894263" y="1716088"/>
          <p14:tracePt t="36883" x="4749800" y="1716088"/>
          <p14:tracePt t="36894" x="4622800" y="1716088"/>
          <p14:tracePt t="36905" x="4513263" y="1733550"/>
          <p14:tracePt t="36916" x="4394200" y="1733550"/>
          <p14:tracePt t="36928" x="4283075" y="1733550"/>
          <p14:tracePt t="36939" x="4197350" y="1733550"/>
          <p14:tracePt t="36950" x="4113213" y="1733550"/>
          <p14:tracePt t="36961" x="4011613" y="1733550"/>
          <p14:tracePt t="36973" x="3900488" y="1733550"/>
          <p14:tracePt t="36984" x="3806825" y="1733550"/>
          <p14:tracePt t="36995" x="3687763" y="1733550"/>
          <p14:tracePt t="37006" x="3578225" y="1733550"/>
          <p14:tracePt t="37018" x="3467100" y="1725613"/>
          <p14:tracePt t="37030" x="3365500" y="1716088"/>
          <p14:tracePt t="37040" x="3263900" y="1708150"/>
          <p14:tracePt t="37051" x="3160713" y="1700213"/>
          <p14:tracePt t="37063" x="3059113" y="1682750"/>
          <p14:tracePt t="37085" x="2974975" y="1682750"/>
          <p14:tracePt t="37096" x="2906713" y="1682750"/>
          <p14:tracePt t="37108" x="2820988" y="1682750"/>
          <p14:tracePt t="37130" x="2549525" y="1682750"/>
          <p14:tracePt t="37141" x="2463800" y="1682750"/>
          <p14:tracePt t="37153" x="2397125" y="1682750"/>
          <p14:tracePt t="37164" x="2336800" y="1682750"/>
          <p14:tracePt t="37175" x="2303463" y="1682750"/>
          <p14:tracePt t="37186" x="2260600" y="1682750"/>
          <p14:tracePt t="37198" x="2235200" y="1682750"/>
          <p14:tracePt t="37209" x="2192338" y="1682750"/>
          <p14:tracePt t="37220" x="2133600" y="1682750"/>
          <p14:tracePt t="37231" x="2055813" y="1700213"/>
          <p14:tracePt t="37243" x="1971675" y="1708150"/>
          <p14:tracePt t="37254" x="1895475" y="1716088"/>
          <p14:tracePt t="37265" x="1827213" y="1725613"/>
          <p14:tracePt t="37276" x="1751013" y="1741488"/>
          <p14:tracePt t="37288" x="1674813" y="1751013"/>
          <p14:tracePt t="37299" x="1614488" y="1766888"/>
          <p14:tracePt t="37310" x="1571625" y="1776413"/>
          <p14:tracePt t="37321" x="1538288" y="1784350"/>
          <p14:tracePt t="37333" x="1520825" y="1793875"/>
          <p14:tracePt t="37355" x="1512888" y="1793875"/>
          <p14:tracePt t="37366" x="1504950" y="1801813"/>
          <p14:tracePt t="37378" x="1495425" y="1801813"/>
          <p14:tracePt t="37400" x="1477963" y="1809750"/>
          <p14:tracePt t="37421" x="1462088" y="1809750"/>
          <p14:tracePt t="37433" x="1462088" y="1819275"/>
          <p14:tracePt t="37466" x="1462088" y="1835150"/>
          <p14:tracePt t="37523" x="1462088" y="1844675"/>
          <p14:tracePt t="37534" x="1462088" y="1852613"/>
          <p14:tracePt t="37545" x="1462088" y="1860550"/>
          <p14:tracePt t="37558" x="1470025" y="1870075"/>
          <p14:tracePt t="37569" x="1477963" y="1870075"/>
          <p14:tracePt t="37580" x="1477963" y="1878013"/>
          <p14:tracePt t="37591" x="1487488" y="1878013"/>
          <p14:tracePt t="37603" x="1495425" y="1885950"/>
          <p14:tracePt t="37614" x="1504950" y="1895475"/>
          <p14:tracePt t="37625" x="1520825" y="1903413"/>
          <p14:tracePt t="37636" x="1546225" y="1911350"/>
          <p14:tracePt t="37659" x="1555750" y="1911350"/>
          <p14:tracePt t="37670" x="1581150" y="1920875"/>
          <p14:tracePt t="37725" x="1589088" y="1928813"/>
          <p14:tracePt t="37736" x="1597025" y="1928813"/>
          <p14:tracePt t="37749" x="1606550" y="1928813"/>
          <p14:tracePt t="37760" x="1614488" y="1938338"/>
          <p14:tracePt t="37771" x="1622425" y="1946275"/>
          <p14:tracePt t="37917" x="1631950" y="1954213"/>
          <p14:tracePt t="37950" x="1639888" y="1963738"/>
          <p14:tracePt t="37963" x="1649413" y="1971675"/>
          <p14:tracePt t="37974" x="1657350" y="1979613"/>
          <p14:tracePt t="37985" x="1665288" y="1979613"/>
          <p14:tracePt t="38006" x="1674813" y="1989138"/>
          <p14:tracePt t="38074" x="1682750" y="1989138"/>
          <p14:tracePt t="38085" x="1690688" y="1989138"/>
          <p14:tracePt t="38109" x="1700213" y="1989138"/>
          <p14:tracePt t="38120" x="1708150" y="1989138"/>
          <p14:tracePt t="38964" x="1716088" y="1989138"/>
          <p14:tracePt t="38976" x="1725613" y="1989138"/>
          <p14:tracePt t="39143" x="1733550" y="1989138"/>
          <p14:tracePt t="39458" x="1741488" y="1989138"/>
          <p14:tracePt t="39469" x="1751013" y="1989138"/>
          <p14:tracePt t="39471" x="1758950" y="1989138"/>
          <p14:tracePt t="39493" x="1793875" y="1989138"/>
          <p14:tracePt t="39515" x="1809750" y="1989138"/>
          <p14:tracePt t="39527" x="1835150" y="1989138"/>
          <p14:tracePt t="39538" x="1870075" y="1989138"/>
          <p14:tracePt t="39549" x="1878013" y="1997075"/>
          <p14:tracePt t="39561" x="1885950" y="1997075"/>
          <p14:tracePt t="39650" x="1878013" y="1997075"/>
          <p14:tracePt t="39661" x="1878013" y="1989138"/>
          <p14:tracePt t="39673" x="1860550" y="1989138"/>
          <p14:tracePt t="39684" x="1844675" y="1989138"/>
          <p14:tracePt t="39751" x="1852613" y="1989138"/>
          <p14:tracePt t="39774" x="1860550" y="1989138"/>
          <p14:tracePt t="39785" x="1870075" y="1997075"/>
          <p14:tracePt t="39964" x="1878013" y="1997075"/>
          <p14:tracePt t="40133" x="1885950" y="2005013"/>
          <p14:tracePt t="40144" x="1903413" y="2005013"/>
          <p14:tracePt t="40166" x="1903413" y="2014538"/>
          <p14:tracePt t="40178" x="1903413" y="2022475"/>
          <p14:tracePt t="40369" x="1920875" y="2022475"/>
          <p14:tracePt t="40706" x="1928813" y="2022475"/>
          <p14:tracePt t="40751" x="1928813" y="2014538"/>
          <p14:tracePt t="40764" x="1928813" y="2005013"/>
          <p14:tracePt t="40776" x="1920875" y="1997075"/>
          <p14:tracePt t="40786" x="1920875" y="1989138"/>
          <p14:tracePt t="40798" x="1911350" y="1989138"/>
          <p14:tracePt t="40809" x="1903413" y="1979613"/>
          <p14:tracePt t="40830" x="1895475" y="1971675"/>
          <p14:tracePt t="40853" x="1885950" y="1971675"/>
          <p14:tracePt t="40886" x="1885950" y="1963738"/>
          <p14:tracePt t="40888" x="1878013" y="1946275"/>
          <p14:tracePt t="40943" x="1878013" y="1938338"/>
          <p14:tracePt t="40954" x="1870075" y="1928813"/>
          <p14:tracePt t="41111" x="1860550" y="1928813"/>
          <p14:tracePt t="41126" x="1852613" y="1928813"/>
          <p14:tracePt t="41145" x="1844675" y="1938338"/>
          <p14:tracePt t="41168" x="1844675" y="1946275"/>
          <p14:tracePt t="41179" x="1835150" y="1946275"/>
          <p14:tracePt t="41190" x="1827213" y="1946275"/>
          <p14:tracePt t="41202" x="1819275" y="1946275"/>
          <p14:tracePt t="41235" x="1801813" y="1946275"/>
          <p14:tracePt t="41393" x="1793875" y="1946275"/>
          <p14:tracePt t="41697" x="1801813" y="1954213"/>
          <p14:tracePt t="41877" x="1809750" y="1954213"/>
          <p14:tracePt t="41944" x="1819275" y="1954213"/>
          <p14:tracePt t="41946" x="1827213" y="1954213"/>
          <p14:tracePt t="41957" x="1835150" y="1954213"/>
          <p14:tracePt t="41979" x="1844675" y="1963738"/>
          <p14:tracePt t="41990" x="1852613" y="1963738"/>
          <p14:tracePt t="42225" x="1860550" y="1963738"/>
          <p14:tracePt t="42248" x="1870075" y="1963738"/>
          <p14:tracePt t="42270" x="1878013" y="1963738"/>
          <p14:tracePt t="42371" x="1885950" y="1971675"/>
          <p14:tracePt t="42383" x="1903413" y="1971675"/>
          <p14:tracePt t="42384" x="1903413" y="1979613"/>
          <p14:tracePt t="42395" x="1911350" y="1989138"/>
          <p14:tracePt t="42529" x="1920875" y="1989138"/>
          <p14:tracePt t="42675" x="1928813" y="1989138"/>
          <p14:tracePt t="42686" x="1938338" y="1989138"/>
          <p14:tracePt t="42698" x="1946275" y="1989138"/>
          <p14:tracePt t="42710" x="1954213" y="1989138"/>
          <p14:tracePt t="42721" x="1963738" y="1989138"/>
          <p14:tracePt t="42733" x="1971675" y="1989138"/>
          <p14:tracePt t="42755" x="1979613" y="1989138"/>
          <p14:tracePt t="42766" x="1989138" y="1989138"/>
          <p14:tracePt t="42778" x="2005013" y="1997075"/>
          <p14:tracePt t="42789" x="2014538" y="1997075"/>
          <p14:tracePt t="42800" x="2022475" y="2005013"/>
          <p14:tracePt t="42811" x="2022475" y="2014538"/>
          <p14:tracePt t="42823" x="2039938" y="2014538"/>
          <p14:tracePt t="42834" x="2047875" y="2014538"/>
          <p14:tracePt t="42845" x="2082800" y="2014538"/>
          <p14:tracePt t="42856" x="2108200" y="2014538"/>
          <p14:tracePt t="42868" x="2141538" y="2022475"/>
          <p14:tracePt t="42879" x="2149475" y="2022475"/>
          <p14:tracePt t="42891" x="2174875" y="2030413"/>
          <p14:tracePt t="42901" x="2184400" y="2030413"/>
          <p14:tracePt t="42935" x="2192338" y="2030413"/>
          <p14:tracePt t="42946" x="2200275" y="2030413"/>
          <p14:tracePt t="42957" x="2209800" y="2030413"/>
          <p14:tracePt t="42980" x="2217738" y="2030413"/>
          <p14:tracePt t="42991" x="2235200" y="2039938"/>
          <p14:tracePt t="43003" x="2260600" y="2039938"/>
          <p14:tracePt t="43014" x="2293938" y="2055813"/>
          <p14:tracePt t="43025" x="2319338" y="2065338"/>
          <p14:tracePt t="43036" x="2328863" y="2065338"/>
          <p14:tracePt t="43048" x="2336800" y="2065338"/>
          <p14:tracePt t="43114" x="2344738" y="2065338"/>
          <p14:tracePt t="43115" x="2354263" y="2065338"/>
          <p14:tracePt t="43170" x="2371725" y="2065338"/>
          <p14:tracePt t="43172" x="2379663" y="2073275"/>
          <p14:tracePt t="43284" x="2371725" y="2073275"/>
          <p14:tracePt t="43295" x="2362200" y="2073275"/>
          <p14:tracePt t="43318" x="2354263" y="2065338"/>
          <p14:tracePt t="43329" x="2344738" y="2065338"/>
          <p14:tracePt t="43340" x="2336800" y="2065338"/>
          <p14:tracePt t="43363" x="2328863" y="2065338"/>
          <p14:tracePt t="43374" x="2319338" y="2065338"/>
          <p14:tracePt t="43541" x="2311400" y="2055813"/>
          <p14:tracePt t="43891" x="2319338" y="2055813"/>
          <p14:tracePt t="43903" x="2319338" y="2065338"/>
          <p14:tracePt t="43914" x="2328863" y="2065338"/>
          <p14:tracePt t="43925" x="2336800" y="2073275"/>
          <p14:tracePt t="43936" x="2354263" y="2073275"/>
          <p14:tracePt t="43948" x="2387600" y="2082800"/>
          <p14:tracePt t="43959" x="2438400" y="2098675"/>
          <p14:tracePt t="43970" x="2498725" y="2116138"/>
          <p14:tracePt t="43993" x="2557463" y="2149475"/>
          <p14:tracePt t="44004" x="2625725" y="2184400"/>
          <p14:tracePt t="44015" x="2668588" y="2209800"/>
          <p14:tracePt t="44026" x="2719388" y="2252663"/>
          <p14:tracePt t="44038" x="2736850" y="2268538"/>
          <p14:tracePt t="44049" x="2762250" y="2293938"/>
          <p14:tracePt t="44060" x="2778125" y="2328863"/>
          <p14:tracePt t="44071" x="2787650" y="2328863"/>
          <p14:tracePt t="44083" x="2787650" y="2336800"/>
          <p14:tracePt t="44104" x="2787650" y="2344738"/>
          <p14:tracePt t="44116" x="2778125" y="2354263"/>
          <p14:tracePt t="44139" x="2736850" y="2362200"/>
          <p14:tracePt t="44150" x="2727325" y="2362200"/>
          <p14:tracePt t="44161" x="2686050" y="2362200"/>
          <p14:tracePt t="44173" x="2625725" y="2379663"/>
          <p14:tracePt t="44184" x="2600325" y="2379663"/>
          <p14:tracePt t="44195" x="2557463" y="2387600"/>
          <p14:tracePt t="44207" x="2506663" y="2397125"/>
          <p14:tracePt t="44218" x="2498725" y="2397125"/>
          <p14:tracePt t="44229" x="2489200" y="2397125"/>
          <p14:tracePt t="44240" x="2481263" y="2397125"/>
          <p14:tracePt t="44251" x="2481263" y="2362200"/>
          <p14:tracePt t="44263" x="2481263" y="2293938"/>
          <p14:tracePt t="44274" x="2473325" y="2184400"/>
          <p14:tracePt t="44285" x="2438400" y="2047875"/>
          <p14:tracePt t="44296" x="2379663" y="1920875"/>
          <p14:tracePt t="44308" x="2303463" y="1801813"/>
          <p14:tracePt t="44319" x="2235200" y="1708150"/>
          <p14:tracePt t="44330" x="2184400" y="1649413"/>
          <p14:tracePt t="44363" x="2174875" y="1649413"/>
          <p14:tracePt t="44364" x="2166938" y="1649413"/>
          <p14:tracePt t="44386" x="2159000" y="1665288"/>
          <p14:tracePt t="44409" x="2149475" y="1674813"/>
          <p14:tracePt t="44420" x="2116138" y="1700213"/>
          <p14:tracePt t="44431" x="2082800" y="1725613"/>
          <p14:tracePt t="44443" x="2055813" y="1725613"/>
          <p14:tracePt t="44454" x="2039938" y="1725613"/>
          <p14:tracePt t="44465" x="2014538" y="1725613"/>
          <p14:tracePt t="44476" x="1979613" y="1725613"/>
          <p14:tracePt t="44488" x="1954213" y="1725613"/>
          <p14:tracePt t="44510" x="1920875" y="1725613"/>
          <p14:tracePt t="44521" x="1878013" y="1725613"/>
          <p14:tracePt t="44533" x="1819275" y="1725613"/>
          <p14:tracePt t="44544" x="1776413" y="1725613"/>
          <p14:tracePt t="44555" x="1716088" y="1725613"/>
          <p14:tracePt t="44566" x="1657350" y="1725613"/>
          <p14:tracePt t="44578" x="1614488" y="1725613"/>
          <p14:tracePt t="44590" x="1555750" y="1725613"/>
          <p14:tracePt t="44600" x="1495425" y="1725613"/>
          <p14:tracePt t="44611" x="1427163" y="1716088"/>
          <p14:tracePt t="44623" x="1376363" y="1700213"/>
          <p14:tracePt t="44634" x="1333500" y="1690688"/>
          <p14:tracePt t="44645" x="1325563" y="1690688"/>
          <p14:tracePt t="44758" x="1343025" y="1690688"/>
          <p14:tracePt t="44780" x="1393825" y="1690688"/>
          <p14:tracePt t="44791" x="1411288" y="1690688"/>
          <p14:tracePt t="44803" x="1436688" y="1690688"/>
          <p14:tracePt t="44814" x="1470025" y="1690688"/>
          <p14:tracePt t="44825" x="1538288" y="1690688"/>
          <p14:tracePt t="44836" x="1631950" y="1690688"/>
          <p14:tracePt t="44848" x="1751013" y="1690688"/>
          <p14:tracePt t="44859" x="1878013" y="1700213"/>
          <p14:tracePt t="44870" x="2030413" y="1716088"/>
          <p14:tracePt t="44881" x="2174875" y="1725613"/>
          <p14:tracePt t="44893" x="2303463" y="1751013"/>
          <p14:tracePt t="44904" x="2387600" y="1758950"/>
          <p14:tracePt t="44915" x="2463800" y="1766888"/>
          <p14:tracePt t="44926" x="2516188" y="1766888"/>
          <p14:tracePt t="44938" x="2574925" y="1766888"/>
          <p14:tracePt t="44949" x="2651125" y="1766888"/>
          <p14:tracePt t="44973" x="2736850" y="1766888"/>
          <p14:tracePt t="44983" x="2846388" y="1766888"/>
          <p14:tracePt t="44994" x="2965450" y="1758950"/>
          <p14:tracePt t="45006" x="3221038" y="1741488"/>
          <p14:tracePt t="45016" x="3424238" y="1741488"/>
          <p14:tracePt t="45028" x="3535363" y="1741488"/>
          <p14:tracePt t="45039" x="3594100" y="1741488"/>
          <p14:tracePt t="45050" x="3636963" y="1741488"/>
          <p14:tracePt t="45061" x="3646488" y="1741488"/>
          <p14:tracePt t="45073" x="3654425" y="1741488"/>
          <p14:tracePt t="45095" x="3679825" y="1741488"/>
          <p14:tracePt t="45106" x="3713163" y="1741488"/>
          <p14:tracePt t="45118" x="3730625" y="1741488"/>
          <p14:tracePt t="45129" x="3773488" y="1741488"/>
          <p14:tracePt t="45140" x="3832225" y="1741488"/>
          <p14:tracePt t="45151" x="3892550" y="1741488"/>
          <p14:tracePt t="45163" x="3935413" y="1741488"/>
          <p14:tracePt t="45195" x="3943350" y="1741488"/>
          <p14:tracePt t="45208" x="3951288" y="1733550"/>
          <p14:tracePt t="45219" x="3960813" y="1733550"/>
          <p14:tracePt t="45230" x="3968750" y="1725613"/>
          <p14:tracePt t="45263" x="3968750" y="1716088"/>
          <p14:tracePt t="45398" x="3976688" y="1716088"/>
          <p14:tracePt t="45555" x="3976688" y="1725613"/>
          <p14:tracePt t="45870" x="3986213" y="1725613"/>
          <p14:tracePt t="45872" x="3994150" y="1725613"/>
          <p14:tracePt t="45893" x="4002088" y="1725613"/>
          <p14:tracePt t="45905" x="4011613" y="1725613"/>
          <p14:tracePt t="45928" x="4019550" y="1725613"/>
          <p14:tracePt t="45939" x="4027488" y="1725613"/>
          <p14:tracePt t="45961" x="4037013" y="1725613"/>
          <p14:tracePt t="45973" x="4044950" y="1725613"/>
          <p14:tracePt t="45984" x="4052888" y="1725613"/>
          <p14:tracePt t="45995" x="4062413" y="1725613"/>
          <p14:tracePt t="46006" x="4087813" y="1725613"/>
          <p14:tracePt t="46029" x="4113213" y="1725613"/>
          <p14:tracePt t="46040" x="4130675" y="1725613"/>
          <p14:tracePt t="46063" x="4146550" y="1716088"/>
          <p14:tracePt t="46074" x="4156075" y="1708150"/>
          <p14:tracePt t="46873" x="4171950" y="1700213"/>
          <p14:tracePt t="46884" x="4181475" y="1700213"/>
          <p14:tracePt t="46895" x="4189413" y="1700213"/>
          <p14:tracePt t="46907" x="4197350" y="1700213"/>
          <p14:tracePt t="46929" x="4214813" y="1700213"/>
          <p14:tracePt t="46941" x="4232275" y="1700213"/>
          <p14:tracePt t="46974" x="4240213" y="1700213"/>
          <p14:tracePt t="47018" x="4249738" y="1700213"/>
          <p14:tracePt t="47030" x="4257675" y="1690688"/>
          <p14:tracePt t="47041" x="4265613" y="1682750"/>
          <p14:tracePt t="47053" x="4275138" y="1682750"/>
          <p14:tracePt t="47075" x="4283075" y="1682750"/>
          <p14:tracePt t="47087" x="4308475" y="1674813"/>
          <p14:tracePt t="47098" x="4333875" y="1657350"/>
          <p14:tracePt t="47109" x="4368800" y="1657350"/>
          <p14:tracePt t="47121" x="4394200" y="1657350"/>
          <p14:tracePt t="47131" x="4402138" y="1657350"/>
          <p14:tracePt t="47146" x="4410075" y="1649413"/>
          <p14:tracePt t="47254" x="4419600" y="1649413"/>
          <p14:tracePt t="47278" x="4427538" y="1639888"/>
          <p14:tracePt t="47592" x="4435475" y="1639888"/>
          <p14:tracePt t="47895" x="4445000" y="1639888"/>
          <p14:tracePt t="47906" x="4452938" y="1639888"/>
          <p14:tracePt t="47908" x="4460875" y="1639888"/>
          <p14:tracePt t="47963" x="4470400" y="1639888"/>
          <p14:tracePt t="48020" x="4470400" y="1649413"/>
          <p14:tracePt t="48043" x="4452938" y="1657350"/>
          <p14:tracePt t="48054" x="4445000" y="1665288"/>
          <p14:tracePt t="48076" x="4435475" y="1674813"/>
          <p14:tracePt t="48088" x="4427538" y="1682750"/>
          <p14:tracePt t="48099" x="4419600" y="1690688"/>
          <p14:tracePt t="48110" x="4394200" y="1708150"/>
          <p14:tracePt t="48121" x="4368800" y="1733550"/>
          <p14:tracePt t="48133" x="4359275" y="1751013"/>
          <p14:tracePt t="48144" x="4341813" y="1784350"/>
          <p14:tracePt t="48155" x="4325938" y="1809750"/>
          <p14:tracePt t="48166" x="4316413" y="1827213"/>
          <p14:tracePt t="48435" x="4316413" y="1835150"/>
          <p14:tracePt t="48840" x="4325938" y="1835150"/>
          <p14:tracePt t="49516" x="4333875" y="1844675"/>
          <p14:tracePt t="49528" x="4341813" y="1844675"/>
          <p14:tracePt t="49539" x="4351338" y="1852613"/>
          <p14:tracePt t="49550" x="4351338" y="1860550"/>
          <p14:tracePt t="49561" x="4359275" y="1870075"/>
          <p14:tracePt t="49573" x="4368800" y="1870075"/>
          <p14:tracePt t="49584" x="4410075" y="1911350"/>
          <p14:tracePt t="49595" x="4427538" y="1928813"/>
          <p14:tracePt t="49606" x="4486275" y="1954213"/>
          <p14:tracePt t="49618" x="4579938" y="2014538"/>
          <p14:tracePt t="49629" x="4665663" y="2073275"/>
          <p14:tracePt t="49640" x="4759325" y="2141538"/>
          <p14:tracePt t="49652" x="4827588" y="2184400"/>
          <p14:tracePt t="49663" x="4868863" y="2235200"/>
          <p14:tracePt t="49674" x="4894263" y="2286000"/>
          <p14:tracePt t="49685" x="4911725" y="2328863"/>
          <p14:tracePt t="49696" x="4919663" y="2379663"/>
          <p14:tracePt t="49708" x="4937125" y="2422525"/>
          <p14:tracePt t="49719" x="4937125" y="2463800"/>
          <p14:tracePt t="49730" x="4919663" y="2516188"/>
          <p14:tracePt t="49741" x="4860925" y="2566988"/>
          <p14:tracePt t="49753" x="4708525" y="2617788"/>
          <p14:tracePt t="49764" x="4486275" y="2660650"/>
          <p14:tracePt t="49775" x="4214813" y="2693988"/>
          <p14:tracePt t="49786" x="3892550" y="2711450"/>
          <p14:tracePt t="49798" x="3568700" y="2711450"/>
          <p14:tracePt t="49809" x="3279775" y="2711450"/>
          <p14:tracePt t="49820" x="3051175" y="2711450"/>
          <p14:tracePt t="49831" x="2846388" y="2711450"/>
          <p14:tracePt t="49843" x="2693988" y="2711450"/>
          <p14:tracePt t="49854" x="2549525" y="2711450"/>
          <p14:tracePt t="49865" x="2413000" y="2711450"/>
          <p14:tracePt t="49876" x="2268538" y="2711450"/>
          <p14:tracePt t="49888" x="2108200" y="2686050"/>
          <p14:tracePt t="49899" x="1938338" y="2643188"/>
          <p14:tracePt t="49910" x="1793875" y="2625725"/>
          <p14:tracePt t="49921" x="1665288" y="2600325"/>
          <p14:tracePt t="49933" x="1571625" y="2592388"/>
          <p14:tracePt t="49944" x="1477963" y="2592388"/>
          <p14:tracePt t="49955" x="1427163" y="2592388"/>
          <p14:tracePt t="49966" x="1385888" y="2592388"/>
          <p14:tracePt t="49978" x="1368425" y="2592388"/>
          <p14:tracePt t="49989" x="1360488" y="2600325"/>
          <p14:tracePt t="50000" x="1343025" y="2608263"/>
          <p14:tracePt t="50011" x="1343025" y="2617788"/>
          <p14:tracePt t="50023" x="1333500" y="2617788"/>
          <p14:tracePt t="50035" x="1333500" y="2625725"/>
          <p14:tracePt t="50056" x="1333500" y="2633663"/>
          <p14:tracePt t="50079" x="1350963" y="2643188"/>
          <p14:tracePt t="50090" x="1376363" y="2643188"/>
          <p14:tracePt t="50113" x="1385888" y="2643188"/>
          <p14:tracePt t="50124" x="1401763" y="2643188"/>
          <p14:tracePt t="50179" x="1401763" y="2651125"/>
          <p14:tracePt t="50190" x="1411288" y="2651125"/>
          <p14:tracePt t="50192" x="1419225" y="2651125"/>
          <p14:tracePt t="50203" x="1427163" y="2651125"/>
          <p14:tracePt t="50214" x="1452563" y="2660650"/>
          <p14:tracePt t="50225" x="1462088" y="2660650"/>
          <p14:tracePt t="50236" x="1477963" y="2660650"/>
          <p14:tracePt t="50248" x="1520825" y="2676525"/>
          <p14:tracePt t="50259" x="1571625" y="2686050"/>
          <p14:tracePt t="50270" x="1606550" y="2701925"/>
          <p14:tracePt t="50281" x="1631950" y="2711450"/>
          <p14:tracePt t="50293" x="1682750" y="2736850"/>
          <p14:tracePt t="50304" x="1708150" y="2736850"/>
          <p14:tracePt t="50315" x="1766888" y="2752725"/>
          <p14:tracePt t="50326" x="1793875" y="2752725"/>
          <p14:tracePt t="50338" x="1860550" y="2752725"/>
          <p14:tracePt t="50349" x="1971675" y="2752725"/>
          <p14:tracePt t="50360" x="2116138" y="2762250"/>
          <p14:tracePt t="50371" x="2293938" y="2770188"/>
          <p14:tracePt t="50383" x="2498725" y="2787650"/>
          <p14:tracePt t="50394" x="2643188" y="2787650"/>
          <p14:tracePt t="50405" x="2660650" y="2787650"/>
          <p14:tracePt t="50428" x="2668588" y="2787650"/>
          <p14:tracePt t="50439" x="2676525" y="2787650"/>
          <p14:tracePt t="50451" x="2693988" y="2787650"/>
          <p14:tracePt t="50461" x="2719388" y="2787650"/>
          <p14:tracePt t="50473" x="2770188" y="2787650"/>
          <p14:tracePt t="50484" x="2805113" y="2787650"/>
          <p14:tracePt t="50495" x="2863850" y="2787650"/>
          <p14:tracePt t="50506" x="2965450" y="2787650"/>
          <p14:tracePt t="50518" x="3135313" y="2787650"/>
          <p14:tracePt t="50529" x="3373438" y="2787650"/>
          <p14:tracePt t="50540" x="3662363" y="2787650"/>
          <p14:tracePt t="50551" x="3917950" y="2787650"/>
          <p14:tracePt t="50563" x="4181475" y="2787650"/>
          <p14:tracePt t="50574" x="4359275" y="2787650"/>
          <p14:tracePt t="50585" x="4470400" y="2787650"/>
          <p14:tracePt t="50596" x="4554538" y="2787650"/>
          <p14:tracePt t="50608" x="4630738" y="2787650"/>
          <p14:tracePt t="50619" x="4683125" y="2787650"/>
          <p14:tracePt t="50630" x="4759325" y="2787650"/>
          <p14:tracePt t="50641" x="4843463" y="2787650"/>
          <p14:tracePt t="50653" x="4954588" y="2787650"/>
          <p14:tracePt t="50664" x="5099050" y="2787650"/>
          <p14:tracePt t="50675" x="5268913" y="2787650"/>
          <p14:tracePt t="50686" x="5438775" y="2787650"/>
          <p14:tracePt t="50698" x="5600700" y="2787650"/>
          <p14:tracePt t="50709" x="5684838" y="2762250"/>
          <p14:tracePt t="50720" x="5719763" y="2736850"/>
          <p14:tracePt t="50731" x="5719763" y="2727325"/>
          <p14:tracePt t="50743" x="5710238" y="2727325"/>
          <p14:tracePt t="51090" x="5719763" y="2727325"/>
          <p14:tracePt t="51101" x="5727700" y="2727325"/>
          <p14:tracePt t="51103" x="5735638" y="2736850"/>
          <p14:tracePt t="51114" x="5745163" y="2736850"/>
          <p14:tracePt t="51125" x="5761038" y="2744788"/>
          <p14:tracePt t="51136" x="5761038" y="2752725"/>
          <p14:tracePt t="51148" x="5761038" y="2762250"/>
          <p14:tracePt t="51159" x="5813425" y="2787650"/>
          <p14:tracePt t="51170" x="5838825" y="2787650"/>
          <p14:tracePt t="51181" x="5880100" y="2795588"/>
          <p14:tracePt t="51193" x="5940425" y="2813050"/>
          <p14:tracePt t="51204" x="6016625" y="2820988"/>
          <p14:tracePt t="51215" x="6092825" y="2846388"/>
          <p14:tracePt t="51226" x="6161088" y="2863850"/>
          <p14:tracePt t="51238" x="6229350" y="2889250"/>
          <p14:tracePt t="51249" x="6288088" y="2897188"/>
          <p14:tracePt t="51260" x="6330950" y="2897188"/>
          <p14:tracePt t="51271" x="6338888" y="2906713"/>
          <p14:tracePt t="51283" x="6348413" y="2906713"/>
          <p14:tracePt t="51294" x="6356350" y="2906713"/>
          <p14:tracePt t="51305" x="6365875" y="2906713"/>
          <p14:tracePt t="51317" x="6373813" y="2906713"/>
          <p14:tracePt t="51328" x="6399213" y="2906713"/>
          <p14:tracePt t="51339" x="6407150" y="2906713"/>
          <p14:tracePt t="51350" x="6432550" y="2906713"/>
          <p14:tracePt t="51361" x="6457950" y="2906713"/>
          <p14:tracePt t="51384" x="6475413" y="2906713"/>
          <p14:tracePt t="51406" x="6483350" y="2906713"/>
          <p14:tracePt t="51418" x="6492875" y="2906713"/>
          <p14:tracePt t="51439" x="6500813" y="2906713"/>
          <p14:tracePt t="51440" x="6510338" y="2906713"/>
          <p14:tracePt t="51463" x="6518275" y="2906713"/>
          <p14:tracePt t="51630" x="6526213" y="2906713"/>
          <p14:tracePt t="52632" x="6535738" y="2906713"/>
          <p14:tracePt t="52688" x="6535738" y="2914650"/>
          <p14:tracePt t="52689" x="6535738" y="2922588"/>
          <p14:tracePt t="52712" x="6526213" y="2922588"/>
          <p14:tracePt t="52723" x="6518275" y="2922588"/>
          <p14:tracePt t="52734" x="6492875" y="2922588"/>
          <p14:tracePt t="52745" x="6450013" y="2922588"/>
          <p14:tracePt t="52756" x="6348413" y="2922588"/>
          <p14:tracePt t="52779" x="6221413" y="2922588"/>
          <p14:tracePt t="52790" x="6049963" y="2932113"/>
          <p14:tracePt t="52801" x="5838825" y="2949575"/>
          <p14:tracePt t="52813" x="5395913" y="2965450"/>
          <p14:tracePt t="52824" x="5073650" y="2982913"/>
          <p14:tracePt t="52835" x="4818063" y="2982913"/>
          <p14:tracePt t="52846" x="4614863" y="2982913"/>
          <p14:tracePt t="52858" x="4460875" y="2982913"/>
          <p14:tracePt t="52869" x="4333875" y="2982913"/>
          <p14:tracePt t="52880" x="4214813" y="2982913"/>
          <p14:tracePt t="52892" x="4079875" y="2982913"/>
          <p14:tracePt t="52903" x="3968750" y="2982913"/>
          <p14:tracePt t="52914" x="3841750" y="2982913"/>
          <p14:tracePt t="52925" x="3713163" y="2982913"/>
          <p14:tracePt t="52936" x="3586163" y="2965450"/>
          <p14:tracePt t="52950" x="3459163" y="2965450"/>
          <p14:tracePt t="52959" x="3355975" y="2965450"/>
          <p14:tracePt t="52970" x="3271838" y="2965450"/>
          <p14:tracePt t="52982" x="3170238" y="2965450"/>
          <p14:tracePt t="52993" x="3101975" y="2965450"/>
          <p14:tracePt t="53004" x="3025775" y="2965450"/>
          <p14:tracePt t="53016" x="2940050" y="2974975"/>
          <p14:tracePt t="53026" x="2855913" y="2982913"/>
          <p14:tracePt t="53038" x="2778125" y="2990850"/>
          <p14:tracePt t="53049" x="2693988" y="2990850"/>
          <p14:tracePt t="53060" x="2625725" y="2990850"/>
          <p14:tracePt t="53071" x="2557463" y="2990850"/>
          <p14:tracePt t="53082" x="2481263" y="2990850"/>
          <p14:tracePt t="53094" x="2397125" y="2990850"/>
          <p14:tracePt t="53105" x="2286000" y="2990850"/>
          <p14:tracePt t="53117" x="2174875" y="2990850"/>
          <p14:tracePt t="53128" x="2055813" y="2990850"/>
          <p14:tracePt t="53139" x="1963738" y="2990850"/>
          <p14:tracePt t="53150" x="1860550" y="3000375"/>
          <p14:tracePt t="53161" x="1784350" y="3016250"/>
          <p14:tracePt t="53173" x="1741488" y="3033713"/>
          <p14:tracePt t="53184" x="1674813" y="3067050"/>
          <p14:tracePt t="53195" x="1631950" y="3084513"/>
          <p14:tracePt t="53206" x="1589088" y="3101975"/>
          <p14:tracePt t="53218" x="1555750" y="3127375"/>
          <p14:tracePt t="53229" x="1504950" y="3160713"/>
          <p14:tracePt t="53240" x="1495425" y="3178175"/>
          <p14:tracePt t="53251" x="1462088" y="3211513"/>
          <p14:tracePt t="53263" x="1452563" y="3221038"/>
          <p14:tracePt t="53274" x="1436688" y="3238500"/>
          <p14:tracePt t="53285" x="1419225" y="3254375"/>
          <p14:tracePt t="53296" x="1411288" y="3263900"/>
          <p14:tracePt t="53308" x="1411288" y="3271838"/>
          <p14:tracePt t="53319" x="1411288" y="3297238"/>
          <p14:tracePt t="53330" x="1411288" y="3305175"/>
          <p14:tracePt t="53341" x="1411288" y="3330575"/>
          <p14:tracePt t="53353" x="1411288" y="3355975"/>
          <p14:tracePt t="53364" x="1470025" y="3373438"/>
          <p14:tracePt t="53375" x="1504950" y="3382963"/>
          <p14:tracePt t="53386" x="1563688" y="3390900"/>
          <p14:tracePt t="53398" x="1581150" y="3390900"/>
          <p14:tracePt t="53409" x="1589088" y="3390900"/>
          <p14:tracePt t="53441" x="1597025" y="3390900"/>
          <p14:tracePt t="53443" x="1606550" y="3390900"/>
          <p14:tracePt t="53465" x="1614488" y="3390900"/>
          <p14:tracePt t="53476" x="1622425" y="3390900"/>
          <p14:tracePt t="53488" x="1631950" y="3390900"/>
          <p14:tracePt t="53499" x="1674813" y="3390900"/>
          <p14:tracePt t="53510" x="1733550" y="3390900"/>
          <p14:tracePt t="53521" x="1776413" y="3390900"/>
          <p14:tracePt t="53533" x="1852613" y="3390900"/>
          <p14:tracePt t="53544" x="1938338" y="3390900"/>
          <p14:tracePt t="53555" x="2005013" y="3390900"/>
          <p14:tracePt t="53566" x="2065338" y="3390900"/>
          <p14:tracePt t="53578" x="2124075" y="3390900"/>
          <p14:tracePt t="53589" x="2166938" y="3390900"/>
          <p14:tracePt t="53600" x="2192338" y="3390900"/>
          <p14:tracePt t="53623" x="2243138" y="3382963"/>
          <p14:tracePt t="53634" x="2293938" y="3382963"/>
          <p14:tracePt t="53645" x="2371725" y="3373438"/>
          <p14:tracePt t="53656" x="2498725" y="3373438"/>
          <p14:tracePt t="53668" x="2600325" y="3373438"/>
          <p14:tracePt t="53679" x="2668588" y="3373438"/>
          <p14:tracePt t="53690" x="2727325" y="3373438"/>
          <p14:tracePt t="53701" x="2770188" y="3373438"/>
          <p14:tracePt t="53713" x="2805113" y="3373438"/>
          <p14:tracePt t="53724" x="2813050" y="3373438"/>
          <p14:tracePt t="53735" x="2838450" y="3373438"/>
          <p14:tracePt t="53746" x="2863850" y="3373438"/>
          <p14:tracePt t="53758" x="2914650" y="3365500"/>
          <p14:tracePt t="53769" x="2940050" y="3365500"/>
          <p14:tracePt t="53780" x="2990850" y="3365500"/>
          <p14:tracePt t="53791" x="3076575" y="3365500"/>
          <p14:tracePt t="53803" x="3186113" y="3365500"/>
          <p14:tracePt t="53815" x="3289300" y="3365500"/>
          <p14:tracePt t="53826" x="3305175" y="3365500"/>
          <p14:tracePt t="53848" x="3314700" y="3355975"/>
          <p14:tracePt t="53859" x="3314700" y="3348038"/>
          <p14:tracePt t="53870" x="3314700" y="3340100"/>
          <p14:tracePt t="53882" x="3322638" y="3330575"/>
          <p14:tracePt t="53904" x="3340100" y="3322638"/>
          <p14:tracePt t="53915" x="3355975" y="3314700"/>
          <p14:tracePt t="53926" x="3373438" y="3305175"/>
          <p14:tracePt t="53938" x="3408363" y="3289300"/>
          <p14:tracePt t="53949" x="3433763" y="3289300"/>
          <p14:tracePt t="53966" x="3449638" y="3279775"/>
          <p14:tracePt t="53971" x="3459163" y="3279775"/>
          <p14:tracePt t="53983" x="3475038" y="3271838"/>
          <p14:tracePt t="53994" x="3492500" y="3271838"/>
          <p14:tracePt t="54005" x="3502025" y="3254375"/>
          <p14:tracePt t="54016" x="3517900" y="3246438"/>
          <p14:tracePt t="54028" x="3560763" y="3238500"/>
          <p14:tracePt t="54039" x="3578225" y="3211513"/>
          <p14:tracePt t="54050" x="3611563" y="3203575"/>
          <p14:tracePt t="54061" x="3629025" y="3195638"/>
          <p14:tracePt t="54073" x="3629025" y="3186113"/>
          <p14:tracePt t="54173" x="3636963" y="3186113"/>
          <p14:tracePt t="54330" x="3646488" y="3186113"/>
          <p14:tracePt t="54420" x="3654425" y="3186113"/>
          <p14:tracePt t="54534" x="3662363" y="3186113"/>
          <p14:tracePt t="54567" x="3671888" y="3186113"/>
          <p14:tracePt t="54623" x="3679825" y="3186113"/>
          <p14:tracePt t="54624" x="3687763" y="3186113"/>
          <p14:tracePt t="54635" x="3697288" y="3178175"/>
          <p14:tracePt t="54647" x="3713163" y="3178175"/>
          <p14:tracePt t="54658" x="3730625" y="3178175"/>
          <p14:tracePt t="54669" x="3738563" y="3178175"/>
          <p14:tracePt t="54681" x="3781425" y="3170238"/>
          <p14:tracePt t="54691" x="3841750" y="3170238"/>
          <p14:tracePt t="54703" x="3875088" y="3170238"/>
          <p14:tracePt t="54714" x="3925888" y="3170238"/>
          <p14:tracePt t="54725" x="4011613" y="3160713"/>
          <p14:tracePt t="54737" x="4087813" y="3152775"/>
          <p14:tracePt t="54748" x="4164013" y="3135313"/>
          <p14:tracePt t="54759" x="4224338" y="3127375"/>
          <p14:tracePt t="54770" x="4265613" y="3119438"/>
          <p14:tracePt t="54782" x="4325938" y="3119438"/>
          <p14:tracePt t="54793" x="4384675" y="3109913"/>
          <p14:tracePt t="54804" x="4445000" y="3094038"/>
          <p14:tracePt t="54815" x="4521200" y="3076575"/>
          <p14:tracePt t="54826" x="4605338" y="3067050"/>
          <p14:tracePt t="54838" x="4708525" y="3059113"/>
          <p14:tracePt t="54849" x="4835525" y="3041650"/>
          <p14:tracePt t="54860" x="4962525" y="3025775"/>
          <p14:tracePt t="54871" x="5091113" y="3008313"/>
          <p14:tracePt t="54883" x="5218113" y="3008313"/>
          <p14:tracePt t="54894" x="5319713" y="3000375"/>
          <p14:tracePt t="54905" x="5387975" y="2990850"/>
          <p14:tracePt t="54917" x="5464175" y="2982913"/>
          <p14:tracePt t="54928" x="5507038" y="2982913"/>
          <p14:tracePt t="54939" x="5540375" y="2982913"/>
          <p14:tracePt t="54964" x="5634038" y="2982913"/>
          <p14:tracePt t="54973" x="5719763" y="2982913"/>
          <p14:tracePt t="54984" x="5821363" y="2982913"/>
          <p14:tracePt t="54995" x="5932488" y="2982913"/>
          <p14:tracePt t="55006" x="6049963" y="2982913"/>
          <p14:tracePt t="55018" x="6161088" y="2982913"/>
          <p14:tracePt t="55029" x="6262688" y="2982913"/>
          <p14:tracePt t="55040" x="6356350" y="2982913"/>
          <p14:tracePt t="55051" x="6442075" y="2982913"/>
          <p14:tracePt t="55063" x="6526213" y="2982913"/>
          <p14:tracePt t="55074" x="6602413" y="2982913"/>
          <p14:tracePt t="55085" x="6670675" y="2982913"/>
          <p14:tracePt t="55097" x="6746875" y="2982913"/>
          <p14:tracePt t="55108" x="6799263" y="2982913"/>
          <p14:tracePt t="55119" x="6858000" y="2982913"/>
          <p14:tracePt t="55131" x="6916738" y="2982913"/>
          <p14:tracePt t="55141" x="6951663" y="2982913"/>
          <p14:tracePt t="55164" x="6959600" y="2982913"/>
          <p14:tracePt t="55175" x="6969125" y="2982913"/>
          <p14:tracePt t="55209" x="6977063" y="2982913"/>
          <p14:tracePt t="55220" x="6994525" y="2982913"/>
          <p14:tracePt t="55231" x="7002463" y="2990850"/>
          <p14:tracePt t="55243" x="7019925" y="2990850"/>
          <p14:tracePt t="55287" x="7027863" y="2990850"/>
          <p14:tracePt t="55309" x="7027863" y="3000375"/>
          <p14:tracePt t="55343" x="7027863" y="3016250"/>
          <p14:tracePt t="55400" x="7027863" y="3025775"/>
          <p14:tracePt t="55421" x="7027863" y="3033713"/>
          <p14:tracePt t="55433" x="7027863" y="3041650"/>
          <p14:tracePt t="55445" x="7027863" y="3051175"/>
          <p14:tracePt t="55456" x="7027863" y="3059113"/>
          <p14:tracePt t="55479" x="7027863" y="3067050"/>
          <p14:tracePt t="55490" x="7027863" y="3076575"/>
          <p14:tracePt t="55501" x="7027863" y="3084513"/>
          <p14:tracePt t="55524" x="7019925" y="3094038"/>
          <p14:tracePt t="55535" x="7019925" y="3101975"/>
          <p14:tracePt t="55546" x="7002463" y="3101975"/>
          <p14:tracePt t="55558" x="6994525" y="3119438"/>
          <p14:tracePt t="55569" x="6985000" y="3119438"/>
          <p14:tracePt t="55580" x="6985000" y="3127375"/>
          <p14:tracePt t="55591" x="6969125" y="3135313"/>
          <p14:tracePt t="55603" x="6934200" y="3160713"/>
          <p14:tracePt t="55615" x="6908800" y="3178175"/>
          <p14:tracePt t="55625" x="6883400" y="3186113"/>
          <p14:tracePt t="55636" x="6840538" y="3211513"/>
          <p14:tracePt t="55648" x="6764338" y="3238500"/>
          <p14:tracePt t="55659" x="6680200" y="3289300"/>
          <p14:tracePt t="55670" x="6577013" y="3322638"/>
          <p14:tracePt t="55681" x="6432550" y="3348038"/>
          <p14:tracePt t="55693" x="6272213" y="3365500"/>
          <p14:tracePt t="55715" x="6118225" y="3382963"/>
          <p14:tracePt t="55726" x="5922963" y="3382963"/>
          <p14:tracePt t="55738" x="5659438" y="3382963"/>
          <p14:tracePt t="55749" x="4972050" y="3382963"/>
          <p14:tracePt t="55760" x="4452938" y="3382963"/>
          <p14:tracePt t="55771" x="3935413" y="3365500"/>
          <p14:tracePt t="55783" x="3492500" y="3348038"/>
          <p14:tracePt t="55794" x="3119438" y="3330575"/>
          <p14:tracePt t="55805" x="2830513" y="3330575"/>
          <p14:tracePt t="55816" x="2625725" y="3330575"/>
          <p14:tracePt t="55828" x="2481263" y="3330575"/>
          <p14:tracePt t="55839" x="2354263" y="3330575"/>
          <p14:tracePt t="55850" x="2243138" y="3330575"/>
          <p14:tracePt t="55861" x="2133600" y="3330575"/>
          <p14:tracePt t="55873" x="2014538" y="3330575"/>
          <p14:tracePt t="55884" x="1903413" y="3330575"/>
          <p14:tracePt t="55895" x="1801813" y="3322638"/>
          <p14:tracePt t="55906" x="1708150" y="3322638"/>
          <p14:tracePt t="55918" x="1631950" y="3322638"/>
          <p14:tracePt t="55930" x="1589088" y="3322638"/>
          <p14:tracePt t="55940" x="1555750" y="3322638"/>
          <p14:tracePt t="55951" x="1546225" y="3322638"/>
          <p14:tracePt t="55965" x="1538288" y="3322638"/>
          <p14:tracePt t="55974" x="1530350" y="3322638"/>
          <p14:tracePt t="55985" x="1520825" y="3322638"/>
          <p14:tracePt t="55997" x="1477963" y="3322638"/>
          <p14:tracePt t="56008" x="1444625" y="3322638"/>
          <p14:tracePt t="56019" x="1411288" y="3322638"/>
          <p14:tracePt t="56030" x="1393825" y="3322638"/>
          <p14:tracePt t="56041" x="1360488" y="3322638"/>
          <p14:tracePt t="56053" x="1350963" y="3322638"/>
          <p14:tracePt t="56064" x="1343025" y="3322638"/>
          <p14:tracePt t="56075" x="1325563" y="3322638"/>
          <p14:tracePt t="56086" x="1317625" y="3322638"/>
          <p14:tracePt t="56109" x="1317625" y="3330575"/>
          <p14:tracePt t="56120" x="1317625" y="3340100"/>
          <p14:tracePt t="56131" x="1325563" y="3340100"/>
          <p14:tracePt t="56143" x="1333500" y="3348038"/>
          <p14:tracePt t="56154" x="1343025" y="3348038"/>
          <p14:tracePt t="56165" x="1368425" y="3348038"/>
          <p14:tracePt t="56176" x="1368425" y="3355975"/>
          <p14:tracePt t="56220" x="1376363" y="3355975"/>
          <p14:tracePt t="56222" x="1385888" y="3355975"/>
          <p14:tracePt t="56233" x="1393825" y="3365500"/>
          <p14:tracePt t="56244" x="1411288" y="3365500"/>
          <p14:tracePt t="56255" x="1436688" y="3373438"/>
          <p14:tracePt t="56266" x="1470025" y="3398838"/>
          <p14:tracePt t="56278" x="1504950" y="3408363"/>
          <p14:tracePt t="56289" x="1563688" y="3416300"/>
          <p14:tracePt t="56300" x="1665288" y="3441700"/>
          <p14:tracePt t="56312" x="1793875" y="3467100"/>
          <p14:tracePt t="56323" x="1938338" y="3492500"/>
          <p14:tracePt t="56334" x="2073275" y="3502025"/>
          <p14:tracePt t="56346" x="2174875" y="3509963"/>
          <p14:tracePt t="56356" x="2235200" y="3509963"/>
          <p14:tracePt t="56368" x="2243138" y="3509963"/>
          <p14:tracePt t="56390" x="2252663" y="3509963"/>
          <p14:tracePt t="56401" x="2293938" y="3509963"/>
          <p14:tracePt t="56413" x="2319338" y="3509963"/>
          <p14:tracePt t="56424" x="2387600" y="3509963"/>
          <p14:tracePt t="56435" x="2473325" y="3509963"/>
          <p14:tracePt t="56446" x="2557463" y="3509963"/>
          <p14:tracePt t="56458" x="2625725" y="3517900"/>
          <p14:tracePt t="56469" x="2686050" y="3535363"/>
          <p14:tracePt t="56480" x="2736850" y="3543300"/>
          <p14:tracePt t="56491" x="2770188" y="3543300"/>
          <p14:tracePt t="56503" x="2778125" y="3543300"/>
          <p14:tracePt t="56514" x="2795588" y="3543300"/>
          <p14:tracePt t="56525" x="2838450" y="3543300"/>
          <p14:tracePt t="56536" x="2871788" y="3543300"/>
          <p14:tracePt t="56548" x="2914650" y="3543300"/>
          <p14:tracePt t="56559" x="2982913" y="3543300"/>
          <p14:tracePt t="56570" x="3067050" y="3543300"/>
          <p14:tracePt t="56581" x="3195638" y="3543300"/>
          <p14:tracePt t="56593" x="3322638" y="3543300"/>
          <p14:tracePt t="56604" x="3433763" y="3552825"/>
          <p14:tracePt t="56615" x="3449638" y="3552825"/>
          <p14:tracePt t="56648" x="3459163" y="3552825"/>
          <p14:tracePt t="56649" x="3475038" y="3552825"/>
          <p14:tracePt t="56660" x="3484563" y="3552825"/>
          <p14:tracePt t="56671" x="3502025" y="3552825"/>
          <p14:tracePt t="56683" x="3509963" y="3552825"/>
          <p14:tracePt t="56694" x="3517900" y="3552825"/>
          <p14:tracePt t="56705" x="3543300" y="3552825"/>
          <p14:tracePt t="56716" x="3578225" y="3552825"/>
          <p14:tracePt t="56728" x="3629025" y="3552825"/>
          <p14:tracePt t="56739" x="3662363" y="3552825"/>
          <p14:tracePt t="56750" x="3713163" y="3552825"/>
          <p14:tracePt t="56762" x="3738563" y="3552825"/>
          <p14:tracePt t="56773" x="3763963" y="3552825"/>
          <p14:tracePt t="56784" x="3790950" y="3552825"/>
          <p14:tracePt t="56796" x="3824288" y="3543300"/>
          <p14:tracePt t="56806" x="3849688" y="3535363"/>
          <p14:tracePt t="56818" x="3867150" y="3535363"/>
          <p14:tracePt t="56829" x="3892550" y="3527425"/>
          <p14:tracePt t="56840" x="3917950" y="3527425"/>
          <p14:tracePt t="56851" x="3925888" y="3527425"/>
          <p14:tracePt t="56863" x="3951288" y="3517900"/>
          <p14:tracePt t="56874" x="3976688" y="3517900"/>
          <p14:tracePt t="56885" x="3986213" y="3517900"/>
          <p14:tracePt t="56908" x="3994150" y="3517900"/>
          <p14:tracePt t="56919" x="4002088" y="3517900"/>
          <p14:tracePt t="56941" x="4027488" y="3509963"/>
          <p14:tracePt t="56962" x="4037013" y="3509963"/>
          <p14:tracePt t="56964" x="4037013" y="3502025"/>
          <p14:tracePt t="56975" x="4062413" y="3492500"/>
          <p14:tracePt t="56986" x="4070350" y="3492500"/>
          <p14:tracePt t="56998" x="4095750" y="3484563"/>
          <p14:tracePt t="57009" x="4113213" y="3484563"/>
          <p14:tracePt t="57020" x="4113213" y="3475038"/>
          <p14:tracePt t="57031" x="4130675" y="3467100"/>
          <p14:tracePt t="57043" x="4138613" y="3467100"/>
          <p14:tracePt t="57323" x="4130675" y="3467100"/>
          <p14:tracePt t="57358" x="4121150" y="3467100"/>
          <p14:tracePt t="57480" x="4113213" y="3467100"/>
          <p14:tracePt t="57482" x="4105275" y="3467100"/>
          <p14:tracePt t="57493" x="4095750" y="3467100"/>
          <p14:tracePt t="57593" x="4087813" y="3459163"/>
          <p14:tracePt t="57605" x="4079875" y="3459163"/>
          <p14:tracePt t="57627" x="4070350" y="3459163"/>
          <p14:tracePt t="57694" x="4062413" y="3459163"/>
          <p14:tracePt t="57728" x="4052888" y="3459163"/>
          <p14:tracePt t="57739" x="4044950" y="3459163"/>
          <p14:tracePt t="57751" x="4037013" y="3459163"/>
          <p14:tracePt t="57763" x="4027488" y="3459163"/>
          <p14:tracePt t="57874" x="4019550" y="3459163"/>
          <p14:tracePt t="75011" x="4011613" y="3449638"/>
          <p14:tracePt t="75154" x="3986213" y="3424238"/>
          <p14:tracePt t="75156" x="3968750" y="3398838"/>
          <p14:tracePt t="75167" x="3951288" y="3365500"/>
          <p14:tracePt t="75178" x="3883025" y="3263900"/>
          <p14:tracePt t="75189" x="3841750" y="3195638"/>
          <p14:tracePt t="75200" x="3763963" y="3059113"/>
          <p14:tracePt t="75212" x="3629025" y="2787650"/>
          <p14:tracePt t="75223" x="3492500" y="2506663"/>
          <p14:tracePt t="75234" x="3365500" y="2311400"/>
          <p14:tracePt t="75246" x="3263900" y="2209800"/>
          <p14:tracePt t="75257" x="3152775" y="2166938"/>
          <p14:tracePt t="75279" x="3170238" y="2166938"/>
          <p14:tracePt t="75290" x="3211513" y="2166938"/>
          <p14:tracePt t="75302" x="3228975" y="2166938"/>
          <p14:tracePt t="75313" x="3228975" y="2159000"/>
          <p14:tracePt t="75324" x="3228975" y="2141538"/>
          <p14:tracePt t="75335" x="3211513" y="2108200"/>
          <p14:tracePt t="75347" x="3211513" y="2082800"/>
          <p14:tracePt t="75358" x="3203575" y="2082800"/>
          <p14:tracePt t="75369" x="3195638" y="2073275"/>
          <p14:tracePt t="75380" x="3195638" y="2047875"/>
          <p14:tracePt t="75392" x="3160713" y="2014538"/>
          <p14:tracePt t="75403" x="3144838" y="1928813"/>
          <p14:tracePt t="75414" x="3119438" y="1870075"/>
          <p14:tracePt t="75425" x="3109913" y="1819275"/>
          <p14:tracePt t="75797" x="3109913" y="1852613"/>
          <p14:tracePt t="75808" x="3109913" y="1860550"/>
          <p14:tracePt t="75819" x="3109913" y="1870075"/>
          <p14:tracePt t="75830" x="3109913" y="1878013"/>
          <p14:tracePt t="75842" x="3119438" y="1885950"/>
          <p14:tracePt t="75853" x="3119438" y="1895475"/>
          <p14:tracePt t="75864" x="3119438" y="1938338"/>
          <p14:tracePt t="75875" x="3119438" y="1971675"/>
          <p14:tracePt t="75887" x="3109913" y="2030413"/>
          <p14:tracePt t="75898" x="3101975" y="2116138"/>
          <p14:tracePt t="75909" x="3084513" y="2227263"/>
          <p14:tracePt t="75920" x="3084513" y="2344738"/>
          <p14:tracePt t="75932" x="3094038" y="2455863"/>
          <p14:tracePt t="75943" x="3109913" y="2557463"/>
          <p14:tracePt t="75962" x="3144838" y="2660650"/>
          <p14:tracePt t="75966" x="3170238" y="2736850"/>
          <p14:tracePt t="75977" x="3186113" y="2795588"/>
          <p14:tracePt t="75988" x="3195638" y="2871788"/>
          <p14:tracePt t="75999" x="3195638" y="2940050"/>
          <p14:tracePt t="76010" x="3195638" y="3025775"/>
          <p14:tracePt t="76022" x="3195638" y="3127375"/>
          <p14:tracePt t="76033" x="3195638" y="3254375"/>
          <p14:tracePt t="76044" x="3186113" y="3382963"/>
          <p14:tracePt t="76055" x="3186113" y="3517900"/>
          <p14:tracePt t="76067" x="3203575" y="3646488"/>
          <p14:tracePt t="76079" x="3238500" y="3781425"/>
          <p14:tracePt t="76089" x="3279775" y="3883025"/>
          <p14:tracePt t="76100" x="3322638" y="3960813"/>
          <p14:tracePt t="76112" x="3322638" y="3968750"/>
          <p14:tracePt t="76426" x="3322638" y="3976688"/>
          <p14:tracePt t="76459" x="3322638" y="3986213"/>
          <p14:tracePt t="76461" x="3330575" y="3994150"/>
          <p14:tracePt t="76483" x="3348038" y="4011613"/>
          <p14:tracePt t="76494" x="3355975" y="4027488"/>
          <p14:tracePt t="76505" x="3416300" y="4062413"/>
          <p14:tracePt t="76517" x="3467100" y="4095750"/>
          <p14:tracePt t="76528" x="3535363" y="4138613"/>
          <p14:tracePt t="76539" x="3619500" y="4181475"/>
          <p14:tracePt t="76550" x="3697288" y="4224338"/>
          <p14:tracePt t="76562" x="3748088" y="4240213"/>
          <p14:tracePt t="76573" x="3781425" y="4249738"/>
          <p14:tracePt t="76595" x="3790950" y="4249738"/>
          <p14:tracePt t="76606" x="3798888" y="4249738"/>
          <p14:tracePt t="76618" x="3824288" y="4249738"/>
          <p14:tracePt t="76629" x="3857625" y="4249738"/>
          <p14:tracePt t="76640" x="3900488" y="4249738"/>
          <p14:tracePt t="76652" x="3925888" y="4249738"/>
          <p14:tracePt t="76663" x="3943350" y="4249738"/>
          <p14:tracePt t="76730" x="3900488" y="4249738"/>
          <p14:tracePt t="76742" x="3875088" y="4249738"/>
          <p14:tracePt t="76753" x="3824288" y="4249738"/>
          <p14:tracePt t="76764" x="3806825" y="4249738"/>
          <p14:tracePt t="76775" x="3773488" y="4249738"/>
          <p14:tracePt t="76787" x="3722688" y="4249738"/>
          <p14:tracePt t="76798" x="3611563" y="4249738"/>
          <p14:tracePt t="76809" x="3484563" y="4249738"/>
          <p14:tracePt t="76820" x="3340100" y="4249738"/>
          <p14:tracePt t="76831" x="3203575" y="4249738"/>
          <p14:tracePt t="76843" x="3051175" y="4249738"/>
          <p14:tracePt t="76854" x="2906713" y="4249738"/>
          <p14:tracePt t="76865" x="2778125" y="4249738"/>
          <p14:tracePt t="76876" x="2668588" y="4249738"/>
          <p14:tracePt t="76888" x="2557463" y="4249738"/>
          <p14:tracePt t="76899" x="2455863" y="4249738"/>
          <p14:tracePt t="76911" x="2371725" y="4249738"/>
          <p14:tracePt t="76922" x="2303463" y="4249738"/>
          <p14:tracePt t="76933" x="2243138" y="4249738"/>
          <p14:tracePt t="76945" x="2200275" y="4249738"/>
          <p14:tracePt t="76955" x="2141538" y="4249738"/>
          <p14:tracePt t="76967" x="2108200" y="4249738"/>
          <p14:tracePt t="76989" x="2073275" y="4249738"/>
          <p14:tracePt t="77000" x="2047875" y="4249738"/>
          <p14:tracePt t="77012" x="2014538" y="4249738"/>
          <p14:tracePt t="77023" x="1946275" y="4249738"/>
          <p14:tracePt t="77034" x="1878013" y="4249738"/>
          <p14:tracePt t="77045" x="1793875" y="4240213"/>
          <p14:tracePt t="77057" x="1708150" y="4240213"/>
          <p14:tracePt t="77068" x="1606550" y="4240213"/>
          <p14:tracePt t="77079" x="1495425" y="4232275"/>
          <p14:tracePt t="77090" x="1393825" y="4232275"/>
          <p14:tracePt t="77101" x="1308100" y="4232275"/>
          <p14:tracePt t="77113" x="1231900" y="4232275"/>
          <p14:tracePt t="77124" x="1181100" y="4232275"/>
          <p14:tracePt t="77135" x="1163638" y="4232275"/>
          <p14:tracePt t="77147" x="1130300" y="4232275"/>
          <p14:tracePt t="77158" x="1112838" y="4232275"/>
          <p14:tracePt t="77169" x="1087438" y="4232275"/>
          <p14:tracePt t="77180" x="1062038" y="4232275"/>
          <p14:tracePt t="77203" x="1019175" y="4232275"/>
          <p14:tracePt t="77214" x="1003300" y="4224338"/>
          <p14:tracePt t="77225" x="960438" y="4224338"/>
          <p14:tracePt t="77237" x="858838" y="4197350"/>
          <p14:tracePt t="77248" x="798513" y="4189413"/>
          <p14:tracePt t="77259" x="755650" y="4189413"/>
          <p14:tracePt t="77270" x="747713" y="4189413"/>
          <p14:tracePt t="77292" x="739775" y="4189413"/>
          <p14:tracePt t="77315" x="730250" y="4189413"/>
          <p14:tracePt t="77370" x="722313" y="4189413"/>
          <p14:tracePt t="77372" x="714375" y="4189413"/>
          <p14:tracePt t="77383" x="704850" y="4189413"/>
          <p14:tracePt t="77405" x="696913" y="4189413"/>
          <p14:tracePt t="77449" x="688975" y="4189413"/>
          <p14:tracePt t="77528" x="688975" y="4197350"/>
          <p14:tracePt t="77573" x="688975" y="4206875"/>
          <p14:tracePt t="77597" x="696913" y="4206875"/>
          <p14:tracePt t="77608" x="696913" y="4214813"/>
          <p14:tracePt t="77619" x="704850" y="4214813"/>
          <p14:tracePt t="77630" x="722313" y="4214813"/>
          <p14:tracePt t="77642" x="739775" y="4214813"/>
          <p14:tracePt t="77653" x="765175" y="4214813"/>
          <p14:tracePt t="77664" x="790575" y="4214813"/>
          <p14:tracePt t="77675" x="833438" y="4214813"/>
          <p14:tracePt t="77687" x="892175" y="4224338"/>
          <p14:tracePt t="77698" x="909638" y="4232275"/>
          <p14:tracePt t="77709" x="968375" y="4240213"/>
          <p14:tracePt t="77720" x="1036638" y="4249738"/>
          <p14:tracePt t="77731" x="1138238" y="4257675"/>
          <p14:tracePt t="77744" x="1282700" y="4275138"/>
          <p14:tracePt t="77754" x="1427163" y="4291013"/>
          <p14:tracePt t="77765" x="1597025" y="4308475"/>
          <p14:tracePt t="77777" x="1844675" y="4341813"/>
          <p14:tracePt t="77788" x="2090738" y="4368800"/>
          <p14:tracePt t="77799" x="2362200" y="4402138"/>
          <p14:tracePt t="77810" x="2582863" y="4427538"/>
          <p14:tracePt t="77822" x="2770188" y="4460875"/>
          <p14:tracePt t="77833" x="2914650" y="4470400"/>
          <p14:tracePt t="77844" x="3041650" y="4470400"/>
          <p14:tracePt t="77855" x="3152775" y="4478338"/>
          <p14:tracePt t="77867" x="3271838" y="4478338"/>
          <p14:tracePt t="77878" x="3382963" y="4478338"/>
          <p14:tracePt t="77889" x="3492500" y="4478338"/>
          <p14:tracePt t="77900" x="3619500" y="4478338"/>
          <p14:tracePt t="77912" x="3763963" y="4478338"/>
          <p14:tracePt t="77923" x="3892550" y="4478338"/>
          <p14:tracePt t="77934" x="4011613" y="4478338"/>
          <p14:tracePt t="77945" x="4138613" y="4478338"/>
          <p14:tracePt t="77962" x="4232275" y="4470400"/>
          <p14:tracePt t="77968" x="4333875" y="4452938"/>
          <p14:tracePt t="77979" x="4402138" y="4435475"/>
          <p14:tracePt t="77990" x="4460875" y="4427538"/>
          <p14:tracePt t="78002" x="4521200" y="4419600"/>
          <p14:tracePt t="78013" x="4579938" y="4402138"/>
          <p14:tracePt t="78024" x="4640263" y="4402138"/>
          <p14:tracePt t="78035" x="4699000" y="4402138"/>
          <p14:tracePt t="78047" x="4759325" y="4394200"/>
          <p14:tracePt t="78058" x="4818063" y="4394200"/>
          <p14:tracePt t="78069" x="4886325" y="4384675"/>
          <p14:tracePt t="78080" x="4937125" y="4376738"/>
          <p14:tracePt t="78091" x="4972050" y="4368800"/>
          <p14:tracePt t="78114" x="4979988" y="4359275"/>
          <p14:tracePt t="78125" x="4987925" y="4351338"/>
          <p14:tracePt t="78136" x="4987925" y="4341813"/>
          <p14:tracePt t="78148" x="4997450" y="4341813"/>
          <p14:tracePt t="78159" x="5013325" y="4333875"/>
          <p14:tracePt t="78182" x="5022850" y="4333875"/>
          <p14:tracePt t="78193" x="5048250" y="4325938"/>
          <p14:tracePt t="78204" x="5064125" y="4308475"/>
          <p14:tracePt t="78215" x="5081588" y="4308475"/>
          <p14:tracePt t="78227" x="5116513" y="4300538"/>
          <p14:tracePt t="78238" x="5141913" y="4300538"/>
          <p14:tracePt t="78249" x="5141913" y="4291013"/>
          <p14:tracePt t="78260" x="5149850" y="4283075"/>
          <p14:tracePt t="78272" x="5157788" y="4275138"/>
          <p14:tracePt t="78294" x="5167313" y="4265613"/>
          <p14:tracePt t="78305" x="5175250" y="4265613"/>
          <p14:tracePt t="78317" x="5183188" y="4265613"/>
          <p14:tracePt t="78339" x="5208588" y="4265613"/>
          <p14:tracePt t="78350" x="5226050" y="4265613"/>
          <p14:tracePt t="78362" x="5286375" y="4265613"/>
          <p14:tracePt t="78373" x="5327650" y="4265613"/>
          <p14:tracePt t="78384" x="5370513" y="4257675"/>
          <p14:tracePt t="78395" x="5413375" y="4257675"/>
          <p14:tracePt t="78407" x="5464175" y="4249738"/>
          <p14:tracePt t="78418" x="5497513" y="4240213"/>
          <p14:tracePt t="78429" x="5540375" y="4240213"/>
          <p14:tracePt t="78440" x="5600700" y="4240213"/>
          <p14:tracePt t="78452" x="5626100" y="4240213"/>
          <p14:tracePt t="78463" x="5694363" y="4240213"/>
          <p14:tracePt t="78474" x="5778500" y="4240213"/>
          <p14:tracePt t="78485" x="5880100" y="4240213"/>
          <p14:tracePt t="78497" x="5991225" y="4240213"/>
          <p14:tracePt t="78508" x="6092825" y="4240213"/>
          <p14:tracePt t="78519" x="6178550" y="4240213"/>
          <p14:tracePt t="78530" x="6262688" y="4232275"/>
          <p14:tracePt t="78542" x="6338888" y="4214813"/>
          <p14:tracePt t="78553" x="6407150" y="4206875"/>
          <p14:tracePt t="78564" x="6483350" y="4197350"/>
          <p14:tracePt t="78575" x="6569075" y="4197350"/>
          <p14:tracePt t="78587" x="6654800" y="4197350"/>
          <p14:tracePt t="78598" x="6764338" y="4197350"/>
          <p14:tracePt t="78610" x="6865938" y="4197350"/>
          <p14:tracePt t="78620" x="6951663" y="4197350"/>
          <p14:tracePt t="78632" x="7035800" y="4197350"/>
          <p14:tracePt t="78643" x="7121525" y="4197350"/>
          <p14:tracePt t="78654" x="7205663" y="4197350"/>
          <p14:tracePt t="78665" x="7265988" y="4197350"/>
          <p14:tracePt t="78676" x="7316788" y="4197350"/>
          <p14:tracePt t="78688" x="7367588" y="4197350"/>
          <p14:tracePt t="78699" x="7392988" y="4197350"/>
          <p14:tracePt t="78710" x="7435850" y="4197350"/>
          <p14:tracePt t="78722" x="7478713" y="4197350"/>
          <p14:tracePt t="78733" x="7512050" y="4197350"/>
          <p14:tracePt t="78744" x="7546975" y="4197350"/>
          <p14:tracePt t="78755" x="7588250" y="4189413"/>
          <p14:tracePt t="78767" x="7623175" y="4189413"/>
          <p14:tracePt t="78778" x="7656513" y="4189413"/>
          <p14:tracePt t="78789" x="7699375" y="4189413"/>
          <p14:tracePt t="78800" x="7750175" y="4189413"/>
          <p14:tracePt t="78812" x="7793038" y="4189413"/>
          <p14:tracePt t="78823" x="7851775" y="4189413"/>
          <p14:tracePt t="78834" x="7912100" y="4189413"/>
          <p14:tracePt t="78845" x="7980363" y="4189413"/>
          <p14:tracePt t="78856" x="8056563" y="4189413"/>
          <p14:tracePt t="78868" x="8115300" y="4189413"/>
          <p14:tracePt t="78879" x="8158163" y="4189413"/>
          <p14:tracePt t="78890" x="8201025" y="4189413"/>
          <p14:tracePt t="78902" x="8243888" y="4189413"/>
          <p14:tracePt t="78913" x="8285163" y="4189413"/>
          <p14:tracePt t="78924" x="8328025" y="4189413"/>
          <p14:tracePt t="78935" x="8388350" y="4189413"/>
          <p14:tracePt t="78947" x="8429625" y="4189413"/>
          <p14:tracePt t="78958" x="8464550" y="4189413"/>
          <p14:tracePt t="78969" x="8472488" y="4189413"/>
          <p14:tracePt t="78980" x="8489950" y="4189413"/>
          <p14:tracePt t="78992" x="8515350" y="4189413"/>
          <p14:tracePt t="79003" x="8548688" y="4189413"/>
          <p14:tracePt t="79014" x="8591550" y="4189413"/>
          <p14:tracePt t="79026" x="8609013" y="4189413"/>
          <p14:tracePt t="79036" x="8651875" y="4197350"/>
          <p14:tracePt t="79048" x="8718550" y="4214813"/>
          <p14:tracePt t="79059" x="8728075" y="4232275"/>
          <p14:tracePt t="79071" x="8778875" y="4249738"/>
          <p14:tracePt t="79093" x="8786813" y="4249738"/>
          <p14:tracePt t="79114" x="8796338" y="4257675"/>
          <p14:tracePt t="79125" x="8796338" y="4265613"/>
          <p14:tracePt t="79138" x="8786813" y="4265613"/>
          <p14:tracePt t="79160" x="8778875" y="4275138"/>
          <p14:tracePt t="79172" x="8761413" y="4283075"/>
          <p14:tracePt t="79183" x="8728075" y="4300538"/>
          <p14:tracePt t="79194" x="8693150" y="4325938"/>
          <p14:tracePt t="79205" x="8659813" y="4333875"/>
          <p14:tracePt t="79217" x="8599488" y="4351338"/>
          <p14:tracePt t="79228" x="8566150" y="4359275"/>
          <p14:tracePt t="79239" x="8507413" y="4384675"/>
          <p14:tracePt t="79250" x="8429625" y="4402138"/>
          <p14:tracePt t="79262" x="8328025" y="4427538"/>
          <p14:tracePt t="79273" x="8201025" y="4452938"/>
          <p14:tracePt t="79284" x="8056563" y="4470400"/>
          <p14:tracePt t="79295" x="7877175" y="4495800"/>
          <p14:tracePt t="79306" x="7639050" y="4513263"/>
          <p14:tracePt t="79318" x="7410450" y="4513263"/>
          <p14:tracePt t="79329" x="7121525" y="4513263"/>
          <p14:tracePt t="79340" x="6713538" y="4513263"/>
          <p14:tracePt t="79351" x="6280150" y="4513263"/>
          <p14:tracePt t="79363" x="5821363" y="4513263"/>
          <p14:tracePt t="79374" x="5362575" y="4513263"/>
          <p14:tracePt t="79385" x="4954588" y="4513263"/>
          <p14:tracePt t="79397" x="4579938" y="4513263"/>
          <p14:tracePt t="79408" x="4325938" y="4513263"/>
          <p14:tracePt t="79419" x="4113213" y="4529138"/>
          <p14:tracePt t="79430" x="3935413" y="4529138"/>
          <p14:tracePt t="79442" x="3806825" y="4529138"/>
          <p14:tracePt t="79453" x="3679825" y="4529138"/>
          <p14:tracePt t="79464" x="3594100" y="4529138"/>
          <p14:tracePt t="79476" x="3509963" y="4538663"/>
          <p14:tracePt t="79486" x="3441700" y="4538663"/>
          <p14:tracePt t="79498" x="3382963" y="4538663"/>
          <p14:tracePt t="79509" x="3322638" y="4546600"/>
          <p14:tracePt t="79520" x="3246438" y="4564063"/>
          <p14:tracePt t="79531" x="3178175" y="4564063"/>
          <p14:tracePt t="79543" x="3094038" y="4564063"/>
          <p14:tracePt t="79554" x="2990850" y="4572000"/>
          <p14:tracePt t="79565" x="2881313" y="4572000"/>
          <p14:tracePt t="79577" x="2752725" y="4572000"/>
          <p14:tracePt t="79588" x="2608263" y="4572000"/>
          <p14:tracePt t="79599" x="2473325" y="4572000"/>
          <p14:tracePt t="79610" x="2328863" y="4572000"/>
          <p14:tracePt t="79621" x="2200275" y="4572000"/>
          <p14:tracePt t="79633" x="2116138" y="4572000"/>
          <p14:tracePt t="79644" x="2055813" y="4572000"/>
          <p14:tracePt t="79655" x="2047875" y="4572000"/>
          <p14:tracePt t="79667" x="2030413" y="4572000"/>
          <p14:tracePt t="79689" x="2022475" y="4572000"/>
          <p14:tracePt t="79700" x="2014538" y="4572000"/>
          <p14:tracePt t="79712" x="2005013" y="4572000"/>
          <p14:tracePt t="79734" x="1997075" y="4572000"/>
          <p14:tracePt t="79745" x="1979613" y="4572000"/>
          <p14:tracePt t="79757" x="1954213" y="4572000"/>
          <p14:tracePt t="79768" x="1895475" y="4572000"/>
          <p14:tracePt t="79779" x="1870075" y="4579938"/>
          <p14:tracePt t="79790" x="1819275" y="4589463"/>
          <p14:tracePt t="79802" x="1784350" y="4597400"/>
          <p14:tracePt t="79813" x="1725613" y="4597400"/>
          <p14:tracePt t="79824" x="1700213" y="4605338"/>
          <p14:tracePt t="79835" x="1665288" y="4605338"/>
          <p14:tracePt t="79847" x="1631950" y="4614863"/>
          <p14:tracePt t="79859" x="1606550" y="4622800"/>
          <p14:tracePt t="79869" x="1597025" y="4622800"/>
          <p14:tracePt t="79880" x="1589088" y="4622800"/>
          <p14:tracePt t="79892" x="1581150" y="4622800"/>
          <p14:tracePt t="79903" x="1581150" y="4630738"/>
          <p14:tracePt t="80014" x="1581150" y="4640263"/>
          <p14:tracePt t="80025" x="1581150" y="4648200"/>
          <p14:tracePt t="80038" x="1589088" y="4657725"/>
          <p14:tracePt t="80049" x="1614488" y="4665663"/>
          <p14:tracePt t="80072" x="1631950" y="4665663"/>
          <p14:tracePt t="80083" x="1674813" y="4673600"/>
          <p14:tracePt t="80094" x="1708150" y="4683125"/>
          <p14:tracePt t="80105" x="1766888" y="4691063"/>
          <p14:tracePt t="80117" x="1784350" y="4691063"/>
          <p14:tracePt t="80128" x="1809750" y="4691063"/>
          <p14:tracePt t="80139" x="1835150" y="4691063"/>
          <p14:tracePt t="80161" x="1852613" y="4691063"/>
          <p14:tracePt t="80183" x="1860550" y="4691063"/>
          <p14:tracePt t="80184" x="1878013" y="4699000"/>
          <p14:tracePt t="80195" x="1911350" y="4699000"/>
          <p14:tracePt t="80206" x="1954213" y="4699000"/>
          <p14:tracePt t="80218" x="2014538" y="4699000"/>
          <p14:tracePt t="80229" x="2039938" y="4699000"/>
          <p14:tracePt t="80241" x="2108200" y="4699000"/>
          <p14:tracePt t="80252" x="2192338" y="4699000"/>
          <p14:tracePt t="80263" x="2303463" y="4699000"/>
          <p14:tracePt t="80275" x="2405063" y="4699000"/>
          <p14:tracePt t="80285" x="2506663" y="4699000"/>
          <p14:tracePt t="80297" x="2592388" y="4699000"/>
          <p14:tracePt t="80308" x="2660650" y="4699000"/>
          <p14:tracePt t="80319" x="2736850" y="4699000"/>
          <p14:tracePt t="80330" x="2787650" y="4699000"/>
          <p14:tracePt t="80342" x="2846388" y="4699000"/>
          <p14:tracePt t="80353" x="2906713" y="4699000"/>
          <p14:tracePt t="80364" x="2965450" y="4699000"/>
          <p14:tracePt t="80375" x="3016250" y="4699000"/>
          <p14:tracePt t="80387" x="3076575" y="4699000"/>
          <p14:tracePt t="80398" x="3135313" y="4708525"/>
          <p14:tracePt t="80409" x="3195638" y="4708525"/>
          <p14:tracePt t="80420" x="3254375" y="4708525"/>
          <p14:tracePt t="80432" x="3314700" y="4708525"/>
          <p14:tracePt t="80443" x="3365500" y="4708525"/>
          <p14:tracePt t="80454" x="3408363" y="4708525"/>
          <p14:tracePt t="80465" x="3459163" y="4708525"/>
          <p14:tracePt t="80477" x="3502025" y="4708525"/>
          <p14:tracePt t="80488" x="3543300" y="4708525"/>
          <p14:tracePt t="80499" x="3586163" y="4708525"/>
          <p14:tracePt t="80510" x="3619500" y="4708525"/>
          <p14:tracePt t="80521" x="3662363" y="4708525"/>
          <p14:tracePt t="80533" x="3705225" y="4708525"/>
          <p14:tracePt t="80544" x="3763963" y="4708525"/>
          <p14:tracePt t="80555" x="3824288" y="4716463"/>
          <p14:tracePt t="80567" x="3883025" y="4733925"/>
          <p14:tracePt t="80578" x="3951288" y="4733925"/>
          <p14:tracePt t="80589" x="4027488" y="4733925"/>
          <p14:tracePt t="80600" x="4070350" y="4733925"/>
          <p14:tracePt t="80611" x="4113213" y="4733925"/>
          <p14:tracePt t="80623" x="4156075" y="4733925"/>
          <p14:tracePt t="80635" x="4189413" y="4733925"/>
          <p14:tracePt t="80645" x="4224338" y="4733925"/>
          <p14:tracePt t="80657" x="4249738" y="4733925"/>
          <p14:tracePt t="80668" x="4283075" y="4733925"/>
          <p14:tracePt t="80679" x="4300538" y="4733925"/>
          <p14:tracePt t="80691" x="4325938" y="4733925"/>
          <p14:tracePt t="80701" x="4359275" y="4733925"/>
          <p14:tracePt t="80713" x="4402138" y="4733925"/>
          <p14:tracePt t="80725" x="4427538" y="4733925"/>
          <p14:tracePt t="80735" x="4460875" y="4733925"/>
          <p14:tracePt t="80747" x="4478338" y="4733925"/>
          <p14:tracePt t="80758" x="4495800" y="4741863"/>
          <p14:tracePt t="80769" x="4503738" y="4741863"/>
          <p14:tracePt t="80792" x="4513263" y="4741863"/>
          <p14:tracePt t="80803" x="4538663" y="4741863"/>
          <p14:tracePt t="80814" x="4546600" y="4741863"/>
          <p14:tracePt t="80825" x="4554538" y="4741863"/>
          <p14:tracePt t="80836" x="4572000" y="4741863"/>
          <p14:tracePt t="80848" x="4579938" y="4741863"/>
          <p14:tracePt t="80859" x="4589463" y="4741863"/>
          <p14:tracePt t="80892" x="4597400" y="4741863"/>
          <p14:tracePt t="80903" x="4605338" y="4741863"/>
          <p14:tracePt t="80915" x="4614863" y="4741863"/>
          <p14:tracePt t="80927" x="4622800" y="4741863"/>
          <p14:tracePt t="80938" x="4630738" y="4741863"/>
          <p14:tracePt t="80958" x="4640263" y="4733925"/>
          <p14:tracePt t="80960" x="4648200" y="4733925"/>
          <p14:tracePt t="80972" x="4657725" y="4724400"/>
          <p14:tracePt t="80994" x="4673600" y="4716463"/>
          <p14:tracePt t="81005" x="4683125" y="4708525"/>
          <p14:tracePt t="81028" x="4691063" y="4691063"/>
          <p14:tracePt t="81792" x="4724400" y="4691063"/>
          <p14:tracePt t="81794" x="4733925" y="4691063"/>
          <p14:tracePt t="81804" x="4775200" y="4691063"/>
          <p14:tracePt t="81815" x="4810125" y="4691063"/>
          <p14:tracePt t="81827" x="4852988" y="4691063"/>
          <p14:tracePt t="81838" x="4962525" y="4691063"/>
          <p14:tracePt t="81849" x="5200650" y="4691063"/>
          <p14:tracePt t="81860" x="5634038" y="4691063"/>
          <p14:tracePt t="81871" x="6118225" y="4691063"/>
          <p14:tracePt t="81883" x="6645275" y="4699000"/>
          <p14:tracePt t="81905" x="7104063" y="4699000"/>
          <p14:tracePt t="81917" x="7453313" y="4699000"/>
          <p14:tracePt t="81928" x="7656513" y="4699000"/>
          <p14:tracePt t="81939" x="7800975" y="4716463"/>
          <p14:tracePt t="81950" x="7886700" y="4724400"/>
          <p14:tracePt t="81974" x="7988300" y="4733925"/>
          <p14:tracePt t="81984" x="8031163" y="4733925"/>
          <p14:tracePt t="81995" x="8081963" y="4724400"/>
          <p14:tracePt t="82007" x="8115300" y="4708525"/>
          <p14:tracePt t="82018" x="8132763" y="4699000"/>
          <p14:tracePt t="82242" x="8150225" y="4716463"/>
          <p14:tracePt t="82243" x="8208963" y="4724400"/>
          <p14:tracePt t="82254" x="8218488" y="4724400"/>
          <p14:tracePt t="82265" x="8243888" y="4733925"/>
          <p14:tracePt t="82277" x="8259763" y="4741863"/>
          <p14:tracePt t="82288" x="8277225" y="4749800"/>
          <p14:tracePt t="82299" x="8310563" y="4767263"/>
          <p14:tracePt t="82310" x="8320088" y="4767263"/>
          <p14:tracePt t="82322" x="8328025" y="4792663"/>
          <p14:tracePt t="82333" x="8328025" y="4802188"/>
          <p14:tracePt t="82355" x="8328025" y="4810125"/>
          <p14:tracePt t="82389" x="8310563" y="4810125"/>
          <p14:tracePt t="82411" x="8269288" y="4810125"/>
          <p14:tracePt t="82423" x="8226425" y="4810125"/>
          <p14:tracePt t="82434" x="8208963" y="4810125"/>
          <p14:tracePt t="82445" x="8140700" y="4827588"/>
          <p14:tracePt t="82456" x="8021638" y="4843463"/>
          <p14:tracePt t="82468" x="7894638" y="4860925"/>
          <p14:tracePt t="82479" x="7716838" y="4878388"/>
          <p14:tracePt t="82490" x="7478713" y="4894263"/>
          <p14:tracePt t="82502" x="7129463" y="4911725"/>
          <p14:tracePt t="82513" x="6746875" y="4929188"/>
          <p14:tracePt t="82524" x="6288088" y="4929188"/>
          <p14:tracePt t="82535" x="5795963" y="4946650"/>
          <p14:tracePt t="82547" x="5276850" y="4946650"/>
          <p14:tracePt t="82558" x="4784725" y="4946650"/>
          <p14:tracePt t="82569" x="4291013" y="4962525"/>
          <p14:tracePt t="82580" x="3857625" y="4987925"/>
          <p14:tracePt t="82591" x="3475038" y="5005388"/>
          <p14:tracePt t="82603" x="3127375" y="5022850"/>
          <p14:tracePt t="82614" x="2830513" y="5038725"/>
          <p14:tracePt t="82625" x="2557463" y="5073650"/>
          <p14:tracePt t="82637" x="2311400" y="5099050"/>
          <p14:tracePt t="82648" x="2166938" y="5116513"/>
          <p14:tracePt t="82659" x="2055813" y="5124450"/>
          <p14:tracePt t="82670" x="1963738" y="5132388"/>
          <p14:tracePt t="82682" x="1911350" y="5132388"/>
          <p14:tracePt t="82693" x="1870075" y="5132388"/>
          <p14:tracePt t="82704" x="1852613" y="5132388"/>
          <p14:tracePt t="82715" x="1835150" y="5132388"/>
          <p14:tracePt t="82727" x="1819275" y="5132388"/>
          <p14:tracePt t="82738" x="1776413" y="5132388"/>
          <p14:tracePt t="82749" x="1716088" y="5141913"/>
          <p14:tracePt t="82760" x="1665288" y="5149850"/>
          <p14:tracePt t="82772" x="1631950" y="5167313"/>
          <p14:tracePt t="82783" x="1581150" y="5192713"/>
          <p14:tracePt t="82794" x="1546225" y="5208588"/>
          <p14:tracePt t="82806" x="1504950" y="5218113"/>
          <p14:tracePt t="82817" x="1470025" y="5218113"/>
          <p14:tracePt t="82828" x="1436688" y="5226050"/>
          <p14:tracePt t="82839" x="1393825" y="5235575"/>
          <p14:tracePt t="82850" x="1360488" y="5235575"/>
          <p14:tracePt t="82861" x="1350963" y="5243513"/>
          <p14:tracePt t="82895" x="1368425" y="5243513"/>
          <p14:tracePt t="82918" x="1376363" y="5243513"/>
          <p14:tracePt t="82929" x="1385888" y="5243513"/>
          <p14:tracePt t="82940" x="1393825" y="5243513"/>
          <p14:tracePt t="83008" x="1411288" y="5243513"/>
          <p14:tracePt t="83030" x="1444625" y="5235575"/>
          <p14:tracePt t="83041" x="1452563" y="5226050"/>
          <p14:tracePt t="83053" x="1470025" y="5226050"/>
          <p14:tracePt t="83064" x="1495425" y="5218113"/>
          <p14:tracePt t="83075" x="1546225" y="5208588"/>
          <p14:tracePt t="83086" x="1649413" y="5208588"/>
          <p14:tracePt t="83098" x="1758950" y="5200650"/>
          <p14:tracePt t="83109" x="1903413" y="5200650"/>
          <p14:tracePt t="83120" x="2039938" y="5200650"/>
          <p14:tracePt t="83132" x="2200275" y="5200650"/>
          <p14:tracePt t="83143" x="2354263" y="5200650"/>
          <p14:tracePt t="83154" x="2506663" y="5200650"/>
          <p14:tracePt t="83165" x="2676525" y="5200650"/>
          <p14:tracePt t="83177" x="2830513" y="5200650"/>
          <p14:tracePt t="83188" x="2982913" y="5200650"/>
          <p14:tracePt t="83199" x="3144838" y="5200650"/>
          <p14:tracePt t="83210" x="3279775" y="5218113"/>
          <p14:tracePt t="83222" x="3424238" y="5218113"/>
          <p14:tracePt t="83233" x="3552825" y="5218113"/>
          <p14:tracePt t="83244" x="3679825" y="5218113"/>
          <p14:tracePt t="83256" x="3773488" y="5218113"/>
          <p14:tracePt t="83266" x="3857625" y="5218113"/>
          <p14:tracePt t="83278" x="3943350" y="5218113"/>
          <p14:tracePt t="83289" x="4002088" y="5208588"/>
          <p14:tracePt t="83300" x="4062413" y="5208588"/>
          <p14:tracePt t="83311" x="4121150" y="5208588"/>
          <p14:tracePt t="83323" x="4181475" y="5208588"/>
          <p14:tracePt t="83334" x="4232275" y="5208588"/>
          <p14:tracePt t="83345" x="4291013" y="5208588"/>
          <p14:tracePt t="83357" x="4368800" y="5208588"/>
          <p14:tracePt t="83368" x="4452938" y="5208588"/>
          <p14:tracePt t="83379" x="4564063" y="5218113"/>
          <p14:tracePt t="83390" x="4665663" y="5226050"/>
          <p14:tracePt t="83401" x="4733925" y="5226050"/>
          <p14:tracePt t="83413" x="4792663" y="5226050"/>
          <p14:tracePt t="83424" x="4827588" y="5226050"/>
          <p14:tracePt t="83435" x="4835525" y="5226050"/>
          <p14:tracePt t="83447" x="4835525" y="5218113"/>
          <p14:tracePt t="83458" x="4835525" y="5200650"/>
          <p14:tracePt t="83547" x="4843463" y="5200650"/>
          <p14:tracePt t="83569" x="4852988" y="5200650"/>
          <p14:tracePt t="83582" x="4860925" y="5200650"/>
          <p14:tracePt t="83593" x="4868863" y="5200650"/>
          <p14:tracePt t="83604" x="4878388" y="5200650"/>
          <p14:tracePt t="83615" x="4886325" y="5192713"/>
          <p14:tracePt t="84199" x="4903788" y="5192713"/>
          <p14:tracePt t="84233" x="4911725" y="5192713"/>
          <p14:tracePt t="84255" x="4919663" y="5192713"/>
          <p14:tracePt t="84257" x="4929188" y="5208588"/>
          <p14:tracePt t="84268" x="4937125" y="5208588"/>
          <p14:tracePt t="84279" x="4946650" y="5208588"/>
          <p14:tracePt t="84290" x="4954588" y="5218113"/>
          <p14:tracePt t="84313" x="4962525" y="5218113"/>
          <p14:tracePt t="84324" x="4972050" y="5218113"/>
          <p14:tracePt t="84335" x="4979988" y="5218113"/>
          <p14:tracePt t="84347" x="4987925" y="5218113"/>
          <p14:tracePt t="84358" x="5005388" y="5218113"/>
          <p14:tracePt t="84369" x="5030788" y="5218113"/>
          <p14:tracePt t="84380" x="5038725" y="5218113"/>
          <p14:tracePt t="84392" x="5048250" y="5218113"/>
          <p14:tracePt t="84403" x="5073650" y="5218113"/>
          <p14:tracePt t="84414" x="5099050" y="5218113"/>
          <p14:tracePt t="84425" x="5106988" y="5226050"/>
          <p14:tracePt t="84437" x="5132388" y="5226050"/>
          <p14:tracePt t="84448" x="5141913" y="5226050"/>
          <p14:tracePt t="84503" x="5149850" y="5226050"/>
          <p14:tracePt t="84942" x="5157788" y="5218113"/>
          <p14:tracePt t="84943" x="5167313" y="5208588"/>
          <p14:tracePt t="84954" x="5167313" y="5200650"/>
          <p14:tracePt t="84977" x="5167313" y="5192713"/>
          <p14:tracePt t="84998" x="5175250" y="5183188"/>
          <p14:tracePt t="85043" x="5183188" y="5183188"/>
          <p14:tracePt t="85044" x="5183188" y="5175250"/>
          <p14:tracePt t="85055" x="5183188" y="5167313"/>
          <p14:tracePt t="85088" x="5192713" y="5157788"/>
          <p14:tracePt t="85099" x="5192713" y="5149850"/>
          <p14:tracePt t="85100" x="5208588" y="5124450"/>
          <p14:tracePt t="85123" x="5218113" y="5116513"/>
          <p14:tracePt t="85134" x="5218113" y="5106988"/>
          <p14:tracePt t="85145" x="5226050" y="5106988"/>
          <p14:tracePt t="85156" x="5226050" y="5099050"/>
          <p14:tracePt t="85168" x="5243513" y="5081588"/>
          <p14:tracePt t="85179" x="5260975" y="5064125"/>
          <p14:tracePt t="85190" x="5268913" y="5064125"/>
          <p14:tracePt t="85202" x="5286375" y="5038725"/>
          <p14:tracePt t="85213" x="5327650" y="5022850"/>
          <p14:tracePt t="85224" x="5353050" y="5013325"/>
          <p14:tracePt t="85235" x="5405438" y="5013325"/>
          <p14:tracePt t="85247" x="5464175" y="5005388"/>
          <p14:tracePt t="85258" x="5507038" y="5005388"/>
          <p14:tracePt t="85269" x="5532438" y="5005388"/>
          <p14:tracePt t="85280" x="5575300" y="5005388"/>
          <p14:tracePt t="85291" x="5651500" y="5005388"/>
          <p14:tracePt t="85304" x="5735638" y="5005388"/>
          <p14:tracePt t="85314" x="5838825" y="5005388"/>
          <p14:tracePt t="85325" x="5932488" y="4997450"/>
          <p14:tracePt t="85337" x="6049963" y="4997450"/>
          <p14:tracePt t="85348" x="6161088" y="4997450"/>
          <p14:tracePt t="85359" x="6272213" y="4997450"/>
          <p14:tracePt t="85370" x="6381750" y="4997450"/>
          <p14:tracePt t="85381" x="6475413" y="4997450"/>
          <p14:tracePt t="85393" x="6561138" y="4997450"/>
          <p14:tracePt t="85404" x="6645275" y="4997450"/>
          <p14:tracePt t="85415" x="6756400" y="4997450"/>
          <p14:tracePt t="85427" x="6840538" y="4997450"/>
          <p14:tracePt t="85438" x="6908800" y="4997450"/>
          <p14:tracePt t="85449" x="6985000" y="4997450"/>
          <p14:tracePt t="85460" x="7035800" y="4997450"/>
          <p14:tracePt t="85471" x="7088188" y="5005388"/>
          <p14:tracePt t="85483" x="7138988" y="5030788"/>
          <p14:tracePt t="85494" x="7172325" y="5064125"/>
          <p14:tracePt t="85506" x="7180263" y="5073650"/>
          <p14:tracePt t="85516" x="7189788" y="5091113"/>
          <p14:tracePt t="85528" x="7189788" y="5099050"/>
          <p14:tracePt t="85539" x="7189788" y="5116513"/>
          <p14:tracePt t="85550" x="7189788" y="5149850"/>
          <p14:tracePt t="85562" x="7180263" y="5175250"/>
          <p14:tracePt t="85573" x="7146925" y="5192713"/>
          <p14:tracePt t="85584" x="7121525" y="5200650"/>
          <p14:tracePt t="85595" x="7078663" y="5218113"/>
          <p14:tracePt t="85607" x="7002463" y="5260975"/>
          <p14:tracePt t="85618" x="6926263" y="5286375"/>
          <p14:tracePt t="85629" x="6824663" y="5319713"/>
          <p14:tracePt t="85640" x="6721475" y="5337175"/>
          <p14:tracePt t="85651" x="6611938" y="5353050"/>
          <p14:tracePt t="85663" x="6483350" y="5353050"/>
          <p14:tracePt t="85674" x="6338888" y="5353050"/>
          <p14:tracePt t="85685" x="6186488" y="5353050"/>
          <p14:tracePt t="85697" x="6016625" y="5353050"/>
          <p14:tracePt t="85708" x="5788025" y="5353050"/>
          <p14:tracePt t="85720" x="5549900" y="5353050"/>
          <p14:tracePt t="85730" x="5345113" y="5353050"/>
          <p14:tracePt t="85741" x="5192713" y="5353050"/>
          <p14:tracePt t="85753" x="5022850" y="5353050"/>
          <p14:tracePt t="85764" x="4843463" y="5353050"/>
          <p14:tracePt t="85775" x="4640263" y="5353050"/>
          <p14:tracePt t="85787" x="4470400" y="5353050"/>
          <p14:tracePt t="85798" x="4325938" y="5353050"/>
          <p14:tracePt t="85809" x="4214813" y="5353050"/>
          <p14:tracePt t="85820" x="4113213" y="5353050"/>
          <p14:tracePt t="85831" x="4052888" y="5362575"/>
          <p14:tracePt t="85843" x="4011613" y="5362575"/>
          <p14:tracePt t="85854" x="3976688" y="5362575"/>
          <p14:tracePt t="85865" x="3951288" y="5362575"/>
          <p14:tracePt t="85877" x="3908425" y="5362575"/>
          <p14:tracePt t="85888" x="3875088" y="5362575"/>
          <p14:tracePt t="85899" x="3832225" y="5362575"/>
          <p14:tracePt t="85910" x="3790950" y="5362575"/>
          <p14:tracePt t="85922" x="3748088" y="5362575"/>
          <p14:tracePt t="85933" x="3697288" y="5362575"/>
          <p14:tracePt t="85944" x="3671888" y="5362575"/>
          <p14:tracePt t="85955" x="3636963" y="5362575"/>
          <p14:tracePt t="85972" x="3603625" y="5362575"/>
          <p14:tracePt t="85978" x="3594100" y="5362575"/>
          <p14:tracePt t="85989" x="3568700" y="5362575"/>
          <p14:tracePt t="86000" x="3535363" y="5362575"/>
          <p14:tracePt t="86012" x="3492500" y="5362575"/>
          <p14:tracePt t="86023" x="3433763" y="5362575"/>
          <p14:tracePt t="86034" x="3365500" y="5362575"/>
          <p14:tracePt t="86045" x="3297238" y="5362575"/>
          <p14:tracePt t="86068" x="3238500" y="5362575"/>
          <p14:tracePt t="86079" x="3186113" y="5370513"/>
          <p14:tracePt t="86090" x="3144838" y="5370513"/>
          <p14:tracePt t="86101" x="3119438" y="5370513"/>
          <p14:tracePt t="86225" x="3127375" y="5370513"/>
          <p14:tracePt t="86237" x="3127375" y="5380038"/>
          <p14:tracePt t="86248" x="3135313" y="5380038"/>
          <p14:tracePt t="86259" x="3152775" y="5380038"/>
          <p14:tracePt t="86270" x="3170238" y="5380038"/>
          <p14:tracePt t="86282" x="3186113" y="5380038"/>
          <p14:tracePt t="86293" x="3203575" y="5380038"/>
          <p14:tracePt t="86315" x="3211513" y="5380038"/>
          <p14:tracePt t="86327" x="3228975" y="5395913"/>
          <p14:tracePt t="86338" x="3279775" y="5405438"/>
          <p14:tracePt t="86349" x="3340100" y="5413375"/>
          <p14:tracePt t="86360" x="3398838" y="5446713"/>
          <p14:tracePt t="86372" x="3424238" y="5446713"/>
          <p14:tracePt t="86383" x="3467100" y="5446713"/>
          <p14:tracePt t="86394" x="3527425" y="5456238"/>
          <p14:tracePt t="86405" x="3594100" y="5456238"/>
          <p14:tracePt t="86416" x="3654425" y="5456238"/>
          <p14:tracePt t="86428" x="3697288" y="5456238"/>
          <p14:tracePt t="86439" x="3756025" y="5464175"/>
          <p14:tracePt t="86450" x="3798888" y="5464175"/>
          <p14:tracePt t="86462" x="3832225" y="5464175"/>
          <p14:tracePt t="86473" x="3875088" y="5464175"/>
          <p14:tracePt t="86484" x="3935413" y="5464175"/>
          <p14:tracePt t="86495" x="3994150" y="5472113"/>
          <p14:tracePt t="86507" x="4044950" y="5472113"/>
          <p14:tracePt t="86518" x="4105275" y="5472113"/>
          <p14:tracePt t="86529" x="4181475" y="5472113"/>
          <p14:tracePt t="86540" x="4249738" y="5472113"/>
          <p14:tracePt t="86552" x="4316413" y="5472113"/>
          <p14:tracePt t="86563" x="4394200" y="5472113"/>
          <p14:tracePt t="86574" x="4460875" y="5472113"/>
          <p14:tracePt t="86586" x="4521200" y="5472113"/>
          <p14:tracePt t="86597" x="4579938" y="5464175"/>
          <p14:tracePt t="86608" x="4640263" y="5464175"/>
          <p14:tracePt t="86619" x="4716463" y="5456238"/>
          <p14:tracePt t="86630" x="4784725" y="5456238"/>
          <p14:tracePt t="86641" x="4868863" y="5456238"/>
          <p14:tracePt t="86653" x="4954588" y="5456238"/>
          <p14:tracePt t="86664" x="5038725" y="5456238"/>
          <p14:tracePt t="86675" x="5141913" y="5456238"/>
          <p14:tracePt t="86686" x="5235575" y="5456238"/>
          <p14:tracePt t="86698" x="5337175" y="5456238"/>
          <p14:tracePt t="86709" x="5421313" y="5456238"/>
          <p14:tracePt t="86720" x="5507038" y="5456238"/>
          <p14:tracePt t="86731" x="5583238" y="5456238"/>
          <p14:tracePt t="86743" x="5651500" y="5456238"/>
          <p14:tracePt t="86754" x="5710238" y="5456238"/>
          <p14:tracePt t="86765" x="5719763" y="5456238"/>
          <p14:tracePt t="86777" x="5753100" y="5456238"/>
          <p14:tracePt t="86788" x="5770563" y="5456238"/>
          <p14:tracePt t="86799" x="5795963" y="5456238"/>
          <p14:tracePt t="86865" x="5803900" y="5456238"/>
          <p14:tracePt t="86867" x="5813425" y="5456238"/>
          <p14:tracePt t="86922" x="5821363" y="5456238"/>
          <p14:tracePt t="86923" x="5821363" y="5430838"/>
          <p14:tracePt t="86934" x="5813425" y="5413375"/>
          <p14:tracePt t="86945" x="5753100" y="5353050"/>
          <p14:tracePt t="86956" x="5753100" y="5345113"/>
          <p14:tracePt t="86968" x="5710238" y="5311775"/>
          <p14:tracePt t="87169" x="5684838" y="5302250"/>
          <p14:tracePt t="87304" x="5676900" y="5302250"/>
          <p14:tracePt t="87306" x="5659438" y="5319713"/>
          <p14:tracePt t="87405" x="5659438" y="5327650"/>
          <p14:tracePt t="87429" x="5668963" y="5327650"/>
          <p14:tracePt t="87440" x="5676900" y="5337175"/>
          <p14:tracePt t="87463" x="5684838" y="5337175"/>
          <p14:tracePt t="87474" x="5694363" y="5337175"/>
          <p14:tracePt t="87485" x="5702300" y="5337175"/>
          <p14:tracePt t="87497" x="5710238" y="5337175"/>
          <p14:tracePt t="87508" x="5719763" y="5345113"/>
          <p14:tracePt t="87519" x="5735638" y="5353050"/>
          <p14:tracePt t="87530" x="5745163" y="5362575"/>
          <p14:tracePt t="87542" x="5761038" y="5380038"/>
          <p14:tracePt t="87553" x="5761038" y="5387975"/>
          <p14:tracePt t="87564" x="5770563" y="5405438"/>
          <p14:tracePt t="87575" x="5788025" y="5430838"/>
          <p14:tracePt t="87586" x="5795963" y="5438775"/>
          <p14:tracePt t="87598" x="5803900" y="5446713"/>
          <p14:tracePt t="87620" x="5813425" y="5456238"/>
          <p14:tracePt t="87632" x="5829300" y="5464175"/>
          <p14:tracePt t="87654" x="5846763" y="5472113"/>
          <p14:tracePt t="87665" x="5864225" y="5472113"/>
          <p14:tracePt t="87677" x="5864225" y="5481638"/>
          <p14:tracePt t="87688" x="5872163" y="5489575"/>
          <p14:tracePt t="87699" x="5880100" y="5497513"/>
          <p14:tracePt t="87721" x="5880100" y="5507038"/>
          <p14:tracePt t="87733" x="5880100" y="5514975"/>
          <p14:tracePt t="87744" x="5889625" y="5514975"/>
          <p14:tracePt t="87755" x="5889625" y="5524500"/>
          <p14:tracePt t="87766" x="5897563" y="5540375"/>
          <p14:tracePt t="87778" x="5905500" y="5540375"/>
          <p14:tracePt t="87889" x="5915025" y="5549900"/>
          <p14:tracePt t="87900" x="5915025" y="5557838"/>
          <p14:tracePt t="87934" x="5922963" y="5557838"/>
          <p14:tracePt t="87936" x="5932488" y="5557838"/>
          <p14:tracePt t="88148" x="5932488" y="5565775"/>
          <p14:tracePt t="88283" x="5940425" y="5565775"/>
          <p14:tracePt t="88305" x="5948363" y="5565775"/>
          <p14:tracePt t="88307" x="5957888" y="5575300"/>
          <p14:tracePt t="88328" x="5957888" y="5583238"/>
          <p14:tracePt t="88350" x="5965825" y="5583238"/>
          <p14:tracePt t="88666" x="5983288" y="5591175"/>
          <p14:tracePt t="88801" x="5983288" y="5600700"/>
          <p14:tracePt t="88812" x="5991225" y="5608638"/>
          <p14:tracePt t="90163" x="5999163" y="5608638"/>
          <p14:tracePt t="90466" x="6008688" y="5608638"/>
          <p14:tracePt t="90713" x="6016625" y="5608638"/>
          <p14:tracePt t="90724" x="6024563" y="5608638"/>
          <p14:tracePt t="90737" x="6034088" y="5608638"/>
          <p14:tracePt t="90758" x="6042025" y="5608638"/>
          <p14:tracePt t="90927" x="6042025" y="5616575"/>
          <p14:tracePt t="91298" x="6042025" y="5634038"/>
          <p14:tracePt t="91343" x="6042025" y="5641975"/>
          <p14:tracePt t="91805" x="6042025" y="5651500"/>
          <p14:tracePt t="91838" x="6042025" y="5659438"/>
          <p14:tracePt t="91950" x="6042025" y="5668963"/>
          <p14:tracePt t="93109" x="6042025" y="5676900"/>
          <p14:tracePt t="94179" x="6042025" y="5684838"/>
          <p14:tracePt t="94191" x="6059488" y="5694363"/>
          <p14:tracePt t="94202" x="6076950" y="5702300"/>
          <p14:tracePt t="94213" x="6084888" y="5710238"/>
          <p14:tracePt t="94290" x="6092825" y="5710238"/>
          <p14:tracePt t="94292" x="6102350" y="5710238"/>
          <p14:tracePt t="94314" x="6110288" y="5710238"/>
          <p14:tracePt t="94325" x="6118225" y="5710238"/>
          <p14:tracePt t="94337" x="6135688" y="5710238"/>
          <p14:tracePt t="94348" x="6161088" y="5710238"/>
          <p14:tracePt t="94504" x="6169025" y="5710238"/>
          <p14:tracePt t="94517" x="6178550" y="5710238"/>
          <p14:tracePt t="94528" x="6186488" y="5710238"/>
          <p14:tracePt t="94539" x="6194425" y="5710238"/>
          <p14:tracePt t="94550" x="6203950" y="5719763"/>
          <p14:tracePt t="94562" x="6211888" y="5719763"/>
          <p14:tracePt t="94573" x="6221413" y="5727700"/>
          <p14:tracePt t="94584" x="6254750" y="5745163"/>
          <p14:tracePt t="94596" x="6272213" y="5753100"/>
          <p14:tracePt t="94607" x="6288088" y="5761038"/>
          <p14:tracePt t="94618" x="6288088" y="5770563"/>
          <p14:tracePt t="94662" x="6297613" y="5778500"/>
          <p14:tracePt t="94673" x="6305550" y="5778500"/>
          <p14:tracePt t="94684" x="6313488" y="5788025"/>
          <p14:tracePt t="94695" x="6323013" y="5795963"/>
          <p14:tracePt t="94696" x="6330950" y="5803900"/>
          <p14:tracePt t="94719" x="6330950" y="5813425"/>
          <p14:tracePt t="98343" x="6381750" y="5803900"/>
          <p14:tracePt t="98353" x="6399213" y="5803900"/>
          <p14:tracePt t="98364" x="6442075" y="5795963"/>
          <p14:tracePt t="98375" x="6475413" y="5788025"/>
          <p14:tracePt t="98387" x="6500813" y="5778500"/>
          <p14:tracePt t="98701" x="6500813" y="5753100"/>
          <p14:tracePt t="98702" x="6500813" y="5710238"/>
          <p14:tracePt t="98713" x="6500813" y="5702300"/>
          <p14:tracePt t="98724" x="6492875" y="5694363"/>
          <p14:tracePt t="98747" x="6492875" y="5668963"/>
          <p14:tracePt t="98758" x="6457950" y="5626100"/>
          <p14:tracePt t="98925" x="6457950" y="5616575"/>
          <p14:tracePt t="98938" x="6450013" y="5616575"/>
          <p14:tracePt t="98949" x="6424613" y="5608638"/>
          <p14:tracePt t="99027" x="6416675" y="5608638"/>
          <p14:tracePt t="99028" x="6407150" y="5608638"/>
          <p14:tracePt t="99050" x="6407150" y="5626100"/>
          <p14:tracePt t="99062" x="6407150" y="5641975"/>
          <p14:tracePt t="99073" x="6407150" y="5651500"/>
          <p14:tracePt t="99084" x="6407150" y="5668963"/>
          <p14:tracePt t="99095" x="6424613" y="5684838"/>
          <p14:tracePt t="99139" x="6432550" y="5684838"/>
          <p14:tracePt t="99151" x="6442075" y="5684838"/>
          <p14:tracePt t="99163" x="6450013" y="5684838"/>
          <p14:tracePt t="99174" x="6467475" y="5684838"/>
          <p14:tracePt t="99185" x="6475413" y="5684838"/>
          <p14:tracePt t="99208" x="6483350" y="5684838"/>
          <p14:tracePt t="99219" x="6526213" y="5684838"/>
          <p14:tracePt t="99230" x="6561138" y="5684838"/>
          <p14:tracePt t="99242" x="6602413" y="5684838"/>
          <p14:tracePt t="99253" x="6619875" y="5684838"/>
          <p14:tracePt t="99286" x="6627813" y="5684838"/>
          <p14:tracePt t="99298" x="6637338" y="5676900"/>
          <p14:tracePt t="99309" x="6645275" y="5676900"/>
          <p14:tracePt t="99320" x="6645275" y="5668963"/>
          <p14:tracePt t="99331" x="6645275" y="5651500"/>
          <p14:tracePt t="99343" x="6654800" y="5591175"/>
          <p14:tracePt t="99354" x="6654800" y="5532438"/>
          <p14:tracePt t="99365" x="6654800" y="5514975"/>
          <p14:tracePt t="99377" x="6654800" y="5456238"/>
          <p14:tracePt t="99388" x="6654800" y="5387975"/>
          <p14:tracePt t="99399" x="6637338" y="5311775"/>
          <p14:tracePt t="99410" x="6602413" y="5260975"/>
          <p14:tracePt t="99422" x="6561138" y="5200650"/>
          <p14:tracePt t="99433" x="6526213" y="5157788"/>
          <p14:tracePt t="99444" x="6483350" y="5132388"/>
          <p14:tracePt t="99455" x="6450013" y="5116513"/>
          <p14:tracePt t="99467" x="6424613" y="5106988"/>
          <p14:tracePt t="99478" x="6391275" y="5099050"/>
          <p14:tracePt t="99500" x="6373813" y="5099050"/>
          <p14:tracePt t="99512" x="6348413" y="5099050"/>
          <p14:tracePt t="99523" x="6305550" y="5099050"/>
          <p14:tracePt t="99534" x="6280150" y="5099050"/>
          <p14:tracePt t="99545" x="6246813" y="5099050"/>
          <p14:tracePt t="99557" x="6211888" y="5099050"/>
          <p14:tracePt t="99568" x="6203950" y="5099050"/>
          <p14:tracePt t="99579" x="6186488" y="5099050"/>
          <p14:tracePt t="99591" x="6178550" y="5099050"/>
          <p14:tracePt t="99613" x="6169025" y="5099050"/>
          <p14:tracePt t="99625" x="6161088" y="5099050"/>
          <p14:tracePt t="99635" x="6143625" y="5106988"/>
          <p14:tracePt t="99647" x="6127750" y="5116513"/>
          <p14:tracePt t="99658" x="6110288" y="5132388"/>
          <p14:tracePt t="99669" x="6102350" y="5175250"/>
          <p14:tracePt t="99680" x="6092825" y="5192713"/>
          <p14:tracePt t="99692" x="6092825" y="5208588"/>
          <p14:tracePt t="99703" x="6084888" y="5235575"/>
          <p14:tracePt t="99714" x="6067425" y="5243513"/>
          <p14:tracePt t="99725" x="6059488" y="5251450"/>
          <p14:tracePt t="99737" x="6059488" y="5260975"/>
          <p14:tracePt t="99759" x="6059488" y="5276850"/>
          <p14:tracePt t="99770" x="6059488" y="5286375"/>
          <p14:tracePt t="99803" x="6059488" y="5294313"/>
          <p14:tracePt t="99805" x="6059488" y="5319713"/>
          <p14:tracePt t="99838" x="6067425" y="5327650"/>
          <p14:tracePt t="99849" x="6067425" y="5337175"/>
          <p14:tracePt t="99860" x="6076950" y="5353050"/>
          <p14:tracePt t="99872" x="6110288" y="5413375"/>
          <p14:tracePt t="99883" x="6118225" y="5438775"/>
          <p14:tracePt t="99894" x="6153150" y="5472113"/>
          <p14:tracePt t="99905" x="6161088" y="5481638"/>
          <p14:tracePt t="99917" x="6169025" y="5489575"/>
          <p14:tracePt t="99928" x="6194425" y="5497513"/>
          <p14:tracePt t="99939" x="6211888" y="5514975"/>
          <p14:tracePt t="99958" x="6237288" y="5524500"/>
          <p14:tracePt t="99962" x="6262688" y="5540375"/>
          <p14:tracePt t="100119" x="6262688" y="5557838"/>
          <p14:tracePt t="100130" x="6262688" y="5565775"/>
          <p14:tracePt t="100153" x="6262688" y="5575300"/>
          <p14:tracePt t="100164" x="6262688" y="5583238"/>
          <p14:tracePt t="100187" x="6262688" y="5591175"/>
          <p14:tracePt t="100198" x="6262688" y="5608638"/>
          <p14:tracePt t="100209" x="6262688" y="5616575"/>
          <p14:tracePt t="100220" x="6254750" y="5626100"/>
          <p14:tracePt t="100232" x="6254750" y="5634038"/>
          <p14:tracePt t="100243" x="6246813" y="5634038"/>
          <p14:tracePt t="100254" x="6237288" y="5634038"/>
          <p14:tracePt t="100265" x="6229350" y="5634038"/>
          <p14:tracePt t="100354" x="6211888" y="5641975"/>
          <p14:tracePt t="100377" x="6211888" y="5651500"/>
          <p14:tracePt t="100388" x="6221413" y="5651500"/>
          <p14:tracePt t="100390" x="6229350" y="5659438"/>
          <p14:tracePt t="100568" x="6237288" y="5659438"/>
          <p14:tracePt t="101086" x="6246813" y="5659438"/>
          <p14:tracePt t="101221" x="6254750" y="5659438"/>
          <p14:tracePt t="101223" x="6262688" y="5659438"/>
          <p14:tracePt t="101660" x="6272213" y="5651500"/>
          <p14:tracePt t="101661" x="6280150" y="5651500"/>
          <p14:tracePt t="101672" x="6288088" y="5641975"/>
          <p14:tracePt t="101694" x="6297613" y="5641975"/>
          <p14:tracePt t="101727" x="6313488" y="5634038"/>
          <p14:tracePt t="101738" x="6313488" y="5626100"/>
          <p14:tracePt t="101739" x="6313488" y="5616575"/>
          <p14:tracePt t="101762" x="6323013" y="5608638"/>
          <p14:tracePt t="101773" x="6323013" y="5600700"/>
          <p14:tracePt t="101784" x="6330950" y="5600700"/>
          <p14:tracePt t="101795" x="6330950" y="5583238"/>
          <p14:tracePt t="101818" x="6330950" y="5575300"/>
          <p14:tracePt t="101829" x="6330950" y="5565775"/>
          <p14:tracePt t="101840" x="6330950" y="5540375"/>
          <p14:tracePt t="101852" x="6330950" y="5532438"/>
          <p14:tracePt t="101974" x="6338888" y="5524500"/>
          <p14:tracePt t="102154" x="6348413" y="5524500"/>
          <p14:tracePt t="102156" x="6356350" y="5532438"/>
          <p14:tracePt t="102177" x="6356350" y="5540375"/>
          <p14:tracePt t="102368" x="6365875" y="5549900"/>
          <p14:tracePt t="102379" x="6373813" y="5549900"/>
          <p14:tracePt t="102492" x="6381750" y="5557838"/>
          <p14:tracePt t="102694" x="6381750" y="5565775"/>
          <p14:tracePt t="102874" x="6391275" y="5565775"/>
          <p14:tracePt t="102964" x="6399213" y="5565775"/>
          <p14:tracePt t="102987" x="6416675" y="5565775"/>
          <p14:tracePt t="102998" x="6424613" y="5575300"/>
          <p14:tracePt t="106038" x="6483350" y="5575300"/>
          <p14:tracePt t="106047" x="6510338" y="5575300"/>
          <p14:tracePt t="106049" x="6561138" y="5557838"/>
          <p14:tracePt t="106059" x="6680200" y="5524500"/>
          <p14:tracePt t="106070" x="6850063" y="5472113"/>
          <p14:tracePt t="106082" x="7724775" y="5022850"/>
          <p14:tracePt t="106093" x="8320088" y="4691063"/>
          <p14:tracePt t="106104" x="8829675" y="4419600"/>
        </p14:tracePtLst>
      </p14:laserTrace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BBDB35-7484-4D3F-9EA3-4C0B6A70B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 Цепное хеширование – 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F5A7DB06-45F0-4F67-8885-48F936CFA7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523" y="2319832"/>
            <a:ext cx="3886200" cy="2679432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6A82E4AF-1965-49B2-BAC7-C544012C9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90027" y="1927225"/>
            <a:ext cx="4108450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Это способ разрешения коллизий, когда элементы, ключи которых получили </a:t>
            </a:r>
            <a:r>
              <a:rPr lang="ru-RU" b="1" dirty="0"/>
              <a:t>один индекс</a:t>
            </a:r>
            <a:r>
              <a:rPr lang="ru-RU" dirty="0"/>
              <a:t>, хранятся в одном </a:t>
            </a:r>
            <a:r>
              <a:rPr lang="ru-RU" b="1" dirty="0"/>
              <a:t>однонаправленном списке </a:t>
            </a:r>
            <a:r>
              <a:rPr lang="ru-RU" dirty="0"/>
              <a:t>(цепочке переполнения) с вершиной в </a:t>
            </a:r>
            <a:r>
              <a:rPr lang="ru-RU" b="1" dirty="0"/>
              <a:t>хеш-таблице</a:t>
            </a:r>
            <a:r>
              <a:rPr lang="ru-RU" dirty="0"/>
              <a:t>. </a:t>
            </a:r>
          </a:p>
          <a:p>
            <a:r>
              <a:rPr lang="ru-RU" dirty="0"/>
              <a:t>Тогда хеш-таблица – это массив указателей на такие списки</a:t>
            </a:r>
          </a:p>
          <a:p>
            <a:r>
              <a:rPr lang="ru-RU" dirty="0"/>
              <a:t>Пример.  →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187A178-A1F8-4D4A-9FFE-67AEA2BE8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875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6D8BAF-6665-4A63-A0A4-E464F8EDD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Пример 3: Хеш – таблица с динамическими списками для устранения коллизий  (1/2)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5DE08AAB-20C6-4E42-8937-E1CE5672F99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28650" y="2775715"/>
            <a:ext cx="3886200" cy="2451158"/>
          </a:xfrm>
          <a:prstGeom prst="rect">
            <a:avLst/>
          </a:prstGeom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0076E486-35CC-4234-94C2-581B92CB56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Создадим  хеш-таблицу для ключей из примера выше с множественными коллизиями</a:t>
            </a:r>
          </a:p>
          <a:p>
            <a:r>
              <a:rPr lang="ru-RU" dirty="0"/>
              <a:t>При возникновении коллизии данные с ключом помещаются в начало списка, который в таблице связан с элементом, для которого хеш-функция создала индекс →</a:t>
            </a:r>
          </a:p>
        </p:txBody>
      </p:sp>
    </p:spTree>
    <p:extLst>
      <p:ext uri="{BB962C8B-B14F-4D97-AF65-F5344CB8AC3E}">
        <p14:creationId xmlns:p14="http://schemas.microsoft.com/office/powerpoint/2010/main" val="647377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76"/>
    </mc:Choice>
    <mc:Fallback xmlns="">
      <p:transition spd="slow" advTm="36176"/>
    </mc:Fallback>
  </mc:AlternateContent>
  <p:extLst>
    <p:ext uri="{3A86A75C-4F4B-4683-9AE1-C65F6400EC91}">
      <p14:laserTraceLst xmlns:p14="http://schemas.microsoft.com/office/powerpoint/2010/main">
        <p14:tracePtLst>
          <p14:tracePt t="908" x="8328025" y="2405063"/>
          <p14:tracePt t="919" x="7902575" y="2286000"/>
          <p14:tracePt t="931" x="7504113" y="2192338"/>
          <p14:tracePt t="942" x="7154863" y="2108200"/>
          <p14:tracePt t="953" x="6875463" y="2055813"/>
          <p14:tracePt t="965" x="6602413" y="2005013"/>
          <p14:tracePt t="975" x="6348413" y="1954213"/>
          <p14:tracePt t="987" x="6102350" y="1928813"/>
          <p14:tracePt t="998" x="5854700" y="1878013"/>
          <p14:tracePt t="1009" x="5634038" y="1852613"/>
          <p14:tracePt t="1021" x="5405438" y="1809750"/>
          <p14:tracePt t="1032" x="5218113" y="1776413"/>
          <p14:tracePt t="1043" x="5022850" y="1733550"/>
          <p14:tracePt t="1054" x="4852988" y="1700213"/>
          <p14:tracePt t="1066" x="4708525" y="1665288"/>
          <p14:tracePt t="1077" x="4589463" y="1614488"/>
          <p14:tracePt t="1088" x="4478338" y="1563688"/>
          <p14:tracePt t="1099" x="4368800" y="1512888"/>
          <p14:tracePt t="1111" x="4249738" y="1462088"/>
          <p14:tracePt t="1122" x="4121150" y="1401763"/>
          <p14:tracePt t="1133" x="4019550" y="1360488"/>
          <p14:tracePt t="1144" x="3917950" y="1308100"/>
          <p14:tracePt t="1156" x="3816350" y="1274763"/>
          <p14:tracePt t="1167" x="3722688" y="1241425"/>
          <p14:tracePt t="1178" x="3636963" y="1223963"/>
          <p14:tracePt t="1189" x="3560763" y="1198563"/>
          <p14:tracePt t="1201" x="3475038" y="1189038"/>
          <p14:tracePt t="1212" x="3382963" y="1163638"/>
          <p14:tracePt t="1223" x="3279775" y="1147763"/>
          <p14:tracePt t="1234" x="3178175" y="1122363"/>
          <p14:tracePt t="1246" x="3076575" y="1096963"/>
          <p14:tracePt t="1257" x="2949575" y="1062038"/>
          <p14:tracePt t="1268" x="2838450" y="1028700"/>
          <p14:tracePt t="1280" x="2719388" y="1003300"/>
          <p14:tracePt t="1291" x="2600325" y="985838"/>
          <p14:tracePt t="1302" x="2506663" y="968375"/>
          <p14:tracePt t="1313" x="2413000" y="952500"/>
          <p14:tracePt t="1324" x="2354263" y="942975"/>
          <p14:tracePt t="1336" x="2344738" y="942975"/>
          <p14:tracePt t="1347" x="2311400" y="935038"/>
          <p14:tracePt t="1358" x="2286000" y="925513"/>
          <p14:tracePt t="1369" x="2268538" y="909638"/>
          <p14:tracePt t="1381" x="2252663" y="892175"/>
          <p14:tracePt t="1392" x="2243138" y="866775"/>
          <p14:tracePt t="1424" x="2243138" y="858838"/>
          <p14:tracePt t="1426" x="2243138" y="849313"/>
          <p14:tracePt t="1437" x="2243138" y="841375"/>
          <p14:tracePt t="1459" x="2243138" y="833438"/>
          <p14:tracePt t="1471" x="2243138" y="823913"/>
          <p14:tracePt t="1493" x="2243138" y="815975"/>
          <p14:tracePt t="1504" x="2243138" y="808038"/>
          <p14:tracePt t="1548" x="2243138" y="798513"/>
          <p14:tracePt t="1773" x="2252663" y="790575"/>
          <p14:tracePt t="1775" x="2278063" y="755650"/>
          <p14:tracePt t="1786" x="2286000" y="747713"/>
          <p14:tracePt t="1797" x="2311400" y="722313"/>
          <p14:tracePt t="1808" x="2328863" y="714375"/>
          <p14:tracePt t="1819" x="2354263" y="688975"/>
          <p14:tracePt t="1831" x="2405063" y="636588"/>
          <p14:tracePt t="1842" x="2455863" y="569913"/>
          <p14:tracePt t="1853" x="2498725" y="544513"/>
          <p14:tracePt t="1864" x="2549525" y="501650"/>
          <p14:tracePt t="1876" x="2608263" y="450850"/>
          <p14:tracePt t="1887" x="2686050" y="407988"/>
          <p14:tracePt t="1898" x="2752725" y="365125"/>
          <p14:tracePt t="1909" x="2805113" y="322263"/>
          <p14:tracePt t="1921" x="2855913" y="288925"/>
          <p14:tracePt t="1932" x="2863850" y="280988"/>
          <p14:tracePt t="1943" x="2863850" y="271463"/>
          <p14:tracePt t="1954" x="2871788" y="263525"/>
          <p14:tracePt t="1966" x="2889250" y="255588"/>
          <p14:tracePt t="1977" x="2906713" y="255588"/>
          <p14:tracePt t="1988" x="2932113" y="255588"/>
          <p14:tracePt t="1999" x="2982913" y="255588"/>
          <p14:tracePt t="2010" x="3067050" y="255588"/>
          <p14:tracePt t="2022" x="3195638" y="255588"/>
          <p14:tracePt t="2033" x="3330575" y="255588"/>
          <p14:tracePt t="2044" x="3492500" y="255588"/>
          <p14:tracePt t="2056" x="3646488" y="246063"/>
          <p14:tracePt t="2067" x="3798888" y="230188"/>
          <p14:tracePt t="2078" x="3943350" y="212725"/>
          <p14:tracePt t="2089" x="4070350" y="195263"/>
          <p14:tracePt t="2101" x="4171950" y="187325"/>
          <p14:tracePt t="2113" x="4275138" y="177800"/>
          <p14:tracePt t="2123" x="4359275" y="177800"/>
          <p14:tracePt t="2134" x="4470400" y="177800"/>
          <p14:tracePt t="2146" x="4579938" y="177800"/>
          <p14:tracePt t="2157" x="4708525" y="177800"/>
          <p14:tracePt t="2168" x="4852988" y="177800"/>
          <p14:tracePt t="2179" x="5005388" y="177800"/>
          <p14:tracePt t="2191" x="5175250" y="177800"/>
          <p14:tracePt t="2202" x="5353050" y="177800"/>
          <p14:tracePt t="2213" x="5489575" y="177800"/>
          <p14:tracePt t="2224" x="5608638" y="187325"/>
          <p14:tracePt t="2236" x="5719763" y="187325"/>
          <p14:tracePt t="2247" x="5821363" y="187325"/>
          <p14:tracePt t="2258" x="5915025" y="187325"/>
          <p14:tracePt t="2269" x="6016625" y="187325"/>
          <p14:tracePt t="2281" x="6102350" y="187325"/>
          <p14:tracePt t="2292" x="6186488" y="187325"/>
          <p14:tracePt t="2303" x="6246813" y="203200"/>
          <p14:tracePt t="2315" x="6305550" y="203200"/>
          <p14:tracePt t="2326" x="6348413" y="212725"/>
          <p14:tracePt t="2337" x="6381750" y="212725"/>
          <p14:tracePt t="2348" x="6416675" y="212725"/>
          <p14:tracePt t="2359" x="6424613" y="212725"/>
          <p14:tracePt t="2371" x="6457950" y="212725"/>
          <p14:tracePt t="2382" x="6500813" y="212725"/>
          <p14:tracePt t="2393" x="6535738" y="212725"/>
          <p14:tracePt t="2404" x="6561138" y="212725"/>
          <p14:tracePt t="2416" x="6577013" y="212725"/>
          <p14:tracePt t="2427" x="6586538" y="212725"/>
          <p14:tracePt t="2471" x="6594475" y="212725"/>
          <p14:tracePt t="2472" x="6594475" y="220663"/>
          <p14:tracePt t="2483" x="6594475" y="230188"/>
          <p14:tracePt t="2495" x="6594475" y="255588"/>
          <p14:tracePt t="2506" x="6594475" y="263525"/>
          <p14:tracePt t="2517" x="6594475" y="271463"/>
          <p14:tracePt t="2529" x="6594475" y="314325"/>
          <p14:tracePt t="2539" x="6594475" y="339725"/>
          <p14:tracePt t="2551" x="6594475" y="390525"/>
          <p14:tracePt t="2562" x="6594475" y="415925"/>
          <p14:tracePt t="2573" x="6594475" y="433388"/>
          <p14:tracePt t="2584" x="6594475" y="441325"/>
          <p14:tracePt t="2628" x="6594475" y="450850"/>
          <p14:tracePt t="2630" x="6594475" y="458788"/>
          <p14:tracePt t="2652" x="6594475" y="466725"/>
          <p14:tracePt t="2663" x="6594475" y="484188"/>
          <p14:tracePt t="2674" x="6594475" y="492125"/>
          <p14:tracePt t="2686" x="6594475" y="509588"/>
          <p14:tracePt t="2697" x="6594475" y="527050"/>
          <p14:tracePt t="2708" x="6594475" y="560388"/>
          <p14:tracePt t="2719" x="6594475" y="603250"/>
          <p14:tracePt t="2731" x="6594475" y="628650"/>
          <p14:tracePt t="2742" x="6594475" y="663575"/>
          <p14:tracePt t="2753" x="6594475" y="688975"/>
          <p14:tracePt t="2764" x="6594475" y="722313"/>
          <p14:tracePt t="2776" x="6594475" y="739775"/>
          <p14:tracePt t="2977" x="6594475" y="755650"/>
          <p14:tracePt t="2978" x="6594475" y="765175"/>
          <p14:tracePt t="3033" x="6602413" y="773113"/>
          <p14:tracePt t="3067" x="6602413" y="781050"/>
          <p14:tracePt t="3551" x="6602413" y="790575"/>
          <p14:tracePt t="3652" x="6602413" y="798513"/>
          <p14:tracePt t="4484" x="6602413" y="808038"/>
          <p14:tracePt t="4721" x="6611938" y="808038"/>
          <p14:tracePt t="4766" x="6611938" y="815975"/>
          <p14:tracePt t="4799" x="6611938" y="833438"/>
          <p14:tracePt t="4834" x="6611938" y="841375"/>
          <p14:tracePt t="4846" x="6619875" y="849313"/>
          <p14:tracePt t="4901" x="6627813" y="849313"/>
          <p14:tracePt t="4934" x="6627813" y="858838"/>
          <p14:tracePt t="4946" x="6627813" y="866775"/>
          <p14:tracePt t="4947" x="6627813" y="874713"/>
          <p14:tracePt t="4979" x="6627813" y="884238"/>
          <p14:tracePt t="4981" x="6627813" y="892175"/>
          <p14:tracePt t="5014" x="6627813" y="900113"/>
          <p14:tracePt t="5026" x="6627813" y="909638"/>
          <p14:tracePt t="5037" x="6627813" y="917575"/>
          <p14:tracePt t="5059" x="6627813" y="935038"/>
          <p14:tracePt t="5081" x="6627813" y="942975"/>
          <p14:tracePt t="5114" x="6619875" y="952500"/>
          <p14:tracePt t="5126" x="6611938" y="960438"/>
          <p14:tracePt t="5137" x="6602413" y="960438"/>
          <p14:tracePt t="5182" x="6602413" y="968375"/>
          <p14:tracePt t="5193" x="6594475" y="977900"/>
          <p14:tracePt t="5204" x="6586538" y="977900"/>
          <p14:tracePt t="5206" x="6586538" y="985838"/>
          <p14:tracePt t="5217" x="6586538" y="993775"/>
          <p14:tracePt t="5228" x="6577013" y="1003300"/>
          <p14:tracePt t="5239" x="6577013" y="1011238"/>
          <p14:tracePt t="5251" x="6569075" y="1028700"/>
          <p14:tracePt t="5262" x="6551613" y="1079500"/>
          <p14:tracePt t="5273" x="6543675" y="1096963"/>
          <p14:tracePt t="5284" x="6535738" y="1112838"/>
          <p14:tracePt t="5296" x="6526213" y="1122363"/>
          <p14:tracePt t="5307" x="6510338" y="1147763"/>
          <p14:tracePt t="5318" x="6510338" y="1155700"/>
          <p14:tracePt t="5329" x="6500813" y="1173163"/>
          <p14:tracePt t="5341" x="6492875" y="1189038"/>
          <p14:tracePt t="5352" x="6492875" y="1198563"/>
          <p14:tracePt t="5363" x="6483350" y="1206500"/>
          <p14:tracePt t="5374" x="6475413" y="1216025"/>
          <p14:tracePt t="5386" x="6475413" y="1231900"/>
          <p14:tracePt t="5397" x="6467475" y="1241425"/>
          <p14:tracePt t="5408" x="6457950" y="1266825"/>
          <p14:tracePt t="5419" x="6457950" y="1282700"/>
          <p14:tracePt t="5431" x="6457950" y="1325563"/>
          <p14:tracePt t="5443" x="6457950" y="1360488"/>
          <p14:tracePt t="5453" x="6457950" y="1368425"/>
          <p14:tracePt t="5464" x="6457950" y="1401763"/>
          <p14:tracePt t="5476" x="6457950" y="1411288"/>
          <p14:tracePt t="5487" x="6457950" y="1436688"/>
          <p14:tracePt t="5498" x="6457950" y="1444625"/>
          <p14:tracePt t="5532" x="6450013" y="1452563"/>
          <p14:tracePt t="5543" x="6450013" y="1462088"/>
          <p14:tracePt t="5554" x="6442075" y="1462088"/>
          <p14:tracePt t="5566" x="6432550" y="1470025"/>
          <p14:tracePt t="5577" x="6416675" y="1487488"/>
          <p14:tracePt t="5588" x="6365875" y="1512888"/>
          <p14:tracePt t="5599" x="6338888" y="1538288"/>
          <p14:tracePt t="5611" x="6288088" y="1606550"/>
          <p14:tracePt t="5622" x="6254750" y="1631950"/>
          <p14:tracePt t="5633" x="6229350" y="1639888"/>
          <p14:tracePt t="5644" x="6194425" y="1657350"/>
          <p14:tracePt t="5656" x="6161088" y="1665288"/>
          <p14:tracePt t="5667" x="6118225" y="1674813"/>
          <p14:tracePt t="5678" x="6067425" y="1682750"/>
          <p14:tracePt t="5689" x="6008688" y="1682750"/>
          <p14:tracePt t="5701" x="5940425" y="1682750"/>
          <p14:tracePt t="5712" x="5854700" y="1682750"/>
          <p14:tracePt t="5723" x="5745163" y="1682750"/>
          <p14:tracePt t="5734" x="5626100" y="1665288"/>
          <p14:tracePt t="5746" x="5497513" y="1657350"/>
          <p14:tracePt t="5757" x="5353050" y="1639888"/>
          <p14:tracePt t="5768" x="5218113" y="1631950"/>
          <p14:tracePt t="5779" x="5064125" y="1631950"/>
          <p14:tracePt t="5791" x="4919663" y="1622425"/>
          <p14:tracePt t="5802" x="4792663" y="1606550"/>
          <p14:tracePt t="5813" x="4683125" y="1597025"/>
          <p14:tracePt t="5824" x="4579938" y="1597025"/>
          <p14:tracePt t="5836" x="4478338" y="1597025"/>
          <p14:tracePt t="5847" x="4394200" y="1597025"/>
          <p14:tracePt t="5858" x="4308475" y="1597025"/>
          <p14:tracePt t="5870" x="4214813" y="1597025"/>
          <p14:tracePt t="5881" x="4130675" y="1597025"/>
          <p14:tracePt t="5892" x="4027488" y="1597025"/>
          <p14:tracePt t="5911" x="3917950" y="1597025"/>
          <p14:tracePt t="5914" x="3798888" y="1597025"/>
          <p14:tracePt t="5926" x="3687763" y="1597025"/>
          <p14:tracePt t="5937" x="3586163" y="1597025"/>
          <p14:tracePt t="5948" x="3484563" y="1614488"/>
          <p14:tracePt t="5959" x="3390900" y="1614488"/>
          <p14:tracePt t="5971" x="3289300" y="1614488"/>
          <p14:tracePt t="5982" x="3186113" y="1614488"/>
          <p14:tracePt t="5993" x="3094038" y="1606550"/>
          <p14:tracePt t="6004" x="3000375" y="1589088"/>
          <p14:tracePt t="6016" x="2914650" y="1555750"/>
          <p14:tracePt t="6027" x="2838450" y="1520825"/>
          <p14:tracePt t="6038" x="2770188" y="1487488"/>
          <p14:tracePt t="6049" x="2727325" y="1470025"/>
          <p14:tracePt t="6061" x="2693988" y="1462088"/>
          <p14:tracePt t="6093" x="2686050" y="1462088"/>
          <p14:tracePt t="6106" x="2693988" y="1462088"/>
          <p14:tracePt t="6117" x="2701925" y="1470025"/>
          <p14:tracePt t="6128" x="2719388" y="1470025"/>
          <p14:tracePt t="6139" x="2736850" y="1477963"/>
          <p14:tracePt t="6151" x="2752725" y="1495425"/>
          <p14:tracePt t="6162" x="2762250" y="1495425"/>
          <p14:tracePt t="6173" x="2770188" y="1495425"/>
          <p14:tracePt t="6196" x="2778125" y="1495425"/>
          <p14:tracePt t="6207" x="2787650" y="1495425"/>
          <p14:tracePt t="6218" x="2795588" y="1495425"/>
          <p14:tracePt t="6229" x="2830513" y="1495425"/>
          <p14:tracePt t="6241" x="2881313" y="1495425"/>
          <p14:tracePt t="6252" x="2982913" y="1495425"/>
          <p14:tracePt t="6263" x="3094038" y="1495425"/>
          <p14:tracePt t="6275" x="3238500" y="1495425"/>
          <p14:tracePt t="6286" x="3390900" y="1495425"/>
          <p14:tracePt t="6297" x="3552825" y="1520825"/>
          <p14:tracePt t="6309" x="3713163" y="1546225"/>
          <p14:tracePt t="6319" x="3857625" y="1571625"/>
          <p14:tracePt t="6331" x="4002088" y="1606550"/>
          <p14:tracePt t="6342" x="4130675" y="1631950"/>
          <p14:tracePt t="6353" x="4240213" y="1649413"/>
          <p14:tracePt t="6364" x="4368800" y="1665288"/>
          <p14:tracePt t="6376" x="4503738" y="1682750"/>
          <p14:tracePt t="6387" x="4614863" y="1700213"/>
          <p14:tracePt t="6398" x="4724400" y="1700213"/>
          <p14:tracePt t="6410" x="4810125" y="1700213"/>
          <p14:tracePt t="6421" x="4827588" y="1700213"/>
          <p14:tracePt t="6432" x="4852988" y="1700213"/>
          <p14:tracePt t="6443" x="4886325" y="1674813"/>
          <p14:tracePt t="6454" x="4886325" y="1665288"/>
          <p14:tracePt t="6466" x="4919663" y="1649413"/>
          <p14:tracePt t="6477" x="4979988" y="1639888"/>
          <p14:tracePt t="6488" x="5022850" y="1639888"/>
          <p14:tracePt t="6499" x="5091113" y="1639888"/>
          <p14:tracePt t="6511" x="5218113" y="1639888"/>
          <p14:tracePt t="6522" x="5413375" y="1639888"/>
          <p14:tracePt t="6533" x="5616575" y="1639888"/>
          <p14:tracePt t="6544" x="5821363" y="1639888"/>
          <p14:tracePt t="6555" x="5965825" y="1639888"/>
          <p14:tracePt t="6567" x="6049963" y="1631950"/>
          <p14:tracePt t="6578" x="6110288" y="1631950"/>
          <p14:tracePt t="6589" x="6118225" y="1622425"/>
          <p14:tracePt t="6601" x="6143625" y="1622425"/>
          <p14:tracePt t="6612" x="6178550" y="1614488"/>
          <p14:tracePt t="6634" x="6203950" y="1597025"/>
          <p14:tracePt t="6646" x="6221413" y="1597025"/>
          <p14:tracePt t="6657" x="6237288" y="1597025"/>
          <p14:tracePt t="6668" x="6246813" y="1597025"/>
          <p14:tracePt t="6680" x="6254750" y="1597025"/>
          <p14:tracePt t="6691" x="6262688" y="1597025"/>
          <p14:tracePt t="6702" x="6288088" y="1597025"/>
          <p14:tracePt t="6713" x="6305550" y="1597025"/>
          <p14:tracePt t="6725" x="6365875" y="1622425"/>
          <p14:tracePt t="6736" x="6407150" y="1622425"/>
          <p14:tracePt t="6747" x="6442075" y="1631950"/>
          <p14:tracePt t="6758" x="6518275" y="1639888"/>
          <p14:tracePt t="6769" x="6611938" y="1639888"/>
          <p14:tracePt t="6781" x="6738938" y="1649413"/>
          <p14:tracePt t="6792" x="6858000" y="1649413"/>
          <p14:tracePt t="6803" x="6969125" y="1649413"/>
          <p14:tracePt t="6814" x="7035800" y="1649413"/>
          <p14:tracePt t="7039" x="7027863" y="1649413"/>
          <p14:tracePt t="7051" x="7019925" y="1649413"/>
          <p14:tracePt t="7073" x="7010400" y="1649413"/>
          <p14:tracePt t="7084" x="7002463" y="1649413"/>
          <p14:tracePt t="7096" x="6994525" y="1649413"/>
          <p14:tracePt t="7107" x="6959600" y="1649413"/>
          <p14:tracePt t="7118" x="6943725" y="1649413"/>
          <p14:tracePt t="7129" x="6926263" y="1649413"/>
          <p14:tracePt t="7141" x="6891338" y="1649413"/>
          <p14:tracePt t="7152" x="6865938" y="1649413"/>
          <p14:tracePt t="7163" x="6840538" y="1649413"/>
          <p14:tracePt t="7175" x="6789738" y="1649413"/>
          <p14:tracePt t="7186" x="6721475" y="1639888"/>
          <p14:tracePt t="7197" x="6662738" y="1631950"/>
          <p14:tracePt t="7208" x="6586538" y="1606550"/>
          <p14:tracePt t="7219" x="6510338" y="1597025"/>
          <p14:tracePt t="7231" x="6450013" y="1589088"/>
          <p14:tracePt t="7242" x="6391275" y="1581150"/>
          <p14:tracePt t="7253" x="6381750" y="1581150"/>
          <p14:tracePt t="7286" x="6373813" y="1581150"/>
          <p14:tracePt t="7298" x="6381750" y="1581150"/>
          <p14:tracePt t="7309" x="6391275" y="1589088"/>
          <p14:tracePt t="7321" x="6416675" y="1597025"/>
          <p14:tracePt t="7332" x="6424613" y="1597025"/>
          <p14:tracePt t="7343" x="6483350" y="1597025"/>
          <p14:tracePt t="7354" x="6510338" y="1597025"/>
          <p14:tracePt t="7366" x="6569075" y="1597025"/>
          <p14:tracePt t="7377" x="6654800" y="1597025"/>
          <p14:tracePt t="7388" x="6738938" y="1571625"/>
          <p14:tracePt t="7399" x="6840538" y="1563688"/>
          <p14:tracePt t="7410" x="6943725" y="1538288"/>
          <p14:tracePt t="7422" x="7053263" y="1530350"/>
          <p14:tracePt t="7433" x="7172325" y="1530350"/>
          <p14:tracePt t="7444" x="7265988" y="1530350"/>
          <p14:tracePt t="7456" x="7350125" y="1530350"/>
          <p14:tracePt t="7467" x="7410450" y="1530350"/>
          <p14:tracePt t="7478" x="7453313" y="1530350"/>
          <p14:tracePt t="7489" x="7461250" y="1530350"/>
          <p14:tracePt t="7501" x="7469188" y="1530350"/>
          <p14:tracePt t="7512" x="7469188" y="1538288"/>
          <p14:tracePt t="7691" x="7478713" y="1555750"/>
          <p14:tracePt t="7702" x="7486650" y="1563688"/>
          <p14:tracePt t="7724" x="7494588" y="1563688"/>
          <p14:tracePt t="7737" x="7504113" y="1563688"/>
          <p14:tracePt t="7748" x="7521575" y="1563688"/>
          <p14:tracePt t="7771" x="7529513" y="1563688"/>
          <p14:tracePt t="7782" x="7537450" y="1563688"/>
          <p14:tracePt t="7804" x="7546975" y="1563688"/>
          <p14:tracePt t="7816" x="7572375" y="1571625"/>
          <p14:tracePt t="7827" x="7588250" y="1571625"/>
          <p14:tracePt t="7838" x="7648575" y="1581150"/>
          <p14:tracePt t="7849" x="7707313" y="1597025"/>
          <p14:tracePt t="7861" x="7724775" y="1597025"/>
          <p14:tracePt t="7872" x="7767638" y="1597025"/>
          <p14:tracePt t="7884" x="7826375" y="1606550"/>
          <p14:tracePt t="7895" x="7869238" y="1606550"/>
          <p14:tracePt t="7909" x="7912100" y="1606550"/>
          <p14:tracePt t="7917" x="7927975" y="1606550"/>
          <p14:tracePt t="7928" x="7937500" y="1606550"/>
          <p14:tracePt t="7941" x="7945438" y="1606550"/>
          <p14:tracePt t="7962" x="7954963" y="1606550"/>
          <p14:tracePt t="7974" x="7962900" y="1606550"/>
          <p14:tracePt t="7996" x="7970838" y="1614488"/>
          <p14:tracePt t="8007" x="7996238" y="1622425"/>
          <p14:tracePt t="8018" x="8013700" y="1639888"/>
          <p14:tracePt t="8029" x="8039100" y="1649413"/>
          <p14:tracePt t="8040" x="8056563" y="1700213"/>
          <p14:tracePt t="8129" x="8056563" y="1708150"/>
          <p14:tracePt t="8141" x="8056563" y="1716088"/>
          <p14:tracePt t="8142" x="8056563" y="1725613"/>
          <p14:tracePt t="8153" x="8047038" y="1733550"/>
          <p14:tracePt t="8164" x="8031163" y="1741488"/>
          <p14:tracePt t="8176" x="8021638" y="1751013"/>
          <p14:tracePt t="8187" x="8005763" y="1766888"/>
          <p14:tracePt t="8198" x="7945438" y="1819275"/>
          <p14:tracePt t="8209" x="7894638" y="1819275"/>
          <p14:tracePt t="8220" x="7775575" y="1819275"/>
          <p14:tracePt t="8232" x="7623175" y="1819275"/>
          <p14:tracePt t="8243" x="7453313" y="1819275"/>
          <p14:tracePt t="8254" x="7223125" y="1819275"/>
          <p14:tracePt t="8266" x="6959600" y="1819275"/>
          <p14:tracePt t="8277" x="6696075" y="1819275"/>
          <p14:tracePt t="8288" x="6407150" y="1819275"/>
          <p14:tracePt t="8299" x="6118225" y="1819275"/>
          <p14:tracePt t="8311" x="5854700" y="1819275"/>
          <p14:tracePt t="8322" x="5600700" y="1819275"/>
          <p14:tracePt t="8333" x="5353050" y="1835150"/>
          <p14:tracePt t="8344" x="5167313" y="1860550"/>
          <p14:tracePt t="8356" x="4946650" y="1885950"/>
          <p14:tracePt t="8367" x="4792663" y="1903413"/>
          <p14:tracePt t="8378" x="4640263" y="1911350"/>
          <p14:tracePt t="8390" x="4495800" y="1920875"/>
          <p14:tracePt t="8401" x="4359275" y="1938338"/>
          <p14:tracePt t="8412" x="4214813" y="1938338"/>
          <p14:tracePt t="8423" x="4087813" y="1954213"/>
          <p14:tracePt t="8434" x="3960813" y="1971675"/>
          <p14:tracePt t="8446" x="3857625" y="1979613"/>
          <p14:tracePt t="8457" x="3748088" y="2005013"/>
          <p14:tracePt t="8469" x="3654425" y="2014538"/>
          <p14:tracePt t="8479" x="3568700" y="2022475"/>
          <p14:tracePt t="8490" x="3502025" y="2022475"/>
          <p14:tracePt t="8502" x="3416300" y="2022475"/>
          <p14:tracePt t="8513" x="3355975" y="2022475"/>
          <p14:tracePt t="8524" x="3297238" y="2022475"/>
          <p14:tracePt t="8536" x="3238500" y="2022475"/>
          <p14:tracePt t="8547" x="3186113" y="2022475"/>
          <p14:tracePt t="8558" x="3135313" y="2022475"/>
          <p14:tracePt t="8569" x="3109913" y="2022475"/>
          <p14:tracePt t="8581" x="3094038" y="2022475"/>
          <p14:tracePt t="8849" x="3084513" y="2030413"/>
          <p14:tracePt t="8851" x="3084513" y="2039938"/>
          <p14:tracePt t="8872" x="3094038" y="2039938"/>
          <p14:tracePt t="8874" x="3101975" y="2047875"/>
          <p14:tracePt t="8885" x="3109913" y="2047875"/>
          <p14:tracePt t="8896" x="3119438" y="2047875"/>
          <p14:tracePt t="8918" x="3144838" y="2047875"/>
          <p14:tracePt t="8929" x="3195638" y="2047875"/>
          <p14:tracePt t="8941" x="3221038" y="2047875"/>
          <p14:tracePt t="8952" x="3271838" y="2047875"/>
          <p14:tracePt t="8963" x="3355975" y="2047875"/>
          <p14:tracePt t="8974" x="3484563" y="2047875"/>
          <p14:tracePt t="8985" x="3654425" y="2047875"/>
          <p14:tracePt t="8997" x="3892550" y="2047875"/>
          <p14:tracePt t="9008" x="4181475" y="2047875"/>
          <p14:tracePt t="9019" x="4470400" y="2047875"/>
          <p14:tracePt t="9031" x="4733925" y="2047875"/>
          <p14:tracePt t="9042" x="4937125" y="2047875"/>
          <p14:tracePt t="9053" x="5073650" y="2047875"/>
          <p14:tracePt t="9064" x="5183188" y="2047875"/>
          <p14:tracePt t="9076" x="5286375" y="2047875"/>
          <p14:tracePt t="9087" x="5370513" y="2047875"/>
          <p14:tracePt t="9098" x="5456238" y="2047875"/>
          <p14:tracePt t="9109" x="5540375" y="2047875"/>
          <p14:tracePt t="9120" x="5641975" y="2047875"/>
          <p14:tracePt t="9132" x="5753100" y="2047875"/>
          <p14:tracePt t="9143" x="5880100" y="2047875"/>
          <p14:tracePt t="9154" x="6008688" y="2047875"/>
          <p14:tracePt t="9166" x="6118225" y="2047875"/>
          <p14:tracePt t="9177" x="6203950" y="2047875"/>
          <p14:tracePt t="9188" x="6280150" y="2047875"/>
          <p14:tracePt t="9199" x="6330950" y="2047875"/>
          <p14:tracePt t="9211" x="6373813" y="2047875"/>
          <p14:tracePt t="9223" x="6424613" y="2047875"/>
          <p14:tracePt t="9233" x="6450013" y="2047875"/>
          <p14:tracePt t="9244" x="6510338" y="2047875"/>
          <p14:tracePt t="9256" x="6569075" y="2047875"/>
          <p14:tracePt t="9267" x="6637338" y="2047875"/>
          <p14:tracePt t="9278" x="6713538" y="2047875"/>
          <p14:tracePt t="9290" x="6764338" y="2047875"/>
          <p14:tracePt t="9301" x="6807200" y="2047875"/>
          <p14:tracePt t="9312" x="6840538" y="2047875"/>
          <p14:tracePt t="9412" x="6850063" y="2047875"/>
          <p14:tracePt t="9413" x="6858000" y="2047875"/>
          <p14:tracePt t="9436" x="6865938" y="2047875"/>
          <p14:tracePt t="9447" x="6875463" y="2047875"/>
          <p14:tracePt t="9458" x="6883400" y="2030413"/>
          <p14:tracePt t="9469" x="6891338" y="2030413"/>
          <p14:tracePt t="9481" x="6908800" y="2030413"/>
          <p14:tracePt t="9492" x="6926263" y="2030413"/>
          <p14:tracePt t="9503" x="6934200" y="2030413"/>
          <p14:tracePt t="9514" x="6951663" y="2030413"/>
          <p14:tracePt t="9648" x="6951663" y="2022475"/>
          <p14:tracePt t="9650" x="6959600" y="2022475"/>
          <p14:tracePt t="9660" x="6969125" y="2014538"/>
          <p14:tracePt t="9818" x="6977063" y="2014538"/>
          <p14:tracePt t="9873" x="6985000" y="2014538"/>
          <p14:tracePt t="9974" x="6994525" y="2014538"/>
          <p14:tracePt t="9976" x="6994525" y="2005013"/>
          <p14:tracePt t="9987" x="7002463" y="2005013"/>
          <p14:tracePt t="9998" x="7010400" y="2005013"/>
          <p14:tracePt t="10021" x="7027863" y="2005013"/>
          <p14:tracePt t="10032" x="7035800" y="2005013"/>
          <p14:tracePt t="10055" x="7045325" y="2005013"/>
          <p14:tracePt t="10244" x="7053263" y="2005013"/>
          <p14:tracePt t="10346" x="7053263" y="2014538"/>
          <p14:tracePt t="10348" x="7053263" y="2022475"/>
          <p14:tracePt t="10358" x="7053263" y="2030413"/>
          <p14:tracePt t="10369" x="7045325" y="2030413"/>
          <p14:tracePt t="10381" x="7035800" y="2039938"/>
          <p14:tracePt t="10392" x="7027863" y="2047875"/>
          <p14:tracePt t="10403" x="7019925" y="2065338"/>
          <p14:tracePt t="10414" x="6977063" y="2090738"/>
          <p14:tracePt t="10426" x="6916738" y="2116138"/>
          <p14:tracePt t="10437" x="6883400" y="2124075"/>
          <p14:tracePt t="10448" x="6824663" y="2159000"/>
          <p14:tracePt t="10471" x="6746875" y="2192338"/>
          <p14:tracePt t="10482" x="6645275" y="2227263"/>
          <p14:tracePt t="10493" x="6518275" y="2260600"/>
          <p14:tracePt t="10505" x="6221413" y="2319338"/>
          <p14:tracePt t="10516" x="5915025" y="2371725"/>
          <p14:tracePt t="10527" x="5668963" y="2422525"/>
          <p14:tracePt t="10538" x="5438775" y="2463800"/>
          <p14:tracePt t="10549" x="5226050" y="2489200"/>
          <p14:tracePt t="10561" x="4997450" y="2541588"/>
          <p14:tracePt t="10572" x="4767263" y="2600325"/>
          <p14:tracePt t="10583" x="4538663" y="2660650"/>
          <p14:tracePt t="10594" x="4341813" y="2701925"/>
          <p14:tracePt t="10605" x="4197350" y="2727325"/>
          <p14:tracePt t="10617" x="4037013" y="2752725"/>
          <p14:tracePt t="10628" x="3900488" y="2762250"/>
          <p14:tracePt t="10640" x="3773488" y="2762250"/>
          <p14:tracePt t="10651" x="3662363" y="2762250"/>
          <p14:tracePt t="10662" x="3535363" y="2762250"/>
          <p14:tracePt t="10673" x="3416300" y="2762250"/>
          <p14:tracePt t="10684" x="3322638" y="2762250"/>
          <p14:tracePt t="10696" x="3238500" y="2762250"/>
          <p14:tracePt t="10707" x="3152775" y="2762250"/>
          <p14:tracePt t="10718" x="3076575" y="2762250"/>
          <p14:tracePt t="10729" x="3025775" y="2762250"/>
          <p14:tracePt t="10741" x="2974975" y="2762250"/>
          <p14:tracePt t="10752" x="2914650" y="2770188"/>
          <p14:tracePt t="10763" x="2855913" y="2787650"/>
          <p14:tracePt t="10774" x="2813050" y="2795588"/>
          <p14:tracePt t="10786" x="2744788" y="2795588"/>
          <p14:tracePt t="10797" x="2686050" y="2795588"/>
          <p14:tracePt t="10808" x="2600325" y="2795588"/>
          <p14:tracePt t="10819" x="2524125" y="2795588"/>
          <p14:tracePt t="10831" x="2438400" y="2795588"/>
          <p14:tracePt t="10842" x="2371725" y="2795588"/>
          <p14:tracePt t="10853" x="2311400" y="2795588"/>
          <p14:tracePt t="10953" x="2303463" y="2795588"/>
          <p14:tracePt t="10955" x="2293938" y="2795588"/>
          <p14:tracePt t="10966" x="2278063" y="2795588"/>
          <p14:tracePt t="10977" x="2260600" y="2778125"/>
          <p14:tracePt t="10988" x="2260600" y="2770188"/>
          <p14:tracePt t="10999" x="2243138" y="2762250"/>
          <p14:tracePt t="11011" x="2209800" y="2719388"/>
          <p14:tracePt t="11022" x="2166938" y="2668588"/>
          <p14:tracePt t="11033" x="2098675" y="2617788"/>
          <p14:tracePt t="11044" x="2073275" y="2582863"/>
          <p14:tracePt t="11056" x="2047875" y="2557463"/>
          <p14:tracePt t="11067" x="2039938" y="2524125"/>
          <p14:tracePt t="11078" x="2039938" y="2516188"/>
          <p14:tracePt t="11167" x="2039938" y="2506663"/>
          <p14:tracePt t="11169" x="2039938" y="2489200"/>
          <p14:tracePt t="11191" x="2039938" y="2473325"/>
          <p14:tracePt t="11202" x="2047875" y="2463800"/>
          <p14:tracePt t="11213" x="2055813" y="2455863"/>
          <p14:tracePt t="11224" x="2082800" y="2405063"/>
          <p14:tracePt t="11236" x="2090738" y="2387600"/>
          <p14:tracePt t="11247" x="2116138" y="2354263"/>
          <p14:tracePt t="11258" x="2124075" y="2328863"/>
          <p14:tracePt t="11269" x="2133600" y="2311400"/>
          <p14:tracePt t="11281" x="2133600" y="2303463"/>
          <p14:tracePt t="11314" x="2141538" y="2286000"/>
          <p14:tracePt t="11326" x="2149475" y="2286000"/>
          <p14:tracePt t="11337" x="2166938" y="2286000"/>
          <p14:tracePt t="11348" x="2235200" y="2286000"/>
          <p14:tracePt t="11359" x="2319338" y="2286000"/>
          <p14:tracePt t="11371" x="2422525" y="2286000"/>
          <p14:tracePt t="11382" x="2532063" y="2303463"/>
          <p14:tracePt t="11393" x="2651125" y="2311400"/>
          <p14:tracePt t="11404" x="2762250" y="2319338"/>
          <p14:tracePt t="11416" x="2830513" y="2319338"/>
          <p14:tracePt t="11427" x="2838450" y="2319338"/>
          <p14:tracePt t="11482" x="2838450" y="2328863"/>
          <p14:tracePt t="11483" x="2838450" y="2336800"/>
          <p14:tracePt t="11494" x="2838450" y="2344738"/>
          <p14:tracePt t="11517" x="2838450" y="2354263"/>
          <p14:tracePt t="11528" x="2838450" y="2362200"/>
          <p14:tracePt t="11551" x="2838450" y="2371725"/>
          <p14:tracePt t="11562" x="2838450" y="2379663"/>
          <p14:tracePt t="11573" x="2838450" y="2387600"/>
          <p14:tracePt t="11584" x="2838450" y="2397125"/>
          <p14:tracePt t="11596" x="2838450" y="2405063"/>
          <p14:tracePt t="11607" x="2846388" y="2405063"/>
          <p14:tracePt t="11618" x="2855913" y="2405063"/>
          <p14:tracePt t="11629" x="2871788" y="2405063"/>
          <p14:tracePt t="11641" x="2914650" y="2405063"/>
          <p14:tracePt t="11652" x="2922588" y="2405063"/>
          <p14:tracePt t="11663" x="2949575" y="2405063"/>
          <p14:tracePt t="11674" x="2982913" y="2405063"/>
          <p14:tracePt t="11686" x="3008313" y="2405063"/>
          <p14:tracePt t="11697" x="3051175" y="2405063"/>
          <p14:tracePt t="11708" x="3119438" y="2405063"/>
          <p14:tracePt t="11719" x="3203575" y="2405063"/>
          <p14:tracePt t="11731" x="3314700" y="2405063"/>
          <p14:tracePt t="11742" x="3433763" y="2405063"/>
          <p14:tracePt t="11754" x="3543300" y="2405063"/>
          <p14:tracePt t="11764" x="3646488" y="2397125"/>
          <p14:tracePt t="11776" x="3730625" y="2387600"/>
          <p14:tracePt t="11787" x="3790950" y="2379663"/>
          <p14:tracePt t="11798" x="3832225" y="2371725"/>
          <p14:tracePt t="11809" x="3849688" y="2362200"/>
          <p14:tracePt t="11821" x="3883025" y="2362200"/>
          <p14:tracePt t="11832" x="3892550" y="2362200"/>
          <p14:tracePt t="11843" x="3917950" y="2362200"/>
          <p14:tracePt t="11854" x="3925888" y="2362200"/>
          <p14:tracePt t="11866" x="3935413" y="2362200"/>
          <p14:tracePt t="11877" x="3943350" y="2354263"/>
          <p14:tracePt t="11888" x="3960813" y="2354263"/>
          <p14:tracePt t="11906" x="3986213" y="2354263"/>
          <p14:tracePt t="11910" x="4011613" y="2344738"/>
          <p14:tracePt t="11922" x="4037013" y="2336800"/>
          <p14:tracePt t="11933" x="4062413" y="2336800"/>
          <p14:tracePt t="11944" x="4105275" y="2328863"/>
          <p14:tracePt t="11956" x="4138613" y="2328863"/>
          <p14:tracePt t="11967" x="4189413" y="2328863"/>
          <p14:tracePt t="11978" x="4265613" y="2328863"/>
          <p14:tracePt t="11989" x="4333875" y="2328863"/>
          <p14:tracePt t="12001" x="4394200" y="2328863"/>
          <p14:tracePt t="12012" x="4402138" y="2328863"/>
          <p14:tracePt t="12101" x="4410075" y="2328863"/>
          <p14:tracePt t="12102" x="4402138" y="2319338"/>
          <p14:tracePt t="12113" x="4384675" y="2311400"/>
          <p14:tracePt t="12124" x="4359275" y="2286000"/>
          <p14:tracePt t="12136" x="4359275" y="2278063"/>
          <p14:tracePt t="12147" x="4359275" y="2268538"/>
          <p14:tracePt t="12214" x="4376738" y="2268538"/>
          <p14:tracePt t="12226" x="4384675" y="2268538"/>
          <p14:tracePt t="12236" x="4435475" y="2293938"/>
          <p14:tracePt t="12248" x="4445000" y="2293938"/>
          <p14:tracePt t="12259" x="4460875" y="2303463"/>
          <p14:tracePt t="12270" x="4529138" y="2311400"/>
          <p14:tracePt t="12282" x="4630738" y="2328863"/>
          <p14:tracePt t="12293" x="4759325" y="2344738"/>
          <p14:tracePt t="12305" x="4911725" y="2354263"/>
          <p14:tracePt t="12316" x="5091113" y="2371725"/>
          <p14:tracePt t="12327" x="5302250" y="2379663"/>
          <p14:tracePt t="12338" x="5565775" y="2397125"/>
          <p14:tracePt t="12349" x="5829300" y="2413000"/>
          <p14:tracePt t="12361" x="6067425" y="2413000"/>
          <p14:tracePt t="12372" x="6272213" y="2413000"/>
          <p14:tracePt t="12383" x="6475413" y="2413000"/>
          <p14:tracePt t="12394" x="6627813" y="2413000"/>
          <p14:tracePt t="12406" x="6781800" y="2413000"/>
          <p14:tracePt t="12417" x="6926263" y="2413000"/>
          <p14:tracePt t="12428" x="7061200" y="2413000"/>
          <p14:tracePt t="12439" x="7189788" y="2413000"/>
          <p14:tracePt t="12451" x="7316788" y="2413000"/>
          <p14:tracePt t="12462" x="7427913" y="2413000"/>
          <p14:tracePt t="12473" x="7554913" y="2413000"/>
          <p14:tracePt t="12484" x="7666038" y="2413000"/>
          <p14:tracePt t="12496" x="7783513" y="2413000"/>
          <p14:tracePt t="12507" x="7877175" y="2413000"/>
          <p14:tracePt t="12518" x="7962900" y="2413000"/>
          <p14:tracePt t="12529" x="8021638" y="2413000"/>
          <p14:tracePt t="12541" x="8056563" y="2413000"/>
          <p14:tracePt t="12552" x="8089900" y="2413000"/>
          <p14:tracePt t="12674" x="8099425" y="2413000"/>
          <p14:tracePt t="12676" x="8107363" y="2413000"/>
          <p14:tracePt t="12687" x="8115300" y="2413000"/>
          <p14:tracePt t="12709" x="8124825" y="2405063"/>
          <p14:tracePt t="12720" x="8132763" y="2397125"/>
          <p14:tracePt t="13271" x="8132763" y="2387600"/>
          <p14:tracePt t="13272" x="8132763" y="2379663"/>
          <p14:tracePt t="13283" x="8132763" y="2371725"/>
          <p14:tracePt t="13294" x="8140700" y="2362200"/>
          <p14:tracePt t="13306" x="8140700" y="2354263"/>
          <p14:tracePt t="13317" x="8140700" y="2344738"/>
          <p14:tracePt t="13328" x="8140700" y="2319338"/>
          <p14:tracePt t="13339" x="8140700" y="2303463"/>
          <p14:tracePt t="13351" x="8124825" y="2286000"/>
          <p14:tracePt t="13362" x="8064500" y="2260600"/>
          <p14:tracePt t="13373" x="8039100" y="2260600"/>
          <p14:tracePt t="13384" x="7980363" y="2252663"/>
          <p14:tracePt t="13396" x="7886700" y="2227263"/>
          <p14:tracePt t="13407" x="7783513" y="2217738"/>
          <p14:tracePt t="13418" x="7691438" y="2192338"/>
          <p14:tracePt t="13429" x="7597775" y="2174875"/>
          <p14:tracePt t="13441" x="7512050" y="2149475"/>
          <p14:tracePt t="13452" x="7435850" y="2141538"/>
          <p14:tracePt t="13463" x="7359650" y="2124075"/>
          <p14:tracePt t="13474" x="7299325" y="2108200"/>
          <p14:tracePt t="13486" x="7240588" y="2098675"/>
          <p14:tracePt t="13497" x="7197725" y="2082800"/>
          <p14:tracePt t="13508" x="7146925" y="2073275"/>
          <p14:tracePt t="13519" x="7088188" y="2065338"/>
          <p14:tracePt t="13531" x="7027863" y="2047875"/>
          <p14:tracePt t="13542" x="6969125" y="2030413"/>
          <p14:tracePt t="13553" x="6891338" y="2014538"/>
          <p14:tracePt t="13564" x="6824663" y="1997075"/>
          <p14:tracePt t="13576" x="6764338" y="1989138"/>
          <p14:tracePt t="13587" x="6705600" y="1979613"/>
          <p14:tracePt t="13598" x="6645275" y="1979613"/>
          <p14:tracePt t="13609" x="6611938" y="1971675"/>
          <p14:tracePt t="13621" x="6577013" y="1971675"/>
          <p14:tracePt t="13632" x="6543675" y="1963738"/>
          <p14:tracePt t="13687" x="6535738" y="1954213"/>
          <p14:tracePt t="13688" x="6526213" y="1954213"/>
          <p14:tracePt t="13711" x="6510338" y="1954213"/>
          <p14:tracePt t="13722" x="6500813" y="1954213"/>
          <p14:tracePt t="13744" x="6492875" y="1954213"/>
          <p14:tracePt t="13756" x="6475413" y="1946275"/>
          <p14:tracePt t="13778" x="6450013" y="1938338"/>
          <p14:tracePt t="14418" x="6442075" y="1938338"/>
          <p14:tracePt t="14420" x="6432550" y="1938338"/>
          <p14:tracePt t="14431" x="6424613" y="1938338"/>
          <p14:tracePt t="14453" x="6416675" y="1938338"/>
          <p14:tracePt t="14464" x="6407150" y="1938338"/>
          <p14:tracePt t="14476" x="6391275" y="1938338"/>
          <p14:tracePt t="14487" x="6373813" y="1938338"/>
          <p14:tracePt t="14498" x="6356350" y="1938338"/>
          <p14:tracePt t="14509" x="6330950" y="1928813"/>
          <p14:tracePt t="14521" x="6305550" y="1928813"/>
          <p14:tracePt t="14532" x="6297613" y="1928813"/>
          <p14:tracePt t="14543" x="6288088" y="1928813"/>
          <p14:tracePt t="14554" x="6280150" y="1928813"/>
          <p14:tracePt t="14790" x="6288088" y="1928813"/>
          <p14:tracePt t="14813" x="6297613" y="1928813"/>
          <p14:tracePt t="14827" x="6305550" y="1928813"/>
          <p14:tracePt t="14836" x="6330950" y="1928813"/>
          <p14:tracePt t="14847" x="6365875" y="1928813"/>
          <p14:tracePt t="14858" x="6391275" y="1928813"/>
          <p14:tracePt t="14869" x="6399213" y="1928813"/>
          <p14:tracePt t="14881" x="6442075" y="1928813"/>
          <p14:tracePt t="14892" x="6500813" y="1928813"/>
          <p14:tracePt t="14903" x="6526213" y="1928813"/>
          <p14:tracePt t="14914" x="6569075" y="1928813"/>
          <p14:tracePt t="14926" x="6619875" y="1928813"/>
          <p14:tracePt t="14937" x="6654800" y="1928813"/>
          <p14:tracePt t="14948" x="6705600" y="1928813"/>
          <p14:tracePt t="14959" x="6738938" y="1928813"/>
          <p14:tracePt t="14971" x="6799263" y="1928813"/>
          <p14:tracePt t="14982" x="6840538" y="1928813"/>
          <p14:tracePt t="14993" x="6865938" y="1928813"/>
          <p14:tracePt t="15004" x="6908800" y="1928813"/>
          <p14:tracePt t="15016" x="6994525" y="1928813"/>
          <p14:tracePt t="15027" x="7113588" y="1928813"/>
          <p14:tracePt t="15038" x="7240588" y="1928813"/>
          <p14:tracePt t="15049" x="7367588" y="1928813"/>
          <p14:tracePt t="15061" x="7486650" y="1928813"/>
          <p14:tracePt t="15072" x="7605713" y="1928813"/>
          <p14:tracePt t="15083" x="7691438" y="1928813"/>
          <p14:tracePt t="15094" x="7732713" y="1928813"/>
          <p14:tracePt t="15106" x="7775575" y="1928813"/>
          <p14:tracePt t="15118" x="7793038" y="1928813"/>
          <p14:tracePt t="15128" x="7818438" y="1928813"/>
          <p14:tracePt t="15139" x="7861300" y="1928813"/>
          <p14:tracePt t="15151" x="7920038" y="1928813"/>
          <p14:tracePt t="15162" x="7980363" y="1928813"/>
          <p14:tracePt t="15173" x="8005763" y="1928813"/>
          <p14:tracePt t="15185" x="8047038" y="1928813"/>
          <p14:tracePt t="15196" x="8099425" y="1928813"/>
          <p14:tracePt t="15207" x="8150225" y="1928813"/>
          <p14:tracePt t="15218" x="8191500" y="1928813"/>
          <p14:tracePt t="15229" x="8201025" y="1920875"/>
          <p14:tracePt t="15251" x="8208963" y="1920875"/>
          <p14:tracePt t="15253" x="8218488" y="1920875"/>
          <p14:tracePt t="15263" x="8226425" y="1920875"/>
          <p14:tracePt t="15274" x="8234363" y="1920875"/>
          <p14:tracePt t="15286" x="8251825" y="1920875"/>
          <p14:tracePt t="15297" x="8277225" y="1920875"/>
          <p14:tracePt t="15308" x="8335963" y="1920875"/>
          <p14:tracePt t="15319" x="8362950" y="1920875"/>
          <p14:tracePt t="15330" x="8421688" y="1920875"/>
          <p14:tracePt t="15342" x="8429625" y="1920875"/>
          <p14:tracePt t="15353" x="8447088" y="1903413"/>
          <p14:tracePt t="15364" x="8447088" y="1895475"/>
          <p14:tracePt t="15453" x="8455025" y="1885950"/>
          <p14:tracePt t="15464" x="8464550" y="1885950"/>
          <p14:tracePt t="15498" x="8464550" y="1895475"/>
          <p14:tracePt t="15500" x="8464550" y="1903413"/>
          <p14:tracePt t="15511" x="8464550" y="1911350"/>
          <p14:tracePt t="15533" x="8464550" y="1920875"/>
          <p14:tracePt t="15544" x="8464550" y="1928813"/>
          <p14:tracePt t="15556" x="8464550" y="1938338"/>
          <p14:tracePt t="15567" x="8429625" y="1989138"/>
          <p14:tracePt t="15578" x="8396288" y="2022475"/>
          <p14:tracePt t="15589" x="8353425" y="2065338"/>
          <p14:tracePt t="15601" x="8302625" y="2108200"/>
          <p14:tracePt t="15612" x="8251825" y="2133600"/>
          <p14:tracePt t="15623" x="8218488" y="2149475"/>
          <p14:tracePt t="15635" x="8208963" y="2149475"/>
          <p14:tracePt t="15646" x="8175625" y="2149475"/>
          <p14:tracePt t="15657" x="8166100" y="2149475"/>
          <p14:tracePt t="15701" x="8158163" y="2149475"/>
          <p14:tracePt t="15724" x="8158163" y="2141538"/>
          <p14:tracePt t="15736" x="8158163" y="2133600"/>
          <p14:tracePt t="15758" x="8158163" y="2124075"/>
          <p14:tracePt t="15769" x="8158163" y="2116138"/>
          <p14:tracePt t="15847" x="8158163" y="2108200"/>
          <p14:tracePt t="15848" x="8150225" y="2098675"/>
          <p14:tracePt t="15859" x="8140700" y="2098675"/>
          <p14:tracePt t="15871" x="8124825" y="2090738"/>
          <p14:tracePt t="15886" x="8115300" y="2090738"/>
          <p14:tracePt t="15893" x="8089900" y="2082800"/>
          <p14:tracePt t="15904" x="8056563" y="2073275"/>
          <p14:tracePt t="15916" x="8005763" y="2065338"/>
          <p14:tracePt t="15927" x="7937500" y="2065338"/>
          <p14:tracePt t="15938" x="7851775" y="2065338"/>
          <p14:tracePt t="15951" x="7750175" y="2065338"/>
          <p14:tracePt t="15961" x="7656513" y="2065338"/>
          <p14:tracePt t="15972" x="7537450" y="2065338"/>
          <p14:tracePt t="15984" x="7385050" y="2065338"/>
          <p14:tracePt t="15994" x="7215188" y="2065338"/>
          <p14:tracePt t="16006" x="6985000" y="2065338"/>
          <p14:tracePt t="16017" x="6746875" y="2065338"/>
          <p14:tracePt t="16028" x="6492875" y="2065338"/>
          <p14:tracePt t="16039" x="6229350" y="2065338"/>
          <p14:tracePt t="16050" x="5991225" y="2047875"/>
          <p14:tracePt t="16062" x="5753100" y="2039938"/>
          <p14:tracePt t="16073" x="5540375" y="2022475"/>
          <p14:tracePt t="16085" x="5353050" y="2005013"/>
          <p14:tracePt t="16096" x="5175250" y="1997075"/>
          <p14:tracePt t="16107" x="5013325" y="1979613"/>
          <p14:tracePt t="16118" x="4843463" y="1971675"/>
          <p14:tracePt t="16129" x="4657725" y="1954213"/>
          <p14:tracePt t="16141" x="4478338" y="1954213"/>
          <p14:tracePt t="16152" x="4275138" y="1954213"/>
          <p14:tracePt t="16163" x="4070350" y="1954213"/>
          <p14:tracePt t="16174" x="3867150" y="1954213"/>
          <p14:tracePt t="16186" x="3671888" y="1954213"/>
          <p14:tracePt t="16197" x="3492500" y="1954213"/>
          <p14:tracePt t="16208" x="3289300" y="1954213"/>
          <p14:tracePt t="16219" x="3135313" y="1946275"/>
          <p14:tracePt t="16231" x="2990850" y="1946275"/>
          <p14:tracePt t="16242" x="2846388" y="1938338"/>
          <p14:tracePt t="16253" x="2719388" y="1920875"/>
          <p14:tracePt t="16264" x="2592388" y="1911350"/>
          <p14:tracePt t="16276" x="2455863" y="1885950"/>
          <p14:tracePt t="16287" x="2311400" y="1860550"/>
          <p14:tracePt t="16298" x="2166938" y="1844675"/>
          <p14:tracePt t="16309" x="2014538" y="1827213"/>
          <p14:tracePt t="16321" x="1860550" y="1819275"/>
          <p14:tracePt t="16332" x="1716088" y="1801813"/>
          <p14:tracePt t="16343" x="1589088" y="1793875"/>
          <p14:tracePt t="16354" x="1487488" y="1784350"/>
          <p14:tracePt t="16366" x="1385888" y="1784350"/>
          <p14:tracePt t="16377" x="1317625" y="1766888"/>
          <p14:tracePt t="16388" x="1257300" y="1758950"/>
          <p14:tracePt t="16400" x="1181100" y="1751013"/>
          <p14:tracePt t="16411" x="1122363" y="1751013"/>
          <p14:tracePt t="16422" x="1054100" y="1751013"/>
          <p14:tracePt t="16433" x="1011238" y="1751013"/>
          <p14:tracePt t="16444" x="952500" y="1751013"/>
          <p14:tracePt t="16456" x="909638" y="1751013"/>
          <p14:tracePt t="16467" x="866775" y="1751013"/>
          <p14:tracePt t="16478" x="823913" y="1751013"/>
          <p14:tracePt t="16490" x="808038" y="1751013"/>
          <p14:tracePt t="16501" x="781050" y="1776413"/>
          <p14:tracePt t="16523" x="765175" y="1801813"/>
          <p14:tracePt t="16535" x="755650" y="1819275"/>
          <p14:tracePt t="16546" x="739775" y="1827213"/>
          <p14:tracePt t="16557" x="730250" y="1844675"/>
          <p14:tracePt t="16568" x="730250" y="1852613"/>
          <p14:tracePt t="16579" x="714375" y="1860550"/>
          <p14:tracePt t="16591" x="714375" y="1870075"/>
          <p14:tracePt t="16602" x="704850" y="1878013"/>
          <p14:tracePt t="16613" x="688975" y="1895475"/>
          <p14:tracePt t="16636" x="688975" y="1928813"/>
          <p14:tracePt t="16647" x="688975" y="1938338"/>
          <p14:tracePt t="16658" x="688975" y="1954213"/>
          <p14:tracePt t="16669" x="688975" y="1963738"/>
          <p14:tracePt t="16681" x="688975" y="1989138"/>
          <p14:tracePt t="16692" x="688975" y="2022475"/>
          <p14:tracePt t="16703" x="722313" y="2065338"/>
          <p14:tracePt t="16714" x="755650" y="2108200"/>
          <p14:tracePt t="16726" x="808038" y="2149475"/>
          <p14:tracePt t="16737" x="884238" y="2200275"/>
          <p14:tracePt t="16748" x="993775" y="2252663"/>
          <p14:tracePt t="16759" x="1104900" y="2286000"/>
          <p14:tracePt t="16771" x="1241425" y="2319338"/>
          <p14:tracePt t="16783" x="1350963" y="2354263"/>
          <p14:tracePt t="16793" x="1477963" y="2379663"/>
          <p14:tracePt t="16804" x="1597025" y="2397125"/>
          <p14:tracePt t="16816" x="1751013" y="2413000"/>
          <p14:tracePt t="16827" x="1946275" y="2422525"/>
          <p14:tracePt t="16838" x="2243138" y="2438400"/>
          <p14:tracePt t="16850" x="2600325" y="2473325"/>
          <p14:tracePt t="16861" x="2990850" y="2516188"/>
          <p14:tracePt t="16872" x="3340100" y="2532063"/>
          <p14:tracePt t="16883" x="3697288" y="2566988"/>
          <p14:tracePt t="16894" x="3935413" y="2582863"/>
          <p14:tracePt t="16906" x="4146550" y="2592388"/>
          <p14:tracePt t="16917" x="4325938" y="2592388"/>
          <p14:tracePt t="16928" x="4529138" y="2592388"/>
          <p14:tracePt t="16939" x="4733925" y="2592388"/>
          <p14:tracePt t="16951" x="4987925" y="2592388"/>
          <p14:tracePt t="16962" x="5276850" y="2592388"/>
          <p14:tracePt t="16973" x="5565775" y="2592388"/>
          <p14:tracePt t="16985" x="5915025" y="2592388"/>
          <p14:tracePt t="16996" x="6237288" y="2592388"/>
          <p14:tracePt t="17007" x="6526213" y="2592388"/>
          <p14:tracePt t="17018" x="6731000" y="2592388"/>
          <p14:tracePt t="17029" x="6883400" y="2592388"/>
          <p14:tracePt t="17041" x="6994525" y="2582863"/>
          <p14:tracePt t="17052" x="7088188" y="2566988"/>
          <p14:tracePt t="17063" x="7154863" y="2549525"/>
          <p14:tracePt t="17074" x="7215188" y="2541588"/>
          <p14:tracePt t="17086" x="7273925" y="2532063"/>
          <p14:tracePt t="17097" x="7324725" y="2532063"/>
          <p14:tracePt t="17108" x="7334250" y="2532063"/>
          <p14:tracePt t="17119" x="7342188" y="2532063"/>
          <p14:tracePt t="17445" x="7350125" y="2532063"/>
          <p14:tracePt t="17546" x="7359650" y="2532063"/>
          <p14:tracePt t="17548" x="7367588" y="2532063"/>
          <p14:tracePt t="17569" x="7377113" y="2532063"/>
          <p14:tracePt t="17581" x="7392988" y="2541588"/>
          <p14:tracePt t="17603" x="7402513" y="2541588"/>
          <p14:tracePt t="17615" x="7410450" y="2541588"/>
          <p14:tracePt t="17626" x="7418388" y="2541588"/>
          <p14:tracePt t="17637" x="7427913" y="2541588"/>
          <p14:tracePt t="17703" x="7435850" y="2541588"/>
          <p14:tracePt t="17715" x="7443788" y="2541588"/>
          <p14:tracePt t="17727" x="7453313" y="2541588"/>
          <p14:tracePt t="17738" x="7461250" y="2541588"/>
          <p14:tracePt t="17761" x="7469188" y="2532063"/>
          <p14:tracePt t="17772" x="7478713" y="2532063"/>
          <p14:tracePt t="17783" x="7486650" y="2516188"/>
          <p14:tracePt t="17794" x="7494588" y="2506663"/>
          <p14:tracePt t="17806" x="7504113" y="2506663"/>
          <p14:tracePt t="17851" x="7512050" y="2506663"/>
          <p14:tracePt t="17862" x="7529513" y="2506663"/>
          <p14:tracePt t="17884" x="7537450" y="2506663"/>
          <p14:tracePt t="17896" x="7546975" y="2506663"/>
          <p14:tracePt t="17907" x="7554913" y="2506663"/>
          <p14:tracePt t="17929" x="7562850" y="2506663"/>
          <p14:tracePt t="17941" x="7572375" y="2506663"/>
          <p14:tracePt t="17952" x="7580313" y="2506663"/>
          <p14:tracePt t="17964" x="7605713" y="2506663"/>
          <p14:tracePt t="17975" x="7631113" y="2506663"/>
          <p14:tracePt t="17986" x="7673975" y="2506663"/>
          <p14:tracePt t="17997" x="7699375" y="2506663"/>
          <p14:tracePt t="18008" x="7742238" y="2506663"/>
          <p14:tracePt t="18019" x="7800975" y="2506663"/>
          <p14:tracePt t="18031" x="7861300" y="2506663"/>
          <p14:tracePt t="18042" x="7920038" y="2481263"/>
          <p14:tracePt t="18053" x="7980363" y="2481263"/>
          <p14:tracePt t="18065" x="8005763" y="2473325"/>
          <p14:tracePt t="18076" x="8047038" y="2447925"/>
          <p14:tracePt t="18087" x="8107363" y="2438400"/>
          <p14:tracePt t="18098" x="8166100" y="2422525"/>
          <p14:tracePt t="18109" x="8226425" y="2413000"/>
          <p14:tracePt t="18121" x="8269288" y="2387600"/>
          <p14:tracePt t="18132" x="8310563" y="2354263"/>
          <p14:tracePt t="18144" x="8353425" y="2336800"/>
          <p14:tracePt t="18154" x="8396288" y="2303463"/>
          <p14:tracePt t="18166" x="8439150" y="2268538"/>
          <p14:tracePt t="18177" x="8464550" y="2235200"/>
          <p14:tracePt t="18188" x="8480425" y="2217738"/>
          <p14:tracePt t="18199" x="8480425" y="2200275"/>
          <p14:tracePt t="18211" x="8480425" y="2184400"/>
          <p14:tracePt t="18222" x="8480425" y="2166938"/>
          <p14:tracePt t="18233" x="8480425" y="2159000"/>
          <p14:tracePt t="18244" x="8472488" y="2149475"/>
          <p14:tracePt t="18256" x="8464550" y="2133600"/>
          <p14:tracePt t="18267" x="8455025" y="2133600"/>
          <p14:tracePt t="18278" x="8429625" y="2133600"/>
          <p14:tracePt t="18289" x="8388350" y="2133600"/>
          <p14:tracePt t="18301" x="8353425" y="2133600"/>
          <p14:tracePt t="18312" x="8320088" y="2133600"/>
          <p14:tracePt t="18323" x="8269288" y="2133600"/>
          <p14:tracePt t="18334" x="8234363" y="2141538"/>
          <p14:tracePt t="18346" x="8201025" y="2149475"/>
          <p14:tracePt t="18357" x="8183563" y="2166938"/>
          <p14:tracePt t="18368" x="8158163" y="2166938"/>
          <p14:tracePt t="18379" x="8150225" y="2166938"/>
          <p14:tracePt t="18423" x="8140700" y="2166938"/>
          <p14:tracePt t="18434" x="8132763" y="2174875"/>
          <p14:tracePt t="18436" x="8132763" y="2184400"/>
          <p14:tracePt t="18447" x="8124825" y="2184400"/>
          <p14:tracePt t="18458" x="8124825" y="2192338"/>
          <p14:tracePt t="18536" x="8115300" y="2200275"/>
          <p14:tracePt t="18558" x="8107363" y="2200275"/>
          <p14:tracePt t="18560" x="8089900" y="2209800"/>
          <p14:tracePt t="18637" x="8081963" y="2217738"/>
          <p14:tracePt t="18671" x="8081963" y="2227263"/>
          <p14:tracePt t="18706" x="8089900" y="2227263"/>
          <p14:tracePt t="18727" x="8099425" y="2227263"/>
          <p14:tracePt t="18749" x="8107363" y="2227263"/>
          <p14:tracePt t="18783" x="8115300" y="2227263"/>
          <p14:tracePt t="18796" x="8124825" y="2217738"/>
          <p14:tracePt t="18807" x="8132763" y="2217738"/>
          <p14:tracePt t="18818" x="8140700" y="2217738"/>
          <p14:tracePt t="18829" x="8150225" y="2217738"/>
          <p14:tracePt t="18841" x="8158163" y="2217738"/>
          <p14:tracePt t="18863" x="8183563" y="2217738"/>
          <p14:tracePt t="18874" x="8191500" y="2217738"/>
          <p14:tracePt t="18886" x="8208963" y="2217738"/>
          <p14:tracePt t="18899" x="8218488" y="2217738"/>
          <p14:tracePt t="18919" x="8218488" y="2227263"/>
          <p14:tracePt t="18931" x="8208963" y="2227263"/>
          <p14:tracePt t="18942" x="8191500" y="2235200"/>
          <p14:tracePt t="18953" x="8158163" y="2243138"/>
          <p14:tracePt t="18965" x="8107363" y="2260600"/>
          <p14:tracePt t="18976" x="8039100" y="2286000"/>
          <p14:tracePt t="18987" x="7970838" y="2311400"/>
          <p14:tracePt t="18998" x="7886700" y="2344738"/>
          <p14:tracePt t="19009" x="7783513" y="2379663"/>
          <p14:tracePt t="19021" x="7666038" y="2405063"/>
          <p14:tracePt t="19032" x="7562850" y="2430463"/>
          <p14:tracePt t="19043" x="7435850" y="2438400"/>
          <p14:tracePt t="19054" x="7273925" y="2463800"/>
          <p14:tracePt t="19066" x="7096125" y="2481263"/>
          <p14:tracePt t="19077" x="6858000" y="2489200"/>
          <p14:tracePt t="19089" x="6619875" y="2489200"/>
          <p14:tracePt t="19100" x="6391275" y="2489200"/>
          <p14:tracePt t="19111" x="6186488" y="2489200"/>
          <p14:tracePt t="19122" x="6034088" y="2489200"/>
          <p14:tracePt t="19133" x="5889625" y="2489200"/>
          <p14:tracePt t="19144" x="5778500" y="2489200"/>
          <p14:tracePt t="19156" x="5668963" y="2489200"/>
          <p14:tracePt t="19167" x="5557838" y="2489200"/>
          <p14:tracePt t="19178" x="5438775" y="2489200"/>
          <p14:tracePt t="19189" x="5311775" y="2489200"/>
          <p14:tracePt t="19201" x="5183188" y="2489200"/>
          <p14:tracePt t="19212" x="5064125" y="2489200"/>
          <p14:tracePt t="19223" x="4946650" y="2506663"/>
          <p14:tracePt t="19234" x="4835525" y="2516188"/>
          <p14:tracePt t="19246" x="4759325" y="2524125"/>
          <p14:tracePt t="19257" x="4673600" y="2524125"/>
          <p14:tracePt t="19268" x="4589463" y="2524125"/>
          <p14:tracePt t="19279" x="4503738" y="2532063"/>
          <p14:tracePt t="19291" x="4427538" y="2549525"/>
          <p14:tracePt t="19302" x="4341813" y="2566988"/>
          <p14:tracePt t="19314" x="4265613" y="2582863"/>
          <p14:tracePt t="19324" x="4224338" y="2592388"/>
          <p14:tracePt t="19336" x="4171950" y="2600325"/>
          <p14:tracePt t="19392" x="4181475" y="2600325"/>
          <p14:tracePt t="19403" x="4189413" y="2600325"/>
          <p14:tracePt t="19436" x="4197350" y="2600325"/>
          <p14:tracePt t="19437" x="4206875" y="2600325"/>
          <p14:tracePt t="19448" x="4214813" y="2600325"/>
          <p14:tracePt t="19459" x="4224338" y="2600325"/>
          <p14:tracePt t="19471" x="4232275" y="2600325"/>
          <p14:tracePt t="19482" x="4249738" y="2600325"/>
          <p14:tracePt t="19493" x="4275138" y="2600325"/>
          <p14:tracePt t="19504" x="4316413" y="2600325"/>
          <p14:tracePt t="19516" x="4384675" y="2600325"/>
          <p14:tracePt t="19527" x="4486275" y="2600325"/>
          <p14:tracePt t="19538" x="4597400" y="2600325"/>
          <p14:tracePt t="19549" x="4724400" y="2600325"/>
          <p14:tracePt t="19561" x="4852988" y="2600325"/>
          <p14:tracePt t="19572" x="4954588" y="2592388"/>
          <p14:tracePt t="19583" x="5038725" y="2582863"/>
          <p14:tracePt t="19594" x="5106988" y="2582863"/>
          <p14:tracePt t="19606" x="5167313" y="2582863"/>
          <p14:tracePt t="19617" x="5208588" y="2582863"/>
          <p14:tracePt t="19628" x="5243513" y="2582863"/>
          <p14:tracePt t="19639" x="5276850" y="2582863"/>
          <p14:tracePt t="19651" x="5319713" y="2582863"/>
          <p14:tracePt t="19662" x="5345113" y="2582863"/>
          <p14:tracePt t="19673" x="5353050" y="2582863"/>
          <p14:tracePt t="19762" x="5362575" y="2582863"/>
          <p14:tracePt t="19773" x="5362575" y="2592388"/>
          <p14:tracePt t="19784" x="5370513" y="2592388"/>
          <p14:tracePt t="20032" x="5370513" y="2600325"/>
          <p14:tracePt t="20033" x="5370513" y="2608263"/>
          <p14:tracePt t="20044" x="5380038" y="2608263"/>
          <p14:tracePt t="20268" x="5387975" y="2608263"/>
          <p14:tracePt t="20281" x="5395913" y="2608263"/>
          <p14:tracePt t="20292" x="5405438" y="2608263"/>
          <p14:tracePt t="20313" x="5413375" y="2608263"/>
          <p14:tracePt t="20315" x="5421313" y="2608263"/>
          <p14:tracePt t="20336" x="5430838" y="2608263"/>
          <p14:tracePt t="20348" x="5438775" y="2608263"/>
          <p14:tracePt t="20359" x="5446713" y="2608263"/>
          <p14:tracePt t="20371" x="5456238" y="2608263"/>
          <p14:tracePt t="20393" x="5464175" y="2608263"/>
          <p14:tracePt t="20404" x="5472113" y="2608263"/>
          <p14:tracePt t="20416" x="5489575" y="2617788"/>
          <p14:tracePt t="20427" x="5514975" y="2625725"/>
          <p14:tracePt t="20438" x="5557838" y="2633663"/>
          <p14:tracePt t="20449" x="5591175" y="2633663"/>
          <p14:tracePt t="20461" x="5608638" y="2633663"/>
          <p14:tracePt t="20472" x="5634038" y="2633663"/>
          <p14:tracePt t="20483" x="5676900" y="2633663"/>
          <p14:tracePt t="20494" x="5710238" y="2633663"/>
          <p14:tracePt t="20506" x="5745163" y="2633663"/>
          <p14:tracePt t="20517" x="5761038" y="2633663"/>
          <p14:tracePt t="20528" x="5788025" y="2625725"/>
          <p14:tracePt t="20539" x="5829300" y="2625725"/>
          <p14:tracePt t="20551" x="5880100" y="2608263"/>
          <p14:tracePt t="20573" x="5905500" y="2600325"/>
          <p14:tracePt t="20641" x="5915025" y="2574925"/>
          <p14:tracePt t="20652" x="5915025" y="2566988"/>
          <p14:tracePt t="20663" x="5922963" y="2566988"/>
          <p14:tracePt t="20674" x="5940425" y="2557463"/>
          <p14:tracePt t="20697" x="5965825" y="2541588"/>
          <p14:tracePt t="20708" x="6008688" y="2532063"/>
          <p14:tracePt t="20719" x="6042025" y="2524125"/>
          <p14:tracePt t="20731" x="6067425" y="2516188"/>
          <p14:tracePt t="20742" x="6110288" y="2516188"/>
          <p14:tracePt t="20753" x="6161088" y="2516188"/>
          <p14:tracePt t="20764" x="6246813" y="2516188"/>
          <p14:tracePt t="20776" x="6330950" y="2516188"/>
          <p14:tracePt t="20787" x="6416675" y="2516188"/>
          <p14:tracePt t="20798" x="6500813" y="2516188"/>
          <p14:tracePt t="20809" x="6602413" y="2516188"/>
          <p14:tracePt t="20821" x="6670675" y="2516188"/>
          <p14:tracePt t="20832" x="6746875" y="2516188"/>
          <p14:tracePt t="20846" x="6807200" y="2516188"/>
          <p14:tracePt t="20854" x="6850063" y="2516188"/>
          <p14:tracePt t="20866" x="6883400" y="2516188"/>
          <p14:tracePt t="20877" x="6926263" y="2506663"/>
          <p14:tracePt t="20896" x="6969125" y="2498725"/>
          <p14:tracePt t="20900" x="7002463" y="2489200"/>
          <p14:tracePt t="20911" x="7061200" y="2481263"/>
          <p14:tracePt t="20922" x="7121525" y="2463800"/>
          <p14:tracePt t="20933" x="7172325" y="2455863"/>
          <p14:tracePt t="20944" x="7223125" y="2455863"/>
          <p14:tracePt t="20956" x="7283450" y="2455863"/>
          <p14:tracePt t="20967" x="7324725" y="2455863"/>
          <p14:tracePt t="20979" x="7377113" y="2455863"/>
          <p14:tracePt t="20989" x="7418388" y="2455863"/>
          <p14:tracePt t="21001" x="7461250" y="2455863"/>
          <p14:tracePt t="21012" x="7504113" y="2455863"/>
          <p14:tracePt t="21023" x="7554913" y="2463800"/>
          <p14:tracePt t="21034" x="7597775" y="2473325"/>
          <p14:tracePt t="21046" x="7613650" y="2473325"/>
          <p14:tracePt t="21348" x="7623175" y="2473325"/>
          <p14:tracePt t="21359" x="7631113" y="2473325"/>
          <p14:tracePt t="21416" x="7639050" y="2481263"/>
          <p14:tracePt t="21428" x="7639050" y="2489200"/>
          <p14:tracePt t="21439" x="7639050" y="2498725"/>
          <p14:tracePt t="21451" x="7631113" y="2498725"/>
          <p14:tracePt t="21462" x="7631113" y="2506663"/>
          <p14:tracePt t="21473" x="7597775" y="2524125"/>
          <p14:tracePt t="21484" x="7546975" y="2549525"/>
          <p14:tracePt t="21495" x="7504113" y="2566988"/>
          <p14:tracePt t="21507" x="7410450" y="2582863"/>
          <p14:tracePt t="21518" x="7299325" y="2608263"/>
          <p14:tracePt t="21530" x="7138988" y="2643188"/>
          <p14:tracePt t="21541" x="6908800" y="2693988"/>
          <p14:tracePt t="21552" x="6619875" y="2778125"/>
          <p14:tracePt t="21563" x="6254750" y="2846388"/>
          <p14:tracePt t="21574" x="5813425" y="2906713"/>
          <p14:tracePt t="21586" x="5302250" y="2965450"/>
          <p14:tracePt t="21597" x="4810125" y="3008313"/>
          <p14:tracePt t="21608" x="4316413" y="3025775"/>
          <p14:tracePt t="21619" x="3883025" y="3025775"/>
          <p14:tracePt t="21631" x="3475038" y="3025775"/>
          <p14:tracePt t="21642" x="3135313" y="3025775"/>
          <p14:tracePt t="21653" x="2813050" y="3025775"/>
          <p14:tracePt t="21664" x="2608263" y="3025775"/>
          <p14:tracePt t="21676" x="2455863" y="3025775"/>
          <p14:tracePt t="21687" x="2344738" y="3025775"/>
          <p14:tracePt t="21698" x="2235200" y="3025775"/>
          <p14:tracePt t="21709" x="2133600" y="3025775"/>
          <p14:tracePt t="21721" x="2047875" y="3025775"/>
          <p14:tracePt t="21732" x="1963738" y="3025775"/>
          <p14:tracePt t="21743" x="1878013" y="3025775"/>
          <p14:tracePt t="21754" x="1784350" y="3016250"/>
          <p14:tracePt t="21766" x="1716088" y="3016250"/>
          <p14:tracePt t="21777" x="1657350" y="3000375"/>
          <p14:tracePt t="21788" x="1614488" y="3000375"/>
          <p14:tracePt t="21799" x="1597025" y="3000375"/>
          <p14:tracePt t="21812" x="1589088" y="3000375"/>
          <p14:tracePt t="21933" x="1581150" y="3000375"/>
          <p14:tracePt t="21946" x="1581150" y="3008313"/>
          <p14:tracePt t="21968" x="1597025" y="3016250"/>
          <p14:tracePt t="21979" x="1606550" y="3016250"/>
          <p14:tracePt t="21991" x="1639888" y="3025775"/>
          <p14:tracePt t="22002" x="1690688" y="3041650"/>
          <p14:tracePt t="22013" x="1751013" y="3067050"/>
          <p14:tracePt t="22024" x="1784350" y="3067050"/>
          <p14:tracePt t="22036" x="1835150" y="3076575"/>
          <p14:tracePt t="22047" x="1920875" y="3076575"/>
          <p14:tracePt t="22058" x="2005013" y="3076575"/>
          <p14:tracePt t="22069" x="2124075" y="3076575"/>
          <p14:tracePt t="22081" x="2235200" y="3076575"/>
          <p14:tracePt t="22092" x="2319338" y="3076575"/>
          <p14:tracePt t="22103" x="2379663" y="3076575"/>
          <p14:tracePt t="22126" x="2387600" y="3076575"/>
          <p14:tracePt t="22137" x="2397125" y="3076575"/>
          <p14:tracePt t="22148" x="2405063" y="3084513"/>
          <p14:tracePt t="22159" x="2422525" y="3084513"/>
          <p14:tracePt t="22171" x="2463800" y="3101975"/>
          <p14:tracePt t="22182" x="2489200" y="3101975"/>
          <p14:tracePt t="22193" x="2541588" y="3109913"/>
          <p14:tracePt t="22204" x="2600325" y="3119438"/>
          <p14:tracePt t="22216" x="2651125" y="3119438"/>
          <p14:tracePt t="22665" x="2693988" y="3119438"/>
          <p14:tracePt t="22677" x="2744788" y="3119438"/>
          <p14:tracePt t="22688" x="2762250" y="3119438"/>
          <p14:tracePt t="22699" x="2787650" y="3119438"/>
          <p14:tracePt t="22711" x="2855913" y="3109913"/>
          <p14:tracePt t="22722" x="2965450" y="3101975"/>
          <p14:tracePt t="22733" x="3084513" y="3076575"/>
          <p14:tracePt t="22744" x="3186113" y="3041650"/>
          <p14:tracePt t="22756" x="3271838" y="3016250"/>
          <p14:tracePt t="22767" x="3289300" y="3016250"/>
          <p14:tracePt t="22778" x="3314700" y="3016250"/>
          <p14:tracePt t="22789" x="3340100" y="3008313"/>
          <p14:tracePt t="22801" x="3348038" y="3008313"/>
          <p14:tracePt t="22812" x="3382963" y="3008313"/>
          <p14:tracePt t="22823" x="3408363" y="3008313"/>
          <p14:tracePt t="22834" x="3449638" y="3008313"/>
          <p14:tracePt t="22846" x="3492500" y="3008313"/>
          <p14:tracePt t="22857" x="3535363" y="3008313"/>
          <p14:tracePt t="22879" x="3578225" y="3008313"/>
          <p14:tracePt t="22894" x="3611563" y="3008313"/>
          <p14:tracePt t="22902" x="3646488" y="3008313"/>
          <p14:tracePt t="22913" x="3687763" y="3008313"/>
          <p14:tracePt t="22924" x="3713163" y="3008313"/>
          <p14:tracePt t="22936" x="3730625" y="3008313"/>
          <p14:tracePt t="22947" x="3738563" y="3008313"/>
          <p14:tracePt t="23048" x="3748088" y="3000375"/>
          <p14:tracePt t="23059" x="3756025" y="3000375"/>
          <p14:tracePt t="23071" x="3773488" y="3000375"/>
          <p14:tracePt t="23082" x="3781425" y="3000375"/>
          <p14:tracePt t="23093" x="3816350" y="3000375"/>
          <p14:tracePt t="23104" x="3841750" y="3000375"/>
          <p14:tracePt t="23116" x="3908425" y="3000375"/>
          <p14:tracePt t="23127" x="4002088" y="3000375"/>
          <p14:tracePt t="23138" x="4105275" y="3000375"/>
          <p14:tracePt t="23149" x="4214813" y="3000375"/>
          <p14:tracePt t="23161" x="4316413" y="3000375"/>
          <p14:tracePt t="23172" x="4427538" y="3000375"/>
          <p14:tracePt t="23183" x="4529138" y="3000375"/>
          <p14:tracePt t="23194" x="4622800" y="3000375"/>
          <p14:tracePt t="23206" x="4708525" y="3000375"/>
          <p14:tracePt t="23217" x="4792663" y="3000375"/>
          <p14:tracePt t="23228" x="4868863" y="3000375"/>
          <p14:tracePt t="23239" x="4954588" y="3000375"/>
          <p14:tracePt t="23251" x="5038725" y="3000375"/>
          <p14:tracePt t="23262" x="5124450" y="3016250"/>
          <p14:tracePt t="23273" x="5200650" y="3025775"/>
          <p14:tracePt t="23296" x="5243513" y="3025775"/>
          <p14:tracePt t="23307" x="5260975" y="3025775"/>
          <p14:tracePt t="23318" x="5268913" y="3025775"/>
          <p14:tracePt t="23329" x="5276850" y="3025775"/>
          <p14:tracePt t="23835" x="5302250" y="3025775"/>
          <p14:tracePt t="23836" x="5345113" y="3025775"/>
          <p14:tracePt t="23847" x="5353050" y="3025775"/>
          <p14:tracePt t="23858" x="5380038" y="3025775"/>
          <p14:tracePt t="23869" x="5387975" y="3025775"/>
          <p14:tracePt t="23881" x="5430838" y="3025775"/>
          <p14:tracePt t="23895" x="5456238" y="3025775"/>
          <p14:tracePt t="23903" x="5507038" y="3025775"/>
          <p14:tracePt t="23914" x="5583238" y="3025775"/>
          <p14:tracePt t="23927" x="5651500" y="3025775"/>
          <p14:tracePt t="23937" x="5735638" y="3025775"/>
          <p14:tracePt t="23948" x="5813425" y="3025775"/>
          <p14:tracePt t="23960" x="5897563" y="3025775"/>
          <p14:tracePt t="23971" x="5965825" y="3025775"/>
          <p14:tracePt t="23982" x="6049963" y="3025775"/>
          <p14:tracePt t="23993" x="6135688" y="3025775"/>
          <p14:tracePt t="24004" x="6221413" y="3025775"/>
          <p14:tracePt t="24016" x="6297613" y="3025775"/>
          <p14:tracePt t="24027" x="6365875" y="3025775"/>
          <p14:tracePt t="24038" x="6424613" y="3025775"/>
          <p14:tracePt t="24050" x="6467475" y="3025775"/>
          <p14:tracePt t="24061" x="6483350" y="3025775"/>
          <p14:tracePt t="24072" x="6492875" y="3025775"/>
          <p14:tracePt t="24262" x="6510338" y="3051175"/>
          <p14:tracePt t="24263" x="6518275" y="3051175"/>
          <p14:tracePt t="24274" x="6526213" y="3051175"/>
          <p14:tracePt t="24286" x="6543675" y="3051175"/>
          <p14:tracePt t="24297" x="6561138" y="3059113"/>
          <p14:tracePt t="24308" x="6586538" y="3067050"/>
          <p14:tracePt t="24319" x="6637338" y="3076575"/>
          <p14:tracePt t="24331" x="6721475" y="3094038"/>
          <p14:tracePt t="24343" x="6850063" y="3109913"/>
          <p14:tracePt t="24354" x="7027863" y="3135313"/>
          <p14:tracePt t="24364" x="7273925" y="3152775"/>
          <p14:tracePt t="24376" x="7512050" y="3170238"/>
          <p14:tracePt t="24387" x="7716838" y="3170238"/>
          <p14:tracePt t="24398" x="7869238" y="3170238"/>
          <p14:tracePt t="24410" x="7970838" y="3170238"/>
          <p14:tracePt t="24421" x="8039100" y="3170238"/>
          <p14:tracePt t="24432" x="8047038" y="3170238"/>
          <p14:tracePt t="24443" x="8064500" y="3170238"/>
          <p14:tracePt t="24454" x="8107363" y="3170238"/>
          <p14:tracePt t="24466" x="8140700" y="3170238"/>
          <p14:tracePt t="24477" x="8191500" y="3178175"/>
          <p14:tracePt t="24488" x="8251825" y="3178175"/>
          <p14:tracePt t="24499" x="8277225" y="3178175"/>
          <p14:tracePt t="25027" x="8277225" y="3186113"/>
          <p14:tracePt t="25083" x="8285163" y="3186113"/>
          <p14:tracePt t="25085" x="8294688" y="3186113"/>
          <p14:tracePt t="25173" x="8294688" y="3203575"/>
          <p14:tracePt t="25175" x="8294688" y="3211513"/>
          <p14:tracePt t="25197" x="8277225" y="3228975"/>
          <p14:tracePt t="25208" x="8277225" y="3238500"/>
          <p14:tracePt t="25231" x="8243888" y="3263900"/>
          <p14:tracePt t="25242" x="8201025" y="3314700"/>
          <p14:tracePt t="25253" x="8175625" y="3365500"/>
          <p14:tracePt t="25264" x="8124825" y="3416300"/>
          <p14:tracePt t="25275" x="8081963" y="3441700"/>
          <p14:tracePt t="25287" x="8021638" y="3502025"/>
          <p14:tracePt t="25298" x="7912100" y="3552825"/>
          <p14:tracePt t="25310" x="7783513" y="3611563"/>
          <p14:tracePt t="25321" x="7613650" y="3679825"/>
          <p14:tracePt t="25332" x="7427913" y="3763963"/>
          <p14:tracePt t="25343" x="7215188" y="3841750"/>
          <p14:tracePt t="25354" x="7035800" y="3917950"/>
          <p14:tracePt t="25366" x="6789738" y="4011613"/>
          <p14:tracePt t="25377" x="6551613" y="4087813"/>
          <p14:tracePt t="25388" x="6313488" y="4181475"/>
          <p14:tracePt t="25399" x="6049963" y="4265613"/>
          <p14:tracePt t="25411" x="5813425" y="4341813"/>
          <p14:tracePt t="25422" x="5575300" y="4445000"/>
          <p14:tracePt t="25433" x="5362575" y="4521200"/>
          <p14:tracePt t="25444" x="5183188" y="4589463"/>
          <p14:tracePt t="25456" x="4997450" y="4657725"/>
          <p14:tracePt t="25467" x="4852988" y="4691063"/>
          <p14:tracePt t="25478" x="4691063" y="4733925"/>
          <p14:tracePt t="25489" x="4554538" y="4741863"/>
          <p14:tracePt t="25501" x="4419600" y="4749800"/>
          <p14:tracePt t="25512" x="4283075" y="4749800"/>
          <p14:tracePt t="25523" x="4156075" y="4749800"/>
          <p14:tracePt t="25534" x="4044950" y="4741863"/>
          <p14:tracePt t="25546" x="3925888" y="4716463"/>
          <p14:tracePt t="25557" x="3806825" y="4691063"/>
          <p14:tracePt t="25568" x="3697288" y="4673600"/>
          <p14:tracePt t="25579" x="3568700" y="4648200"/>
          <p14:tracePt t="25591" x="3449638" y="4640263"/>
          <p14:tracePt t="25602" x="3365500" y="4622800"/>
          <p14:tracePt t="25613" x="3289300" y="4614863"/>
          <p14:tracePt t="25625" x="3228975" y="4605338"/>
          <p14:tracePt t="25636" x="3170238" y="4579938"/>
          <p14:tracePt t="25647" x="3127375" y="4572000"/>
          <p14:tracePt t="25658" x="3094038" y="4554538"/>
          <p14:tracePt t="25669" x="3041650" y="4538663"/>
          <p14:tracePt t="25681" x="2982913" y="4503738"/>
          <p14:tracePt t="25692" x="2932113" y="4486275"/>
          <p14:tracePt t="25703" x="2881313" y="4470400"/>
          <p14:tracePt t="25714" x="2846388" y="4452938"/>
          <p14:tracePt t="25726" x="2838450" y="4435475"/>
          <p14:tracePt t="25737" x="2838450" y="4427538"/>
          <p14:tracePt t="25748" x="2830513" y="4427538"/>
          <p14:tracePt t="25759" x="2820988" y="4419600"/>
          <p14:tracePt t="25771" x="2820988" y="4410075"/>
          <p14:tracePt t="25782" x="2813050" y="4410075"/>
          <p14:tracePt t="25793" x="2787650" y="4402138"/>
          <p14:tracePt t="25804" x="2770188" y="4384675"/>
          <p14:tracePt t="25816" x="2719388" y="4368800"/>
          <p14:tracePt t="25827" x="2686050" y="4351338"/>
          <p14:tracePt t="25838" x="2651125" y="4341813"/>
          <p14:tracePt t="25849" x="2608263" y="4316413"/>
          <p14:tracePt t="25861" x="2574925" y="4300538"/>
          <p14:tracePt t="25872" x="2549525" y="4291013"/>
          <p14:tracePt t="25883" x="2541588" y="4291013"/>
          <p14:tracePt t="25894" x="2532063" y="4283075"/>
          <p14:tracePt t="25917" x="2532063" y="4275138"/>
          <p14:tracePt t="25928" x="2532063" y="4265613"/>
          <p14:tracePt t="25951" x="2532063" y="4257675"/>
          <p14:tracePt t="26028" x="2532063" y="4249738"/>
          <p14:tracePt t="26062" x="2541588" y="4249738"/>
          <p14:tracePt t="26309" x="2557463" y="4249738"/>
          <p14:tracePt t="26311" x="2566988" y="4249738"/>
          <p14:tracePt t="26333" x="2574925" y="4257675"/>
          <p14:tracePt t="26344" x="2582863" y="4257675"/>
          <p14:tracePt t="26366" x="2592388" y="4265613"/>
          <p14:tracePt t="26478" x="2600325" y="4265613"/>
          <p14:tracePt t="26512" x="2608263" y="4265613"/>
          <p14:tracePt t="26524" x="2608263" y="4275138"/>
          <p14:tracePt t="27693" x="2633663" y="4275138"/>
          <p14:tracePt t="27695" x="2643188" y="4275138"/>
          <p14:tracePt t="27717" x="2651125" y="4275138"/>
          <p14:tracePt t="27728" x="2668588" y="4275138"/>
          <p14:tracePt t="27739" x="2686050" y="4265613"/>
          <p14:tracePt t="27751" x="2719388" y="4265613"/>
          <p14:tracePt t="27762" x="2744788" y="4249738"/>
          <p14:tracePt t="27773" x="2752725" y="4249738"/>
          <p14:tracePt t="27784" x="2752725" y="4240213"/>
          <p14:tracePt t="27796" x="2770188" y="4224338"/>
          <p14:tracePt t="27807" x="2770188" y="4214813"/>
          <p14:tracePt t="27818" x="2778125" y="4181475"/>
          <p14:tracePt t="27829" x="2778125" y="4164013"/>
          <p14:tracePt t="27841" x="2778125" y="4156075"/>
          <p14:tracePt t="27852" x="2778125" y="4130675"/>
          <p14:tracePt t="27863" x="2795588" y="4113213"/>
          <p14:tracePt t="27886" x="2795588" y="4105275"/>
          <p14:tracePt t="27906" x="2805113" y="4095750"/>
          <p14:tracePt t="27909" x="2813050" y="4087813"/>
          <p14:tracePt t="27931" x="2820988" y="4079875"/>
          <p14:tracePt t="27942" x="2830513" y="4062413"/>
          <p14:tracePt t="27953" x="2838450" y="4062413"/>
          <p14:tracePt t="27976" x="2846388" y="4062413"/>
          <p14:tracePt t="27987" x="2855913" y="4062413"/>
          <p14:tracePt t="27998" x="2863850" y="4062413"/>
          <p14:tracePt t="28009" x="2881313" y="4062413"/>
          <p14:tracePt t="28021" x="2914650" y="4062413"/>
          <p14:tracePt t="28032" x="2940050" y="4062413"/>
          <p14:tracePt t="28043" x="2982913" y="4062413"/>
          <p14:tracePt t="28054" x="3008313" y="4062413"/>
          <p14:tracePt t="28066" x="3051175" y="4062413"/>
          <p14:tracePt t="28077" x="3135313" y="4062413"/>
          <p14:tracePt t="28088" x="3221038" y="4062413"/>
          <p14:tracePt t="28099" x="3330575" y="4062413"/>
          <p14:tracePt t="28111" x="3449638" y="4062413"/>
          <p14:tracePt t="28123" x="3560763" y="4062413"/>
          <p14:tracePt t="28133" x="3671888" y="4062413"/>
          <p14:tracePt t="28144" x="3773488" y="4062413"/>
          <p14:tracePt t="28156" x="3883025" y="4062413"/>
          <p14:tracePt t="28167" x="3968750" y="4052888"/>
          <p14:tracePt t="28178" x="4070350" y="4052888"/>
          <p14:tracePt t="28190" x="4146550" y="4044950"/>
          <p14:tracePt t="28201" x="4214813" y="4037013"/>
          <p14:tracePt t="28212" x="4275138" y="4019550"/>
          <p14:tracePt t="28223" x="4325938" y="4011613"/>
          <p14:tracePt t="28234" x="4333875" y="4011613"/>
          <p14:tracePt t="28246" x="4359275" y="4011613"/>
          <p14:tracePt t="28257" x="4376738" y="4002088"/>
          <p14:tracePt t="28268" x="4394200" y="4002088"/>
          <p14:tracePt t="28279" x="4435475" y="4002088"/>
          <p14:tracePt t="28291" x="4478338" y="4002088"/>
          <p14:tracePt t="28302" x="4513263" y="4002088"/>
          <p14:tracePt t="28313" x="4538663" y="4002088"/>
          <p14:tracePt t="28325" x="4589463" y="4002088"/>
          <p14:tracePt t="28336" x="4673600" y="4002088"/>
          <p14:tracePt t="28347" x="4759325" y="4002088"/>
          <p14:tracePt t="28358" x="4860925" y="4002088"/>
          <p14:tracePt t="28369" x="4946650" y="4002088"/>
          <p14:tracePt t="28381" x="5056188" y="4002088"/>
          <p14:tracePt t="28392" x="5200650" y="4011613"/>
          <p14:tracePt t="28403" x="5345113" y="4027488"/>
          <p14:tracePt t="28414" x="5472113" y="4037013"/>
          <p14:tracePt t="28426" x="5600700" y="4052888"/>
          <p14:tracePt t="28437" x="5727700" y="4062413"/>
          <p14:tracePt t="28448" x="5829300" y="4070350"/>
          <p14:tracePt t="28459" x="5915025" y="4079875"/>
          <p14:tracePt t="28471" x="5983288" y="4079875"/>
          <p14:tracePt t="28482" x="6042025" y="4079875"/>
          <p14:tracePt t="28493" x="6084888" y="4079875"/>
          <p14:tracePt t="28526" x="6092825" y="4079875"/>
          <p14:tracePt t="28527" x="6110288" y="4087813"/>
          <p14:tracePt t="28539" x="6118225" y="4087813"/>
          <p14:tracePt t="28549" x="6161088" y="4095750"/>
          <p14:tracePt t="28572" x="6203950" y="4105275"/>
          <p14:tracePt t="28583" x="6262688" y="4130675"/>
          <p14:tracePt t="28594" x="6297613" y="4130675"/>
          <p14:tracePt t="28606" x="6338888" y="4138613"/>
          <p14:tracePt t="28617" x="6399213" y="4146550"/>
          <p14:tracePt t="28628" x="6467475" y="4156075"/>
          <p14:tracePt t="28639" x="6526213" y="4164013"/>
          <p14:tracePt t="28651" x="6586538" y="4171950"/>
          <p14:tracePt t="28662" x="6645275" y="4171950"/>
          <p14:tracePt t="28673" x="6688138" y="4171950"/>
          <p14:tracePt t="28684" x="6764338" y="4171950"/>
          <p14:tracePt t="28696" x="6850063" y="4171950"/>
          <p14:tracePt t="28707" x="6951663" y="4189413"/>
          <p14:tracePt t="28729" x="7061200" y="4197350"/>
          <p14:tracePt t="28741" x="7146925" y="4206875"/>
          <p14:tracePt t="28752" x="7205663" y="4206875"/>
          <p14:tracePt t="28763" x="7248525" y="4206875"/>
          <p14:tracePt t="28775" x="7265988" y="4206875"/>
          <p14:tracePt t="28786" x="7273925" y="4224338"/>
          <p14:tracePt t="28797" x="7283450" y="4232275"/>
          <p14:tracePt t="28808" x="7308850" y="4240213"/>
          <p14:tracePt t="28819" x="7350125" y="4240213"/>
          <p14:tracePt t="28831" x="7377113" y="4240213"/>
          <p14:tracePt t="28842" x="7418388" y="4240213"/>
          <p14:tracePt t="28853" x="7478713" y="4249738"/>
          <p14:tracePt t="28864" x="7521575" y="4249738"/>
          <p14:tracePt t="28876" x="7554913" y="4249738"/>
          <p14:tracePt t="28887" x="7562850" y="4257675"/>
          <p14:tracePt t="28906" x="7572375" y="4257675"/>
          <p14:tracePt t="28909" x="7588250" y="4257675"/>
          <p14:tracePt t="28921" x="7597775" y="4257675"/>
          <p14:tracePt t="28932" x="7623175" y="4257675"/>
          <p14:tracePt t="28943" x="7656513" y="4275138"/>
          <p14:tracePt t="28955" x="7666038" y="4275138"/>
          <p14:tracePt t="28966" x="7681913" y="4283075"/>
          <p14:tracePt t="28977" x="7691438" y="4283075"/>
          <p14:tracePt t="28989" x="7691438" y="4291013"/>
          <p14:tracePt t="28999" x="7691438" y="4300538"/>
          <p14:tracePt t="29022" x="7639050" y="4316413"/>
          <p14:tracePt t="29033" x="7580313" y="4359275"/>
          <p14:tracePt t="29044" x="7529513" y="4368800"/>
          <p14:tracePt t="29055" x="7427913" y="4402138"/>
          <p14:tracePt t="29067" x="7299325" y="4445000"/>
          <p14:tracePt t="29078" x="7113588" y="4478338"/>
          <p14:tracePt t="29090" x="6891338" y="4529138"/>
          <p14:tracePt t="29101" x="6619875" y="4554538"/>
          <p14:tracePt t="29112" x="6348413" y="4589463"/>
          <p14:tracePt t="29123" x="6049963" y="4605338"/>
          <p14:tracePt t="29134" x="5788025" y="4605338"/>
          <p14:tracePt t="29146" x="5557838" y="4605338"/>
          <p14:tracePt t="29157" x="5353050" y="4605338"/>
          <p14:tracePt t="29168" x="5200650" y="4605338"/>
          <p14:tracePt t="29179" x="5048250" y="4605338"/>
          <p14:tracePt t="29191" x="4886325" y="4605338"/>
          <p14:tracePt t="29202" x="4716463" y="4589463"/>
          <p14:tracePt t="29213" x="4529138" y="4579938"/>
          <p14:tracePt t="29224" x="4384675" y="4564063"/>
          <p14:tracePt t="29236" x="4265613" y="4564063"/>
          <p14:tracePt t="29247" x="4121150" y="4564063"/>
          <p14:tracePt t="29258" x="3994150" y="4572000"/>
          <p14:tracePt t="29269" x="3883025" y="4572000"/>
          <p14:tracePt t="29281" x="3756025" y="4579938"/>
          <p14:tracePt t="29292" x="3636963" y="4589463"/>
          <p14:tracePt t="29303" x="3535363" y="4614863"/>
          <p14:tracePt t="29314" x="3467100" y="4622800"/>
          <p14:tracePt t="29326" x="3416300" y="4630738"/>
          <p14:tracePt t="29337" x="3408363" y="4630738"/>
          <p14:tracePt t="29348" x="3382963" y="4630738"/>
          <p14:tracePt t="29359" x="3365500" y="4622800"/>
          <p14:tracePt t="29371" x="3355975" y="4622800"/>
          <p14:tracePt t="29382" x="3348038" y="4622800"/>
          <p14:tracePt t="29414" x="3340100" y="4614863"/>
          <p14:tracePt t="29416" x="3330575" y="4597400"/>
          <p14:tracePt t="29438" x="3322638" y="4597400"/>
          <p14:tracePt t="29449" x="3314700" y="4589463"/>
          <p14:tracePt t="29461" x="3305175" y="4579938"/>
          <p14:tracePt t="29472" x="3271838" y="4572000"/>
          <p14:tracePt t="29483" x="3246438" y="4554538"/>
          <p14:tracePt t="29494" x="3221038" y="4546600"/>
          <p14:tracePt t="29506" x="3186113" y="4513263"/>
          <p14:tracePt t="29517" x="3178175" y="4513263"/>
          <p14:tracePt t="29528" x="3178175" y="4503738"/>
          <p14:tracePt t="29539" x="3178175" y="4495800"/>
          <p14:tracePt t="29551" x="3178175" y="4470400"/>
          <p14:tracePt t="29562" x="3170238" y="4452938"/>
          <p14:tracePt t="29573" x="3170238" y="4445000"/>
          <p14:tracePt t="29584" x="3170238" y="4427538"/>
          <p14:tracePt t="29606" x="3170238" y="4419600"/>
          <p14:tracePt t="29629" x="3186113" y="4419600"/>
          <p14:tracePt t="29641" x="3195638" y="4419600"/>
          <p14:tracePt t="29652" x="3228975" y="4419600"/>
          <p14:tracePt t="29663" x="3263900" y="4419600"/>
          <p14:tracePt t="29674" x="3279775" y="4419600"/>
          <p14:tracePt t="29686" x="3322638" y="4419600"/>
          <p14:tracePt t="29697" x="3382963" y="4410075"/>
          <p14:tracePt t="29708" x="3459163" y="4402138"/>
          <p14:tracePt t="29719" x="3527425" y="4402138"/>
          <p14:tracePt t="29731" x="3603625" y="4394200"/>
          <p14:tracePt t="29742" x="3687763" y="4376738"/>
          <p14:tracePt t="29753" x="3763963" y="4368800"/>
          <p14:tracePt t="29764" x="3849688" y="4368800"/>
          <p14:tracePt t="29776" x="3917950" y="4368800"/>
          <p14:tracePt t="29787" x="3994150" y="4359275"/>
          <p14:tracePt t="29798" x="4037013" y="4351338"/>
          <p14:tracePt t="29809" x="4044950" y="4351338"/>
          <p14:tracePt t="29999" x="4052888" y="4351338"/>
          <p14:tracePt t="30123" x="4052888" y="4359275"/>
          <p14:tracePt t="30146" x="4052888" y="4368800"/>
          <p14:tracePt t="30158" x="4052888" y="4376738"/>
          <p14:tracePt t="30169" x="4052888" y="4384675"/>
          <p14:tracePt t="30181" x="4052888" y="4394200"/>
          <p14:tracePt t="30203" x="4052888" y="4402138"/>
          <p14:tracePt t="30214" x="4052888" y="4410075"/>
          <p14:tracePt t="30226" x="4062413" y="4419600"/>
          <p14:tracePt t="30237" x="4070350" y="4427538"/>
          <p14:tracePt t="30753" x="4062413" y="4427538"/>
          <p14:tracePt t="30787" x="4062413" y="4419600"/>
          <p14:tracePt t="30809" x="4062413" y="4410075"/>
          <p14:tracePt t="30821" x="4062413" y="4402138"/>
          <p14:tracePt t="30833" x="4062413" y="4394200"/>
          <p14:tracePt t="30855" x="4062413" y="4384675"/>
          <p14:tracePt t="30866" x="4062413" y="4376738"/>
          <p14:tracePt t="30878" x="4079875" y="4368800"/>
          <p14:tracePt t="30889" x="4130675" y="4368800"/>
          <p14:tracePt t="30901" x="4156075" y="4368800"/>
          <p14:tracePt t="30912" x="4181475" y="4368800"/>
          <p14:tracePt t="30934" x="4249738" y="4368800"/>
          <p14:tracePt t="30946" x="4376738" y="4368800"/>
          <p14:tracePt t="30957" x="4513263" y="4368800"/>
          <p14:tracePt t="30968" x="4860925" y="4368800"/>
          <p14:tracePt t="30979" x="5175250" y="4368800"/>
          <p14:tracePt t="30991" x="5438775" y="4368800"/>
          <p14:tracePt t="31002" x="5694363" y="4368800"/>
          <p14:tracePt t="31013" x="5957888" y="4368800"/>
          <p14:tracePt t="31024" x="6186488" y="4368800"/>
          <p14:tracePt t="31036" x="6348413" y="4368800"/>
          <p14:tracePt t="31047" x="6483350" y="4368800"/>
          <p14:tracePt t="31058" x="6611938" y="4368800"/>
          <p14:tracePt t="31070" x="6713538" y="4368800"/>
          <p14:tracePt t="31081" x="6807200" y="4368800"/>
          <p14:tracePt t="31092" x="6908800" y="4368800"/>
          <p14:tracePt t="31104" x="6994525" y="4384675"/>
          <p14:tracePt t="31115" x="7010400" y="4384675"/>
          <p14:tracePt t="31126" x="7019925" y="4333875"/>
          <p14:tracePt t="31137" x="7002463" y="4316413"/>
          <p14:tracePt t="31148" x="6959600" y="4300538"/>
          <p14:tracePt t="31564" x="6969125" y="4300538"/>
          <p14:tracePt t="31576" x="6977063" y="4300538"/>
          <p14:tracePt t="31587" x="6985000" y="4300538"/>
          <p14:tracePt t="31609" x="6994525" y="4300538"/>
          <p14:tracePt t="31621" x="7010400" y="4308475"/>
          <p14:tracePt t="31632" x="7010400" y="4316413"/>
          <p14:tracePt t="31643" x="7019925" y="4333875"/>
          <p14:tracePt t="31654" x="7027863" y="4341813"/>
          <p14:tracePt t="31666" x="7035800" y="4351338"/>
          <p14:tracePt t="31677" x="7045325" y="4368800"/>
          <p14:tracePt t="31688" x="7045325" y="4384675"/>
          <p14:tracePt t="31699" x="7045325" y="4394200"/>
          <p14:tracePt t="31732" x="7053263" y="4402138"/>
          <p14:tracePt t="31734" x="7061200" y="4402138"/>
          <p14:tracePt t="31822" x="7070725" y="4402138"/>
          <p14:tracePt t="31824" x="7078663" y="4410075"/>
          <p14:tracePt t="31834" x="7088188" y="4419600"/>
          <p14:tracePt t="31857" x="7088188" y="4435475"/>
          <p14:tracePt t="31880" x="7096125" y="4452938"/>
          <p14:tracePt t="31891" x="7096125" y="4478338"/>
          <p14:tracePt t="31903" x="7096125" y="4486275"/>
          <p14:tracePt t="31913" x="7096125" y="4521200"/>
          <p14:tracePt t="31924" x="7070725" y="4546600"/>
          <p14:tracePt t="31936" x="7027863" y="4589463"/>
          <p14:tracePt t="31947" x="6994525" y="4614863"/>
          <p14:tracePt t="31958" x="6969125" y="4630738"/>
          <p14:tracePt t="31969" x="6926263" y="4648200"/>
          <p14:tracePt t="31981" x="6858000" y="4665663"/>
          <p14:tracePt t="31992" x="6781800" y="4699000"/>
          <p14:tracePt t="32003" x="6680200" y="4724400"/>
          <p14:tracePt t="32014" x="6569075" y="4759325"/>
          <p14:tracePt t="32026" x="6442075" y="4784725"/>
          <p14:tracePt t="32037" x="6313488" y="4802188"/>
          <p14:tracePt t="32048" x="6194425" y="4827588"/>
          <p14:tracePt t="32059" x="6067425" y="4835525"/>
          <p14:tracePt t="32071" x="5957888" y="4852988"/>
          <p14:tracePt t="32082" x="5838825" y="4860925"/>
          <p14:tracePt t="32093" x="5735638" y="4868863"/>
          <p14:tracePt t="32105" x="5626100" y="4868863"/>
          <p14:tracePt t="32116" x="5514975" y="4868863"/>
          <p14:tracePt t="32127" x="5395913" y="4868863"/>
          <p14:tracePt t="32138" x="5276850" y="4868863"/>
          <p14:tracePt t="32149" x="5157788" y="4868863"/>
          <p14:tracePt t="32161" x="5048250" y="4868863"/>
          <p14:tracePt t="32172" x="4962525" y="4868863"/>
          <p14:tracePt t="32183" x="4878388" y="4868863"/>
          <p14:tracePt t="32195" x="4792663" y="4868863"/>
          <p14:tracePt t="32206" x="4716463" y="4868863"/>
          <p14:tracePt t="32217" x="4673600" y="4860925"/>
          <p14:tracePt t="32228" x="4630738" y="4860925"/>
          <p14:tracePt t="32239" x="4597400" y="4860925"/>
          <p14:tracePt t="32251" x="4564063" y="4860925"/>
          <p14:tracePt t="32262" x="4529138" y="4860925"/>
          <p14:tracePt t="32273" x="4503738" y="4860925"/>
          <p14:tracePt t="32284" x="4460875" y="4860925"/>
          <p14:tracePt t="32296" x="4419600" y="4860925"/>
          <p14:tracePt t="32307" x="4368800" y="4860925"/>
          <p14:tracePt t="32319" x="4325938" y="4860925"/>
          <p14:tracePt t="32329" x="4300538" y="4860925"/>
          <p14:tracePt t="32341" x="4257675" y="4860925"/>
          <p14:tracePt t="32352" x="4224338" y="4860925"/>
          <p14:tracePt t="32363" x="4189413" y="4860925"/>
          <p14:tracePt t="32374" x="4156075" y="4860925"/>
          <p14:tracePt t="32386" x="4130675" y="4860925"/>
          <p14:tracePt t="32397" x="4095750" y="4860925"/>
          <p14:tracePt t="32408" x="4070350" y="4860925"/>
          <p14:tracePt t="32419" x="4052888" y="4860925"/>
          <p14:tracePt t="32431" x="4027488" y="4860925"/>
          <p14:tracePt t="32442" x="4019550" y="4860925"/>
          <p14:tracePt t="32453" x="4002088" y="4852988"/>
          <p14:tracePt t="32464" x="3994150" y="4852988"/>
          <p14:tracePt t="32476" x="3976688" y="4843463"/>
          <p14:tracePt t="32487" x="3968750" y="4835525"/>
          <p14:tracePt t="32498" x="3960813" y="4827588"/>
          <p14:tracePt t="32521" x="3960813" y="4818063"/>
          <p14:tracePt t="32711" x="3951288" y="4818063"/>
          <p14:tracePt t="32723" x="3943350" y="4818063"/>
          <p14:tracePt t="32735" x="3935413" y="4818063"/>
          <p14:tracePt t="32757" x="3925888" y="4818063"/>
          <p14:tracePt t="32768" x="3917950" y="4827588"/>
          <p14:tracePt t="32779" x="3900488" y="4843463"/>
          <p14:tracePt t="32791" x="3892550" y="4852988"/>
          <p14:tracePt t="32802" x="3875088" y="4886325"/>
          <p14:tracePt t="32813" x="3867150" y="4911725"/>
          <p14:tracePt t="32824" x="3841750" y="4929188"/>
          <p14:tracePt t="32836" x="3824288" y="4954588"/>
          <p14:tracePt t="32847" x="3806825" y="4962525"/>
          <p14:tracePt t="32858" x="3798888" y="4979988"/>
          <p14:tracePt t="32870" x="3790950" y="4987925"/>
          <p14:tracePt t="32881" x="3773488" y="4997450"/>
          <p14:tracePt t="32892" x="3756025" y="5013325"/>
          <p14:tracePt t="32903" x="3738563" y="5022850"/>
          <p14:tracePt t="32921" x="3705225" y="5038725"/>
          <p14:tracePt t="32926" x="3679825" y="5048250"/>
          <p14:tracePt t="32937" x="3646488" y="5056188"/>
          <p14:tracePt t="32948" x="3586163" y="5064125"/>
          <p14:tracePt t="32959" x="3560763" y="5064125"/>
          <p14:tracePt t="32971" x="3535363" y="5064125"/>
          <p14:tracePt t="32982" x="3517900" y="5064125"/>
          <p14:tracePt t="33004" x="3509963" y="5064125"/>
          <p14:tracePt t="33071" x="3502025" y="5064125"/>
          <p14:tracePt t="33082" x="3492500" y="5064125"/>
          <p14:tracePt t="33084" x="3484563" y="5064125"/>
          <p14:tracePt t="33094" x="3475038" y="5064125"/>
          <p14:tracePt t="33106" x="3467100" y="5064125"/>
          <p14:tracePt t="33117" x="3467100" y="5056188"/>
          <p14:tracePt t="33128" x="3459163" y="5056188"/>
          <p14:tracePt t="33139" x="3441700" y="5048250"/>
          <p14:tracePt t="33151" x="3433763" y="5048250"/>
          <p14:tracePt t="33162" x="3390900" y="5038725"/>
          <p14:tracePt t="33173" x="3365500" y="5038725"/>
          <p14:tracePt t="33185" x="3348038" y="5038725"/>
          <p14:tracePt t="33196" x="3314700" y="5038725"/>
          <p14:tracePt t="33207" x="3263900" y="5038725"/>
          <p14:tracePt t="33218" x="3238500" y="5038725"/>
          <p14:tracePt t="33229" x="3186113" y="5038725"/>
          <p14:tracePt t="33241" x="3101975" y="5038725"/>
          <p14:tracePt t="33252" x="3016250" y="5038725"/>
          <p14:tracePt t="33263" x="2932113" y="5038725"/>
          <p14:tracePt t="33274" x="2855913" y="5038725"/>
          <p14:tracePt t="33286" x="2805113" y="5038725"/>
          <p14:tracePt t="33297" x="2752725" y="5038725"/>
          <p14:tracePt t="33308" x="2744788" y="5038725"/>
          <p14:tracePt t="33319" x="2736850" y="5038725"/>
          <p14:tracePt t="33331" x="2727325" y="5038725"/>
          <p14:tracePt t="33353" x="2719388" y="5038725"/>
          <p14:tracePt t="33364" x="2701925" y="5048250"/>
          <p14:tracePt t="33387" x="2668588" y="5056188"/>
          <p14:tracePt t="33398" x="2651125" y="5064125"/>
          <p14:tracePt t="33409" x="2633663" y="5064125"/>
          <p14:tracePt t="33421" x="2625725" y="5064125"/>
          <p14:tracePt t="33432" x="2617788" y="5073650"/>
          <p14:tracePt t="33443" x="2600325" y="5081588"/>
          <p14:tracePt t="33466" x="2592388" y="5091113"/>
          <p14:tracePt t="33488" x="2574925" y="5099050"/>
          <p14:tracePt t="33499" x="2549525" y="5116513"/>
          <p14:tracePt t="33511" x="2541588" y="5124450"/>
          <p14:tracePt t="33522" x="2541588" y="5132388"/>
          <p14:tracePt t="33533" x="2541588" y="5141913"/>
          <p14:tracePt t="33611" x="2541588" y="5149850"/>
          <p14:tracePt t="33612" x="2541588" y="5167313"/>
          <p14:tracePt t="33623" x="2549525" y="5167313"/>
          <p14:tracePt t="33634" x="2557463" y="5167313"/>
          <p14:tracePt t="33646" x="2557463" y="5175250"/>
          <p14:tracePt t="33657" x="2574925" y="5183188"/>
          <p14:tracePt t="33668" x="2617788" y="5200650"/>
          <p14:tracePt t="33679" x="2651125" y="5208588"/>
          <p14:tracePt t="33691" x="2668588" y="5226050"/>
          <p14:tracePt t="33702" x="2701925" y="5235575"/>
          <p14:tracePt t="33802" x="2711450" y="5235575"/>
          <p14:tracePt t="33858" x="2719388" y="5235575"/>
          <p14:tracePt t="33881" x="2719388" y="5243513"/>
          <p14:tracePt t="33892" x="2719388" y="5251450"/>
          <p14:tracePt t="33893" x="2719388" y="5260975"/>
          <p14:tracePt t="33927" x="2719388" y="5268913"/>
          <p14:tracePt t="33948" x="2719388" y="5276850"/>
          <p14:tracePt t="33950" x="2719388" y="5286375"/>
          <p14:tracePt t="33971" x="2727325" y="5294313"/>
          <p14:tracePt t="33972" x="2736850" y="5302250"/>
          <p14:tracePt t="33983" x="2744788" y="5302250"/>
          <p14:tracePt t="33994" x="2752725" y="5302250"/>
          <p14:tracePt t="34006" x="2770188" y="5302250"/>
          <p14:tracePt t="34018" x="2795588" y="5319713"/>
          <p14:tracePt t="34028" x="2813050" y="5327650"/>
          <p14:tracePt t="34039" x="2830513" y="5337175"/>
          <p14:tracePt t="34051" x="2846388" y="5337175"/>
          <p14:tracePt t="34062" x="2846388" y="5345113"/>
          <p14:tracePt t="34073" x="2855913" y="5345113"/>
          <p14:tracePt t="34085" x="2871788" y="5345113"/>
          <p14:tracePt t="34096" x="2889250" y="5362575"/>
          <p14:tracePt t="34107" x="2906713" y="5370513"/>
          <p14:tracePt t="34118" x="2940050" y="5405438"/>
          <p14:tracePt t="34130" x="2974975" y="5421313"/>
          <p14:tracePt t="34141" x="3000375" y="5438775"/>
          <p14:tracePt t="34152" x="3059113" y="5464175"/>
          <p14:tracePt t="34163" x="3119438" y="5489575"/>
          <p14:tracePt t="34174" x="3144838" y="5497513"/>
          <p14:tracePt t="34186" x="3195638" y="5514975"/>
          <p14:tracePt t="34197" x="3271838" y="5549900"/>
          <p14:tracePt t="34208" x="3382963" y="5600700"/>
          <p14:tracePt t="34220" x="3484563" y="5634038"/>
          <p14:tracePt t="34231" x="3594100" y="5668963"/>
          <p14:tracePt t="34242" x="3713163" y="5702300"/>
          <p14:tracePt t="34253" x="3798888" y="5710238"/>
          <p14:tracePt t="34264" x="3892550" y="5735638"/>
          <p14:tracePt t="34276" x="3976688" y="5753100"/>
          <p14:tracePt t="34287" x="4037013" y="5778500"/>
          <p14:tracePt t="34298" x="4095750" y="5795963"/>
          <p14:tracePt t="34309" x="4232275" y="5829300"/>
          <p14:tracePt t="34321" x="4419600" y="5897563"/>
          <p14:tracePt t="34332" x="4683125" y="5983288"/>
          <p14:tracePt t="34343" x="4962525" y="6049963"/>
          <p14:tracePt t="34354" x="5226050" y="6110288"/>
          <p14:tracePt t="34366" x="5362575" y="6135688"/>
          <p14:tracePt t="34377" x="5481638" y="6143625"/>
          <p14:tracePt t="34388" x="5549900" y="6161088"/>
          <p14:tracePt t="34400" x="5600700" y="6161088"/>
          <p14:tracePt t="34411" x="5626100" y="6161088"/>
          <p14:tracePt t="34422" x="5668963" y="6161088"/>
          <p14:tracePt t="34434" x="5753100" y="6161088"/>
          <p14:tracePt t="34444" x="5872163" y="6169025"/>
          <p14:tracePt t="34456" x="6067425" y="6186488"/>
          <p14:tracePt t="34467" x="6323013" y="6229350"/>
          <p14:tracePt t="34478" x="6594475" y="6262688"/>
          <p14:tracePt t="34489" x="6807200" y="6288088"/>
          <p14:tracePt t="34501" x="7002463" y="6323013"/>
          <p14:tracePt t="34523" x="7138988" y="6330950"/>
          <p14:tracePt t="34535" x="7248525" y="6365875"/>
          <p14:tracePt t="34546" x="7258050" y="6381750"/>
          <p14:tracePt t="34557" x="7299325" y="6416675"/>
          <p14:tracePt t="34568" x="7350125" y="6457950"/>
          <p14:tracePt t="34579" x="7427913" y="6500813"/>
          <p14:tracePt t="34591" x="7529513" y="6543675"/>
          <p14:tracePt t="34602" x="7673975" y="6569075"/>
          <p14:tracePt t="34613" x="7869238" y="6586538"/>
          <p14:tracePt t="34624" x="8115300" y="6561138"/>
          <p14:tracePt t="34636" x="8388350" y="6424613"/>
          <p14:tracePt t="34647" x="8634413" y="6211888"/>
          <p14:tracePt t="34658" x="8863013" y="5940425"/>
          <p14:tracePt t="34669" x="9058275" y="5676900"/>
        </p14:tracePtLst>
      </p14:laserTraceLst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417E2E-8B32-4DF7-9FC5-0BA1B4397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127" y="365126"/>
            <a:ext cx="3139655" cy="3190874"/>
          </a:xfrm>
        </p:spPr>
        <p:txBody>
          <a:bodyPr>
            <a:normAutofit/>
          </a:bodyPr>
          <a:lstStyle/>
          <a:p>
            <a:r>
              <a:rPr lang="ru-RU" sz="3200" dirty="0"/>
              <a:t>Пример 3: </a:t>
            </a:r>
            <a:br>
              <a:rPr lang="ru-RU" sz="3200" dirty="0"/>
            </a:br>
            <a:r>
              <a:rPr lang="ru-RU" sz="3200" dirty="0"/>
              <a:t>Хеш – таблица с динамическими списками для устранения коллизий  (2/2)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-1524000" y="3562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DDC1B6A8-0991-4E1A-BCD6-C298A4FC1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3217" y="725579"/>
            <a:ext cx="5097589" cy="57428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Объект 7">
            <a:extLst>
              <a:ext uri="{FF2B5EF4-FFF2-40B4-BE49-F238E27FC236}">
                <a16:creationId xmlns:a16="http://schemas.microsoft.com/office/drawing/2014/main" id="{F64CFE26-8E52-4540-9714-55CF0193B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877" y="4003406"/>
            <a:ext cx="2980905" cy="188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61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5305"/>
    </mc:Choice>
    <mc:Fallback xmlns="">
      <p:transition spd="slow" advTm="205305"/>
    </mc:Fallback>
  </mc:AlternateContent>
  <p:extLst>
    <p:ext uri="{3A86A75C-4F4B-4683-9AE1-C65F6400EC91}">
      <p14:laserTraceLst xmlns:p14="http://schemas.microsoft.com/office/powerpoint/2010/main">
        <p14:tracePtLst>
          <p14:tracePt t="10807" x="7962900" y="5702300"/>
          <p14:tracePt t="10836" x="7962900" y="5710238"/>
          <p14:tracePt t="10838" x="7945438" y="5684838"/>
          <p14:tracePt t="10848" x="7920038" y="5651500"/>
          <p14:tracePt t="10860" x="7877175" y="5583238"/>
          <p14:tracePt t="10871" x="7835900" y="5532438"/>
          <p14:tracePt t="10882" x="7742238" y="5438775"/>
          <p14:tracePt t="10893" x="7512050" y="5243513"/>
          <p14:tracePt t="10905" x="7129463" y="4937125"/>
          <p14:tracePt t="10916" x="6662738" y="4554538"/>
          <p14:tracePt t="10928" x="6102350" y="4113213"/>
          <p14:tracePt t="10939" x="5524500" y="3671888"/>
          <p14:tracePt t="10950" x="4919663" y="3246438"/>
          <p14:tracePt t="10961" x="4402138" y="2855913"/>
          <p14:tracePt t="10972" x="3908425" y="2506663"/>
          <p14:tracePt t="10984" x="3527425" y="2235200"/>
          <p14:tracePt t="10995" x="3263900" y="2039938"/>
          <p14:tracePt t="11006" x="3109913" y="1911350"/>
          <p14:tracePt t="11017" x="3016250" y="1827213"/>
          <p14:tracePt t="11029" x="2965450" y="1776413"/>
          <p14:tracePt t="11040" x="2949575" y="1758950"/>
          <p14:tracePt t="11062" x="2949575" y="1751013"/>
          <p14:tracePt t="11074" x="2949575" y="1741488"/>
          <p14:tracePt t="11097" x="2949575" y="1733550"/>
          <p14:tracePt t="11107" x="2949575" y="1725613"/>
          <p14:tracePt t="11119" x="2949575" y="1716088"/>
          <p14:tracePt t="11130" x="2949575" y="1708150"/>
          <p14:tracePt t="11141" x="2949575" y="1700213"/>
          <p14:tracePt t="11152" x="2957513" y="1690688"/>
          <p14:tracePt t="11164" x="2965450" y="1674813"/>
          <p14:tracePt t="11175" x="2965450" y="1649413"/>
          <p14:tracePt t="11186" x="2974975" y="1639888"/>
          <p14:tracePt t="11197" x="2974975" y="1631950"/>
          <p14:tracePt t="11209" x="2974975" y="1622425"/>
          <p14:tracePt t="11220" x="3000375" y="1614488"/>
          <p14:tracePt t="11231" x="3008313" y="1581150"/>
          <p14:tracePt t="11243" x="3008313" y="1538288"/>
          <p14:tracePt t="11254" x="3008313" y="1512888"/>
          <p14:tracePt t="11265" x="3008313" y="1444625"/>
          <p14:tracePt t="11276" x="3008313" y="1350963"/>
          <p14:tracePt t="11287" x="2990850" y="1249363"/>
          <p14:tracePt t="11299" x="2957513" y="1130300"/>
          <p14:tracePt t="11310" x="2897188" y="1028700"/>
          <p14:tracePt t="11321" x="2846388" y="942975"/>
          <p14:tracePt t="11332" x="2805113" y="884238"/>
          <p14:tracePt t="11344" x="2795588" y="874713"/>
          <p14:tracePt t="11355" x="2787650" y="874713"/>
          <p14:tracePt t="11399" x="2778125" y="874713"/>
          <p14:tracePt t="11411" x="2770188" y="874713"/>
          <p14:tracePt t="11422" x="2762250" y="874713"/>
          <p14:tracePt t="11445" x="2752725" y="874713"/>
          <p14:tracePt t="11456" x="2744788" y="874713"/>
          <p14:tracePt t="11467" x="2711450" y="874713"/>
          <p14:tracePt t="11479" x="2651125" y="874713"/>
          <p14:tracePt t="11490" x="2592388" y="874713"/>
          <p14:tracePt t="11502" x="2557463" y="874713"/>
          <p14:tracePt t="11512" x="2516188" y="849313"/>
          <p14:tracePt t="11524" x="2473325" y="833438"/>
          <p14:tracePt t="11535" x="2422525" y="808038"/>
          <p14:tracePt t="11546" x="2371725" y="781050"/>
          <p14:tracePt t="11557" x="2319338" y="755650"/>
          <p14:tracePt t="11569" x="2268538" y="722313"/>
          <p14:tracePt t="11580" x="2260600" y="722313"/>
          <p14:tracePt t="11591" x="2243138" y="704850"/>
          <p14:tracePt t="11602" x="2243138" y="696913"/>
          <p14:tracePt t="11613" x="2243138" y="688975"/>
          <p14:tracePt t="11670" x="2268538" y="688975"/>
          <p14:tracePt t="11692" x="2286000" y="688975"/>
          <p14:tracePt t="11704" x="2293938" y="688975"/>
          <p14:tracePt t="11715" x="2303463" y="688975"/>
          <p14:tracePt t="11726" x="2328863" y="688975"/>
          <p14:tracePt t="11738" x="2336800" y="688975"/>
          <p14:tracePt t="11748" x="2354263" y="688975"/>
          <p14:tracePt t="11770" x="2362200" y="688975"/>
          <p14:tracePt t="11771" x="2371725" y="688975"/>
          <p14:tracePt t="11804" x="2379663" y="688975"/>
          <p14:tracePt t="11849" x="2387600" y="688975"/>
          <p14:tracePt t="11883" x="2379663" y="688975"/>
          <p14:tracePt t="11906" x="2371725" y="671513"/>
          <p14:tracePt t="12153" x="2379663" y="679450"/>
          <p14:tracePt t="12165" x="2387600" y="679450"/>
          <p14:tracePt t="12176" x="2422525" y="688975"/>
          <p14:tracePt t="12187" x="2430463" y="688975"/>
          <p14:tracePt t="12199" x="2473325" y="696913"/>
          <p14:tracePt t="12210" x="2489200" y="696913"/>
          <p14:tracePt t="12221" x="2532063" y="696913"/>
          <p14:tracePt t="12232" x="2608263" y="714375"/>
          <p14:tracePt t="12244" x="2668588" y="714375"/>
          <p14:tracePt t="12255" x="2727325" y="722313"/>
          <p14:tracePt t="12266" x="2770188" y="722313"/>
          <p14:tracePt t="12321" x="2787650" y="722313"/>
          <p14:tracePt t="12323" x="2795588" y="722313"/>
          <p14:tracePt t="12333" x="2805113" y="722313"/>
          <p14:tracePt t="12345" x="2813050" y="722313"/>
          <p14:tracePt t="12367" x="2820988" y="730250"/>
          <p14:tracePt t="12378" x="2846388" y="730250"/>
          <p14:tracePt t="12390" x="2863850" y="730250"/>
          <p14:tracePt t="12401" x="2889250" y="730250"/>
          <p14:tracePt t="12412" x="2914650" y="730250"/>
          <p14:tracePt t="12423" x="2932113" y="730250"/>
          <p14:tracePt t="12435" x="2957513" y="730250"/>
          <p14:tracePt t="12446" x="2965450" y="730250"/>
          <p14:tracePt t="12457" x="2974975" y="730250"/>
          <p14:tracePt t="12490" x="2982913" y="730250"/>
          <p14:tracePt t="12502" x="2990850" y="730250"/>
          <p14:tracePt t="12514" x="3000375" y="730250"/>
          <p14:tracePt t="12547" x="3016250" y="730250"/>
          <p14:tracePt t="12558" x="3025775" y="730250"/>
          <p14:tracePt t="12570" x="3025775" y="722313"/>
          <p14:tracePt t="12581" x="3033713" y="722313"/>
          <p14:tracePt t="12602" x="3041650" y="722313"/>
          <p14:tracePt t="12603" x="3059113" y="704850"/>
          <p14:tracePt t="12625" x="3067050" y="704850"/>
          <p14:tracePt t="12627" x="3076575" y="696913"/>
          <p14:tracePt t="12638" x="3076575" y="688975"/>
          <p14:tracePt t="12648" x="3084513" y="679450"/>
          <p14:tracePt t="12660" x="3094038" y="679450"/>
          <p14:tracePt t="12671" x="3101975" y="671513"/>
          <p14:tracePt t="12682" x="3109913" y="654050"/>
          <p14:tracePt t="12694" x="3127375" y="654050"/>
          <p14:tracePt t="12705" x="3135313" y="646113"/>
          <p14:tracePt t="12716" x="3144838" y="628650"/>
          <p14:tracePt t="12750" x="3152775" y="603250"/>
          <p14:tracePt t="12761" x="3160713" y="595313"/>
          <p14:tracePt t="12772" x="3160713" y="585788"/>
          <p14:tracePt t="12784" x="3160713" y="544513"/>
          <p14:tracePt t="12795" x="3160713" y="534988"/>
          <p14:tracePt t="12817" x="3160713" y="527050"/>
          <p14:tracePt t="12828" x="3160713" y="509588"/>
          <p14:tracePt t="12851" x="3160713" y="501650"/>
          <p14:tracePt t="12862" x="3170238" y="484188"/>
          <p14:tracePt t="12885" x="3170238" y="466725"/>
          <p14:tracePt t="12896" x="3170238" y="441325"/>
          <p14:tracePt t="12919" x="3170238" y="425450"/>
          <p14:tracePt t="12930" x="3170238" y="415925"/>
          <p14:tracePt t="12952" x="3170238" y="407988"/>
          <p14:tracePt t="12964" x="3170238" y="390525"/>
          <p14:tracePt t="12975" x="3170238" y="382588"/>
          <p14:tracePt t="12986" x="3170238" y="365125"/>
          <p14:tracePt t="13267" x="3144838" y="365125"/>
          <p14:tracePt t="13279" x="3127375" y="365125"/>
          <p14:tracePt t="13290" x="3084513" y="390525"/>
          <p14:tracePt t="13301" x="3076575" y="390525"/>
          <p14:tracePt t="13312" x="3041650" y="390525"/>
          <p14:tracePt t="13324" x="3000375" y="400050"/>
          <p14:tracePt t="13335" x="2897188" y="425450"/>
          <p14:tracePt t="13346" x="2778125" y="476250"/>
          <p14:tracePt t="13358" x="2608263" y="534988"/>
          <p14:tracePt t="13369" x="2397125" y="611188"/>
          <p14:tracePt t="13380" x="2184400" y="704850"/>
          <p14:tracePt t="13391" x="1971675" y="798513"/>
          <p14:tracePt t="13402" x="1801813" y="892175"/>
          <p14:tracePt t="13414" x="1690688" y="968375"/>
          <p14:tracePt t="13425" x="1631950" y="1028700"/>
          <p14:tracePt t="13436" x="1622425" y="1036638"/>
          <p14:tracePt t="13447" x="1614488" y="1036638"/>
          <p14:tracePt t="13459" x="1606550" y="1036638"/>
          <p14:tracePt t="13470" x="1571625" y="1036638"/>
          <p14:tracePt t="13481" x="1538288" y="1036638"/>
          <p14:tracePt t="13492" x="1495425" y="1036638"/>
          <p14:tracePt t="13503" x="1452563" y="1036638"/>
          <p14:tracePt t="13515" x="1444625" y="1036638"/>
          <p14:tracePt t="13526" x="1436688" y="1036638"/>
          <p14:tracePt t="13537" x="1427163" y="1036638"/>
          <p14:tracePt t="13549" x="1427163" y="1028700"/>
          <p14:tracePt t="13560" x="1419225" y="1028700"/>
          <p14:tracePt t="13571" x="1411288" y="1028700"/>
          <p14:tracePt t="13582" x="1401763" y="1028700"/>
          <p14:tracePt t="13593" x="1393825" y="1019175"/>
          <p14:tracePt t="13605" x="1368425" y="1011238"/>
          <p14:tracePt t="13616" x="1343025" y="1011238"/>
          <p14:tracePt t="13639" x="1325563" y="1011238"/>
          <p14:tracePt t="13650" x="1317625" y="1003300"/>
          <p14:tracePt t="13661" x="1300163" y="985838"/>
          <p14:tracePt t="13673" x="1274763" y="977900"/>
          <p14:tracePt t="13684" x="1249363" y="952500"/>
          <p14:tracePt t="13695" x="1216025" y="935038"/>
          <p14:tracePt t="13706" x="1163638" y="909638"/>
          <p14:tracePt t="13717" x="1147763" y="900113"/>
          <p14:tracePt t="13729" x="1130300" y="892175"/>
          <p14:tracePt t="13741" x="1122363" y="884238"/>
          <p14:tracePt t="13751" x="1104900" y="884238"/>
          <p14:tracePt t="13763" x="1079500" y="866775"/>
          <p14:tracePt t="13774" x="1069975" y="858838"/>
          <p14:tracePt t="13785" x="1036638" y="833438"/>
          <p14:tracePt t="13796" x="1019175" y="815975"/>
          <p14:tracePt t="13808" x="1003300" y="808038"/>
          <p14:tracePt t="13819" x="993775" y="808038"/>
          <p14:tracePt t="13830" x="993775" y="798513"/>
          <p14:tracePt t="15201" x="1003300" y="798513"/>
          <p14:tracePt t="15203" x="1011238" y="790575"/>
          <p14:tracePt t="15214" x="1019175" y="790575"/>
          <p14:tracePt t="15225" x="1069975" y="790575"/>
          <p14:tracePt t="15236" x="1079500" y="790575"/>
          <p14:tracePt t="15247" x="1130300" y="790575"/>
          <p14:tracePt t="15259" x="1189038" y="790575"/>
          <p14:tracePt t="15270" x="1317625" y="790575"/>
          <p14:tracePt t="15281" x="1512888" y="790575"/>
          <p14:tracePt t="15292" x="1809750" y="773113"/>
          <p14:tracePt t="15304" x="2124075" y="773113"/>
          <p14:tracePt t="15315" x="2498725" y="773113"/>
          <p14:tracePt t="15326" x="2932113" y="773113"/>
          <p14:tracePt t="15337" x="3390900" y="773113"/>
          <p14:tracePt t="15349" x="3849688" y="773113"/>
          <p14:tracePt t="15360" x="4291013" y="781050"/>
          <p14:tracePt t="15371" x="4708525" y="823913"/>
          <p14:tracePt t="15382" x="5030788" y="858838"/>
          <p14:tracePt t="15394" x="5251450" y="884238"/>
          <p14:tracePt t="15405" x="5380038" y="909638"/>
          <p14:tracePt t="15416" x="5464175" y="917575"/>
          <p14:tracePt t="15427" x="5481638" y="925513"/>
          <p14:tracePt t="15439" x="5507038" y="942975"/>
          <p14:tracePt t="15450" x="5532438" y="952500"/>
          <p14:tracePt t="15461" x="5575300" y="960438"/>
          <p14:tracePt t="15473" x="5591175" y="968375"/>
          <p14:tracePt t="15484" x="5616575" y="968375"/>
          <p14:tracePt t="15495" x="5626100" y="977900"/>
          <p14:tracePt t="15517" x="5626100" y="993775"/>
          <p14:tracePt t="15529" x="5565775" y="1019175"/>
          <p14:tracePt t="15540" x="5524500" y="1028700"/>
          <p14:tracePt t="15551" x="5421313" y="1054100"/>
          <p14:tracePt t="15562" x="5319713" y="1079500"/>
          <p14:tracePt t="15574" x="5200650" y="1096963"/>
          <p14:tracePt t="15585" x="5073650" y="1112838"/>
          <p14:tracePt t="15596" x="4962525" y="1122363"/>
          <p14:tracePt t="15607" x="4835525" y="1122363"/>
          <p14:tracePt t="15619" x="4699000" y="1122363"/>
          <p14:tracePt t="15630" x="4503738" y="1122363"/>
          <p14:tracePt t="15641" x="4181475" y="1122363"/>
          <p14:tracePt t="15652" x="3832225" y="1112838"/>
          <p14:tracePt t="15664" x="3330575" y="1054100"/>
          <p14:tracePt t="15675" x="2855913" y="977900"/>
          <p14:tracePt t="15686" x="2371725" y="892175"/>
          <p14:tracePt t="15697" x="1954213" y="833438"/>
          <p14:tracePt t="15709" x="1657350" y="798513"/>
          <p14:tracePt t="15720" x="1504950" y="790575"/>
          <p14:tracePt t="15731" x="1401763" y="790575"/>
          <p14:tracePt t="15742" x="1393825" y="790575"/>
          <p14:tracePt t="15753" x="1385888" y="790575"/>
          <p14:tracePt t="15776" x="1368425" y="790575"/>
          <p14:tracePt t="15787" x="1343025" y="790575"/>
          <p14:tracePt t="15799" x="1282700" y="790575"/>
          <p14:tracePt t="15810" x="1249363" y="790575"/>
          <p14:tracePt t="15822" x="1223963" y="790575"/>
          <p14:tracePt t="15832" x="1155700" y="781050"/>
          <p14:tracePt t="15844" x="1112838" y="781050"/>
          <p14:tracePt t="15856" x="1062038" y="773113"/>
          <p14:tracePt t="15866" x="1028700" y="765175"/>
          <p14:tracePt t="15877" x="1011238" y="755650"/>
          <p14:tracePt t="15889" x="1003300" y="755650"/>
          <p14:tracePt t="15900" x="993775" y="747713"/>
          <p14:tracePt t="15922" x="977900" y="747713"/>
          <p14:tracePt t="15934" x="952500" y="739775"/>
          <p14:tracePt t="15956" x="925513" y="739775"/>
          <p14:tracePt t="15967" x="917575" y="739775"/>
          <p14:tracePt t="15979" x="884238" y="739775"/>
          <p14:tracePt t="15990" x="874713" y="739775"/>
          <p14:tracePt t="16022" x="866775" y="739775"/>
          <p14:tracePt t="16035" x="884238" y="739775"/>
          <p14:tracePt t="16057" x="892175" y="739775"/>
          <p14:tracePt t="16270" x="900113" y="739775"/>
          <p14:tracePt t="16272" x="909638" y="739775"/>
          <p14:tracePt t="16282" x="917575" y="739775"/>
          <p14:tracePt t="16294" x="952500" y="739775"/>
          <p14:tracePt t="16305" x="977900" y="739775"/>
          <p14:tracePt t="16316" x="1003300" y="739775"/>
          <p14:tracePt t="16327" x="1054100" y="747713"/>
          <p14:tracePt t="16339" x="1138238" y="765175"/>
          <p14:tracePt t="16350" x="1241425" y="765175"/>
          <p14:tracePt t="16361" x="1325563" y="765175"/>
          <p14:tracePt t="16372" x="1385888" y="765175"/>
          <p14:tracePt t="16383" x="1401763" y="765175"/>
          <p14:tracePt t="16406" x="1411288" y="765175"/>
          <p14:tracePt t="16417" x="1419225" y="765175"/>
          <p14:tracePt t="16429" x="1452563" y="765175"/>
          <p14:tracePt t="16440" x="1487488" y="765175"/>
          <p14:tracePt t="16451" x="1504950" y="765175"/>
          <p14:tracePt t="16462" x="1546225" y="765175"/>
          <p14:tracePt t="16474" x="1606550" y="765175"/>
          <p14:tracePt t="16485" x="1665288" y="765175"/>
          <p14:tracePt t="16507" x="1708150" y="765175"/>
          <p14:tracePt t="16518" x="1716088" y="765175"/>
          <p14:tracePt t="16551" x="1725613" y="765175"/>
          <p14:tracePt t="16563" x="1733550" y="765175"/>
          <p14:tracePt t="16575" x="1741488" y="765175"/>
          <p14:tracePt t="16597" x="1751013" y="765175"/>
          <p14:tracePt t="16609" x="1758950" y="765175"/>
          <p14:tracePt t="16620" x="1766888" y="765175"/>
          <p14:tracePt t="16642" x="1776413" y="765175"/>
          <p14:tracePt t="16654" x="1784350" y="765175"/>
          <p14:tracePt t="16676" x="1801813" y="765175"/>
          <p14:tracePt t="16687" x="1809750" y="765175"/>
          <p14:tracePt t="16710" x="1819275" y="765175"/>
          <p14:tracePt t="16721" x="1827213" y="765175"/>
          <p14:tracePt t="16732" x="1844675" y="765175"/>
          <p14:tracePt t="16743" x="1860550" y="773113"/>
          <p14:tracePt t="16755" x="1870075" y="781050"/>
          <p14:tracePt t="16787" x="1870075" y="790575"/>
          <p14:tracePt t="16800" x="1870075" y="798513"/>
          <p14:tracePt t="16823" x="1870075" y="808038"/>
          <p14:tracePt t="16845" x="1870075" y="823913"/>
          <p14:tracePt t="16856" x="1870075" y="849313"/>
          <p14:tracePt t="16867" x="1870075" y="874713"/>
          <p14:tracePt t="16879" x="1878013" y="925513"/>
          <p14:tracePt t="16890" x="1878013" y="942975"/>
          <p14:tracePt t="16901" x="1878013" y="1003300"/>
          <p14:tracePt t="16912" x="1878013" y="1028700"/>
          <p14:tracePt t="16924" x="1878013" y="1087438"/>
          <p14:tracePt t="16935" x="1878013" y="1173163"/>
          <p14:tracePt t="16946" x="1878013" y="1266825"/>
          <p14:tracePt t="16957" x="1878013" y="1385888"/>
          <p14:tracePt t="16968" x="1878013" y="1470025"/>
          <p14:tracePt t="16980" x="1878013" y="1555750"/>
          <p14:tracePt t="16991" x="1878013" y="1639888"/>
          <p14:tracePt t="17002" x="1878013" y="1690688"/>
          <p14:tracePt t="17014" x="1878013" y="1751013"/>
          <p14:tracePt t="17025" x="1878013" y="1827213"/>
          <p14:tracePt t="17036" x="1878013" y="1895475"/>
          <p14:tracePt t="17047" x="1878013" y="1979613"/>
          <p14:tracePt t="17058" x="1878013" y="2090738"/>
          <p14:tracePt t="17070" x="1885950" y="2209800"/>
          <p14:tracePt t="17081" x="1895475" y="2319338"/>
          <p14:tracePt t="17105" x="1911350" y="2506663"/>
          <p14:tracePt t="17115" x="1911350" y="2592388"/>
          <p14:tracePt t="17126" x="1911350" y="2651125"/>
          <p14:tracePt t="17138" x="1911350" y="2736850"/>
          <p14:tracePt t="17149" x="1911350" y="2805113"/>
          <p14:tracePt t="17160" x="1911350" y="2889250"/>
          <p14:tracePt t="17171" x="1903413" y="2974975"/>
          <p14:tracePt t="17182" x="1885950" y="3051175"/>
          <p14:tracePt t="17193" x="1860550" y="3127375"/>
          <p14:tracePt t="17205" x="1852613" y="3186113"/>
          <p14:tracePt t="17216" x="1844675" y="3246438"/>
          <p14:tracePt t="17227" x="1835150" y="3289300"/>
          <p14:tracePt t="17239" x="1827213" y="3340100"/>
          <p14:tracePt t="17250" x="1819275" y="3398838"/>
          <p14:tracePt t="17261" x="1809750" y="3441700"/>
          <p14:tracePt t="17272" x="1809750" y="3517900"/>
          <p14:tracePt t="17283" x="1793875" y="3586163"/>
          <p14:tracePt t="17295" x="1784350" y="3662363"/>
          <p14:tracePt t="17306" x="1776413" y="3748088"/>
          <p14:tracePt t="17317" x="1776413" y="3832225"/>
          <p14:tracePt t="17329" x="1776413" y="3917950"/>
          <p14:tracePt t="17340" x="1776413" y="3994150"/>
          <p14:tracePt t="17351" x="1776413" y="4079875"/>
          <p14:tracePt t="17362" x="1776413" y="4164013"/>
          <p14:tracePt t="17373" x="1776413" y="4249738"/>
          <p14:tracePt t="17385" x="1776413" y="4333875"/>
          <p14:tracePt t="17396" x="1776413" y="4419600"/>
          <p14:tracePt t="17407" x="1776413" y="4503738"/>
          <p14:tracePt t="17419" x="1776413" y="4589463"/>
          <p14:tracePt t="17430" x="1776413" y="4657725"/>
          <p14:tracePt t="17441" x="1776413" y="4733925"/>
          <p14:tracePt t="17452" x="1784350" y="4818063"/>
          <p14:tracePt t="17464" x="1809750" y="4894263"/>
          <p14:tracePt t="17475" x="1819275" y="4962525"/>
          <p14:tracePt t="17486" x="1827213" y="5038725"/>
          <p14:tracePt t="17497" x="1844675" y="5116513"/>
          <p14:tracePt t="17509" x="1844675" y="5183188"/>
          <p14:tracePt t="17520" x="1852613" y="5260975"/>
          <p14:tracePt t="17531" x="1852613" y="5327650"/>
          <p14:tracePt t="17542" x="1860550" y="5405438"/>
          <p14:tracePt t="17554" x="1860550" y="5446713"/>
          <p14:tracePt t="17565" x="1860550" y="5489575"/>
          <p14:tracePt t="17576" x="1860550" y="5549900"/>
          <p14:tracePt t="17588" x="1860550" y="5591175"/>
          <p14:tracePt t="17599" x="1860550" y="5634038"/>
          <p14:tracePt t="17610" x="1860550" y="5702300"/>
          <p14:tracePt t="17621" x="1860550" y="5761038"/>
          <p14:tracePt t="17632" x="1860550" y="5803900"/>
          <p14:tracePt t="17644" x="1860550" y="5864225"/>
          <p14:tracePt t="17655" x="1860550" y="5905500"/>
          <p14:tracePt t="17666" x="1860550" y="5957888"/>
          <p14:tracePt t="17677" x="1860550" y="5999163"/>
          <p14:tracePt t="17688" x="1860550" y="6024563"/>
          <p14:tracePt t="17700" x="1860550" y="6067425"/>
          <p14:tracePt t="17711" x="1870075" y="6102350"/>
          <p14:tracePt t="17722" x="1870075" y="6143625"/>
          <p14:tracePt t="17733" x="1878013" y="6194425"/>
          <p14:tracePt t="17745" x="1885950" y="6229350"/>
          <p14:tracePt t="17756" x="1885950" y="6237288"/>
          <p14:tracePt t="17767" x="1895475" y="6254750"/>
          <p14:tracePt t="17779" x="1911350" y="6272213"/>
          <p14:tracePt t="17868" x="1911350" y="6280150"/>
          <p14:tracePt t="17890" x="1911350" y="6288088"/>
          <p14:tracePt t="18036" x="1911350" y="6297613"/>
          <p14:tracePt t="18060" x="1903413" y="6297613"/>
          <p14:tracePt t="18082" x="1885950" y="6297613"/>
          <p14:tracePt t="18094" x="1878013" y="6297613"/>
          <p14:tracePt t="18105" x="1852613" y="6297613"/>
          <p14:tracePt t="18126" x="1827213" y="6297613"/>
          <p14:tracePt t="18128" x="1784350" y="6297613"/>
          <p14:tracePt t="18139" x="1751013" y="6297613"/>
          <p14:tracePt t="18150" x="1733550" y="6288088"/>
          <p14:tracePt t="18161" x="1725613" y="6288088"/>
          <p14:tracePt t="18172" x="1708150" y="6288088"/>
          <p14:tracePt t="18183" x="1700213" y="6288088"/>
          <p14:tracePt t="18195" x="1682750" y="6272213"/>
          <p14:tracePt t="18206" x="1631950" y="6254750"/>
          <p14:tracePt t="18217" x="1597025" y="6254750"/>
          <p14:tracePt t="18229" x="1571625" y="6246813"/>
          <p14:tracePt t="18240" x="1555750" y="6246813"/>
          <p14:tracePt t="18251" x="1520825" y="6246813"/>
          <p14:tracePt t="18262" x="1504950" y="6246813"/>
          <p14:tracePt t="18274" x="1495425" y="6246813"/>
          <p14:tracePt t="18285" x="1470025" y="6237288"/>
          <p14:tracePt t="18296" x="1462088" y="6237288"/>
          <p14:tracePt t="18307" x="1452563" y="6237288"/>
          <p14:tracePt t="18330" x="1444625" y="6229350"/>
          <p14:tracePt t="18341" x="1436688" y="6229350"/>
          <p14:tracePt t="18352" x="1376363" y="6221413"/>
          <p14:tracePt t="18364" x="1325563" y="6203950"/>
          <p14:tracePt t="18375" x="1308100" y="6194425"/>
          <p14:tracePt t="18387" x="1274763" y="6186488"/>
          <p14:tracePt t="18397" x="1223963" y="6178550"/>
          <p14:tracePt t="18409" x="1223963" y="6169025"/>
          <p14:tracePt t="18420" x="1206500" y="6169025"/>
          <p14:tracePt t="18857" x="1206500" y="6161088"/>
          <p14:tracePt t="18869" x="1216025" y="6143625"/>
          <p14:tracePt t="18891" x="1223963" y="6135688"/>
          <p14:tracePt t="18893" x="1231900" y="6127750"/>
          <p14:tracePt t="18915" x="1241425" y="6118225"/>
          <p14:tracePt t="18926" x="1249363" y="6110288"/>
          <p14:tracePt t="18937" x="1257300" y="6102350"/>
          <p14:tracePt t="18949" x="1266825" y="6102350"/>
          <p14:tracePt t="18960" x="1266825" y="6092825"/>
          <p14:tracePt t="18971" x="1274763" y="6067425"/>
          <p14:tracePt t="18982" x="1282700" y="6049963"/>
          <p14:tracePt t="18994" x="1292225" y="6008688"/>
          <p14:tracePt t="19005" x="1292225" y="5973763"/>
          <p14:tracePt t="19016" x="1317625" y="5922963"/>
          <p14:tracePt t="19027" x="1325563" y="5905500"/>
          <p14:tracePt t="19039" x="1350963" y="5846763"/>
          <p14:tracePt t="19050" x="1393825" y="5778500"/>
          <p14:tracePt t="19061" x="1452563" y="5702300"/>
          <p14:tracePt t="19072" x="1512888" y="5600700"/>
          <p14:tracePt t="19083" x="1571625" y="5507038"/>
          <p14:tracePt t="19095" x="1631950" y="5387975"/>
          <p14:tracePt t="19119" x="1741488" y="5157788"/>
          <p14:tracePt t="19129" x="1801813" y="5038725"/>
          <p14:tracePt t="19140" x="1835150" y="4937125"/>
          <p14:tracePt t="19151" x="1870075" y="4818063"/>
          <p14:tracePt t="19162" x="1895475" y="4699000"/>
          <p14:tracePt t="19174" x="1928813" y="4572000"/>
          <p14:tracePt t="19185" x="1954213" y="4427538"/>
          <p14:tracePt t="19196" x="1979613" y="4291013"/>
          <p14:tracePt t="19207" x="2005013" y="4146550"/>
          <p14:tracePt t="19219" x="2014538" y="3994150"/>
          <p14:tracePt t="19230" x="2030413" y="3832225"/>
          <p14:tracePt t="19241" x="2030413" y="3697288"/>
          <p14:tracePt t="19253" x="2030413" y="3552825"/>
          <p14:tracePt t="19264" x="2030413" y="3416300"/>
          <p14:tracePt t="19275" x="2030413" y="3289300"/>
          <p14:tracePt t="19286" x="2014538" y="3160713"/>
          <p14:tracePt t="19297" x="1979613" y="3041650"/>
          <p14:tracePt t="19309" x="1928813" y="2940050"/>
          <p14:tracePt t="19320" x="1885950" y="2863850"/>
          <p14:tracePt t="19331" x="1870075" y="2805113"/>
          <p14:tracePt t="19342" x="1844675" y="2736850"/>
          <p14:tracePt t="19354" x="1835150" y="2711450"/>
          <p14:tracePt t="19365" x="1827213" y="2676525"/>
          <p14:tracePt t="19376" x="1827213" y="2643188"/>
          <p14:tracePt t="19387" x="1827213" y="2608263"/>
          <p14:tracePt t="19398" x="1835150" y="2592388"/>
          <p14:tracePt t="19421" x="1835150" y="2582863"/>
          <p14:tracePt t="19432" x="1835150" y="2574925"/>
          <p14:tracePt t="19455" x="1835150" y="2566988"/>
          <p14:tracePt t="19466" x="1835150" y="2557463"/>
          <p14:tracePt t="19477" x="1827213" y="2541588"/>
          <p14:tracePt t="19489" x="1827213" y="2516188"/>
          <p14:tracePt t="19500" x="1801813" y="2489200"/>
          <p14:tracePt t="19511" x="1776413" y="2463800"/>
          <p14:tracePt t="19522" x="1758950" y="2430463"/>
          <p14:tracePt t="19534" x="1741488" y="2397125"/>
          <p14:tracePt t="19545" x="1725613" y="2362200"/>
          <p14:tracePt t="19556" x="1708150" y="2328863"/>
          <p14:tracePt t="19567" x="1682750" y="2278063"/>
          <p14:tracePt t="19579" x="1657350" y="2243138"/>
          <p14:tracePt t="19590" x="1649413" y="2217738"/>
          <p14:tracePt t="19602" x="1639888" y="2184400"/>
          <p14:tracePt t="19612" x="1622425" y="2124075"/>
          <p14:tracePt t="19624" x="1597025" y="2073275"/>
          <p14:tracePt t="19636" x="1581150" y="2014538"/>
          <p14:tracePt t="19646" x="1563688" y="1954213"/>
          <p14:tracePt t="19657" x="1538288" y="1903413"/>
          <p14:tracePt t="19669" x="1520825" y="1860550"/>
          <p14:tracePt t="19680" x="1512888" y="1827213"/>
          <p14:tracePt t="19691" x="1512888" y="1801813"/>
          <p14:tracePt t="19703" x="1512888" y="1766888"/>
          <p14:tracePt t="19714" x="1512888" y="1751013"/>
          <p14:tracePt t="19725" x="1512888" y="1725613"/>
          <p14:tracePt t="19736" x="1512888" y="1700213"/>
          <p14:tracePt t="19747" x="1512888" y="1674813"/>
          <p14:tracePt t="19759" x="1512888" y="1639888"/>
          <p14:tracePt t="19770" x="1512888" y="1606550"/>
          <p14:tracePt t="19781" x="1504950" y="1571625"/>
          <p14:tracePt t="19792" x="1495425" y="1538288"/>
          <p14:tracePt t="19804" x="1487488" y="1495425"/>
          <p14:tracePt t="19815" x="1470025" y="1462088"/>
          <p14:tracePt t="19826" x="1462088" y="1427163"/>
          <p14:tracePt t="19849" x="1462088" y="1419225"/>
          <p14:tracePt t="19871" x="1462088" y="1411288"/>
          <p14:tracePt t="19882" x="1462088" y="1401763"/>
          <p14:tracePt t="19894" x="1462088" y="1393825"/>
          <p14:tracePt t="19905" x="1462088" y="1368425"/>
          <p14:tracePt t="19916" x="1462088" y="1343025"/>
          <p14:tracePt t="19927" x="1462088" y="1333500"/>
          <p14:tracePt t="19939" x="1477963" y="1317625"/>
          <p14:tracePt t="19950" x="1504950" y="1292225"/>
          <p14:tracePt t="19961" x="1530350" y="1266825"/>
          <p14:tracePt t="19972" x="1555750" y="1231900"/>
          <p14:tracePt t="19983" x="1563688" y="1223963"/>
          <p14:tracePt t="19995" x="1563688" y="1216025"/>
          <p14:tracePt t="20219" x="1571625" y="1216025"/>
          <p14:tracePt t="20421" x="1581150" y="1206500"/>
          <p14:tracePt t="20423" x="1581150" y="1198563"/>
          <p14:tracePt t="20445" x="1571625" y="1198563"/>
          <p14:tracePt t="20467" x="1555750" y="1189038"/>
          <p14:tracePt t="20479" x="1546225" y="1181100"/>
          <p14:tracePt t="20601" x="1538288" y="1181100"/>
          <p14:tracePt t="20603" x="1530350" y="1181100"/>
          <p14:tracePt t="20614" x="1520825" y="1181100"/>
          <p14:tracePt t="20636" x="1512888" y="1181100"/>
          <p14:tracePt t="20647" x="1504950" y="1181100"/>
          <p14:tracePt t="20659" x="1487488" y="1189038"/>
          <p14:tracePt t="20670" x="1477963" y="1189038"/>
          <p14:tracePt t="20681" x="1470025" y="1189038"/>
          <p14:tracePt t="20692" x="1462088" y="1198563"/>
          <p14:tracePt t="20704" x="1444625" y="1198563"/>
          <p14:tracePt t="20715" x="1436688" y="1206500"/>
          <p14:tracePt t="20737" x="1427163" y="1216025"/>
          <p14:tracePt t="21300" x="1427163" y="1257300"/>
          <p14:tracePt t="21312" x="1427163" y="1266825"/>
          <p14:tracePt t="21322" x="1444625" y="1317625"/>
          <p14:tracePt t="21334" x="1444625" y="1325563"/>
          <p14:tracePt t="21345" x="1452563" y="1350963"/>
          <p14:tracePt t="21356" x="1470025" y="1393825"/>
          <p14:tracePt t="21368" x="1495425" y="1452563"/>
          <p14:tracePt t="21379" x="1512888" y="1520825"/>
          <p14:tracePt t="21390" x="1520825" y="1589088"/>
          <p14:tracePt t="21402" x="1520825" y="1674813"/>
          <p14:tracePt t="21412" x="1520825" y="1776413"/>
          <p14:tracePt t="21424" x="1520825" y="1885950"/>
          <p14:tracePt t="21435" x="1520825" y="2030413"/>
          <p14:tracePt t="21446" x="1520825" y="2200275"/>
          <p14:tracePt t="21457" x="1520825" y="2379663"/>
          <p14:tracePt t="21469" x="1520825" y="2549525"/>
          <p14:tracePt t="21480" x="1520825" y="2752725"/>
          <p14:tracePt t="21491" x="1520825" y="2932113"/>
          <p14:tracePt t="21502" x="1520825" y="3084513"/>
          <p14:tracePt t="21514" x="1520825" y="3238500"/>
          <p14:tracePt t="21525" x="1520825" y="3365500"/>
          <p14:tracePt t="21536" x="1520825" y="3509963"/>
          <p14:tracePt t="21547" x="1520825" y="3662363"/>
          <p14:tracePt t="21559" x="1520825" y="3798888"/>
          <p14:tracePt t="21570" x="1520825" y="3943350"/>
          <p14:tracePt t="21581" x="1520825" y="4079875"/>
          <p14:tracePt t="21592" x="1520825" y="4224338"/>
          <p14:tracePt t="21604" x="1520825" y="4376738"/>
          <p14:tracePt t="21615" x="1520825" y="4529138"/>
          <p14:tracePt t="21626" x="1520825" y="4699000"/>
          <p14:tracePt t="21637" x="1520825" y="4878388"/>
          <p14:tracePt t="21648" x="1538288" y="5056188"/>
          <p14:tracePt t="21660" x="1546225" y="5200650"/>
          <p14:tracePt t="21671" x="1571625" y="5362575"/>
          <p14:tracePt t="21682" x="1597025" y="5507038"/>
          <p14:tracePt t="21694" x="1622425" y="5641975"/>
          <p14:tracePt t="21705" x="1639888" y="5788025"/>
          <p14:tracePt t="21717" x="1665288" y="5915025"/>
          <p14:tracePt t="21727" x="1690688" y="6016625"/>
          <p14:tracePt t="21739" x="1700213" y="6118225"/>
          <p14:tracePt t="21750" x="1708150" y="6194425"/>
          <p14:tracePt t="21761" x="1725613" y="6237288"/>
          <p14:tracePt t="21772" x="1733550" y="6254750"/>
          <p14:tracePt t="21816" x="1733550" y="6262688"/>
          <p14:tracePt t="21908" x="1725613" y="6254750"/>
          <p14:tracePt t="21919" x="1716088" y="6246813"/>
          <p14:tracePt t="21942" x="1716088" y="6237288"/>
          <p14:tracePt t="21952" x="1708150" y="6229350"/>
          <p14:tracePt t="21964" x="1700213" y="6229350"/>
          <p14:tracePt t="21975" x="1690688" y="6211888"/>
          <p14:tracePt t="21986" x="1682750" y="6178550"/>
          <p14:tracePt t="21997" x="1665288" y="6161088"/>
          <p14:tracePt t="22009" x="1657350" y="6143625"/>
          <p14:tracePt t="22020" x="1657350" y="6118225"/>
          <p14:tracePt t="22031" x="1657350" y="6084888"/>
          <p14:tracePt t="22054" x="1657350" y="6076950"/>
          <p14:tracePt t="22065" x="1657350" y="6042025"/>
          <p14:tracePt t="22087" x="1657350" y="6024563"/>
          <p14:tracePt t="22100" x="1657350" y="6016625"/>
          <p14:tracePt t="22110" x="1657350" y="5991225"/>
          <p14:tracePt t="22121" x="1665288" y="5965825"/>
          <p14:tracePt t="22132" x="1682750" y="5932488"/>
          <p14:tracePt t="22144" x="1708150" y="5915025"/>
          <p14:tracePt t="22155" x="1716088" y="5905500"/>
          <p14:tracePt t="22167" x="1751013" y="5889625"/>
          <p14:tracePt t="22177" x="1776413" y="5889625"/>
          <p14:tracePt t="22189" x="1801813" y="5880100"/>
          <p14:tracePt t="22200" x="1809750" y="5880100"/>
          <p14:tracePt t="22233" x="1809750" y="5872163"/>
          <p14:tracePt t="22244" x="1809750" y="5864225"/>
          <p14:tracePt t="22256" x="1809750" y="5846763"/>
          <p14:tracePt t="22267" x="1809750" y="5838825"/>
          <p14:tracePt t="22279" x="1809750" y="5829300"/>
          <p14:tracePt t="22290" x="1809750" y="5813425"/>
          <p14:tracePt t="22301" x="1809750" y="5803900"/>
          <p14:tracePt t="22312" x="1809750" y="5778500"/>
          <p14:tracePt t="22324" x="1809750" y="5761038"/>
          <p14:tracePt t="22335" x="1819275" y="5753100"/>
          <p14:tracePt t="22346" x="1819275" y="5735638"/>
          <p14:tracePt t="22413" x="1793875" y="5745163"/>
          <p14:tracePt t="22436" x="1784350" y="5745163"/>
          <p14:tracePt t="22447" x="1776413" y="5753100"/>
          <p14:tracePt t="22459" x="1766888" y="5753100"/>
          <p14:tracePt t="22470" x="1758950" y="5753100"/>
          <p14:tracePt t="22482" x="1733550" y="5753100"/>
          <p14:tracePt t="22492" x="1725613" y="5753100"/>
          <p14:tracePt t="22504" x="1716088" y="5753100"/>
          <p14:tracePt t="22515" x="1700213" y="5753100"/>
          <p14:tracePt t="22526" x="1674813" y="5735638"/>
          <p14:tracePt t="22560" x="1657350" y="5719763"/>
          <p14:tracePt t="22571" x="1639888" y="5702300"/>
          <p14:tracePt t="22583" x="1639888" y="5684838"/>
          <p14:tracePt t="22594" x="1622425" y="5684838"/>
          <p14:tracePt t="22695" x="1631950" y="5684838"/>
          <p14:tracePt t="22706" x="1639888" y="5684838"/>
          <p14:tracePt t="22729" x="1649413" y="5684838"/>
          <p14:tracePt t="22740" x="1674813" y="5684838"/>
          <p14:tracePt t="22751" x="1700213" y="5684838"/>
          <p14:tracePt t="22763" x="1725613" y="5694363"/>
          <p14:tracePt t="22774" x="1766888" y="5702300"/>
          <p14:tracePt t="22785" x="1827213" y="5727700"/>
          <p14:tracePt t="22796" x="1895475" y="5745163"/>
          <p14:tracePt t="22807" x="1920875" y="5753100"/>
          <p14:tracePt t="22819" x="1963738" y="5770563"/>
          <p14:tracePt t="22830" x="1989138" y="5778500"/>
          <p14:tracePt t="22841" x="2005013" y="5795963"/>
          <p14:tracePt t="22852" x="2014538" y="5795963"/>
          <p14:tracePt t="22930" x="2022475" y="5795963"/>
          <p14:tracePt t="23045" x="2022475" y="5788025"/>
          <p14:tracePt t="23166" x="2014538" y="5788025"/>
          <p14:tracePt t="23168" x="2005013" y="5778500"/>
          <p14:tracePt t="23190" x="1989138" y="5778500"/>
          <p14:tracePt t="23212" x="1979613" y="5770563"/>
          <p14:tracePt t="23224" x="1971675" y="5770563"/>
          <p14:tracePt t="23235" x="1954213" y="5770563"/>
          <p14:tracePt t="23246" x="1920875" y="5770563"/>
          <p14:tracePt t="23257" x="1885950" y="5770563"/>
          <p14:tracePt t="23269" x="1835150" y="5753100"/>
          <p14:tracePt t="23280" x="1801813" y="5745163"/>
          <p14:tracePt t="23291" x="1741488" y="5745163"/>
          <p14:tracePt t="23302" x="1682750" y="5735638"/>
          <p14:tracePt t="23314" x="1639888" y="5727700"/>
          <p14:tracePt t="23325" x="1614488" y="5727700"/>
          <p14:tracePt t="23336" x="1563688" y="5727700"/>
          <p14:tracePt t="23347" x="1512888" y="5727700"/>
          <p14:tracePt t="23359" x="1504950" y="5727700"/>
          <p14:tracePt t="23370" x="1487488" y="5727700"/>
          <p14:tracePt t="23505" x="1495425" y="5727700"/>
          <p14:tracePt t="23516" x="1504950" y="5727700"/>
          <p14:tracePt t="23527" x="1530350" y="5727700"/>
          <p14:tracePt t="23550" x="1555750" y="5727700"/>
          <p14:tracePt t="23561" x="1597025" y="5745163"/>
          <p14:tracePt t="23572" x="1657350" y="5753100"/>
          <p14:tracePt t="23583" x="1674813" y="5753100"/>
          <p14:tracePt t="23595" x="1716088" y="5753100"/>
          <p14:tracePt t="23606" x="1793875" y="5761038"/>
          <p14:tracePt t="23617" x="1878013" y="5761038"/>
          <p14:tracePt t="23629" x="1954213" y="5761038"/>
          <p14:tracePt t="23640" x="2039938" y="5761038"/>
          <p14:tracePt t="23651" x="2124075" y="5761038"/>
          <p14:tracePt t="23662" x="2209800" y="5761038"/>
          <p14:tracePt t="23674" x="2260600" y="5761038"/>
          <p14:tracePt t="23685" x="2278063" y="5761038"/>
          <p14:tracePt t="23696" x="2286000" y="5761038"/>
          <p14:tracePt t="23762" x="2286000" y="5770563"/>
          <p14:tracePt t="23830" x="2286000" y="5778500"/>
          <p14:tracePt t="23852" x="2286000" y="5788025"/>
          <p14:tracePt t="23865" x="2293938" y="5788025"/>
          <p14:tracePt t="23876" x="2319338" y="5788025"/>
          <p14:tracePt t="23887" x="2336800" y="5788025"/>
          <p14:tracePt t="23898" x="2371725" y="5795963"/>
          <p14:tracePt t="23910" x="2397125" y="5795963"/>
          <p14:tracePt t="23922" x="2447925" y="5795963"/>
          <p14:tracePt t="23932" x="2506663" y="5795963"/>
          <p14:tracePt t="23944" x="2574925" y="5813425"/>
          <p14:tracePt t="23955" x="2633663" y="5821363"/>
          <p14:tracePt t="23966" x="2711450" y="5821363"/>
          <p14:tracePt t="23977" x="2778125" y="5821363"/>
          <p14:tracePt t="23989" x="2820988" y="5821363"/>
          <p14:tracePt t="24000" x="2838450" y="5821363"/>
          <p14:tracePt t="24011" x="2846388" y="5821363"/>
          <p14:tracePt t="24236" x="2855913" y="5821363"/>
          <p14:tracePt t="24248" x="2863850" y="5821363"/>
          <p14:tracePt t="24259" x="2871788" y="5821363"/>
          <p14:tracePt t="24281" x="2889250" y="5821363"/>
          <p14:tracePt t="24292" x="2906713" y="5821363"/>
          <p14:tracePt t="24304" x="2949575" y="5821363"/>
          <p14:tracePt t="24314" x="3000375" y="5821363"/>
          <p14:tracePt t="24326" x="3025775" y="5821363"/>
          <p14:tracePt t="24337" x="3084513" y="5821363"/>
          <p14:tracePt t="24349" x="3170238" y="5821363"/>
          <p14:tracePt t="24360" x="3238500" y="5821363"/>
          <p14:tracePt t="24371" x="3305175" y="5821363"/>
          <p14:tracePt t="24382" x="3382963" y="5821363"/>
          <p14:tracePt t="24393" x="3449638" y="5821363"/>
          <p14:tracePt t="24405" x="3527425" y="5821363"/>
          <p14:tracePt t="24416" x="3578225" y="5821363"/>
          <p14:tracePt t="24427" x="3611563" y="5821363"/>
          <p14:tracePt t="24439" x="3629025" y="5821363"/>
          <p14:tracePt t="24460" x="3646488" y="5821363"/>
          <p14:tracePt t="24516" x="3636963" y="5821363"/>
          <p14:tracePt t="24518" x="3629025" y="5821363"/>
          <p14:tracePt t="24529" x="3619500" y="5821363"/>
          <p14:tracePt t="24540" x="3611563" y="5821363"/>
          <p14:tracePt t="24551" x="3603625" y="5813425"/>
          <p14:tracePt t="24562" x="3578225" y="5813425"/>
          <p14:tracePt t="24574" x="3552825" y="5813425"/>
          <p14:tracePt t="24585" x="3502025" y="5813425"/>
          <p14:tracePt t="24596" x="3416300" y="5813425"/>
          <p14:tracePt t="24607" x="3271838" y="5813425"/>
          <p14:tracePt t="24619" x="3144838" y="5813425"/>
          <p14:tracePt t="24630" x="3008313" y="5813425"/>
          <p14:tracePt t="24641" x="2897188" y="5813425"/>
          <p14:tracePt t="24652" x="2813050" y="5813425"/>
          <p14:tracePt t="24664" x="2752725" y="5813425"/>
          <p14:tracePt t="24675" x="2736850" y="5813425"/>
          <p14:tracePt t="24697" x="2701925" y="5813425"/>
          <p14:tracePt t="24709" x="2668588" y="5829300"/>
          <p14:tracePt t="24720" x="2643188" y="5846763"/>
          <p14:tracePt t="24731" x="2625725" y="5864225"/>
          <p14:tracePt t="24787" x="2633663" y="5864225"/>
          <p14:tracePt t="24798" x="2643188" y="5864225"/>
          <p14:tracePt t="24810" x="2668588" y="5864225"/>
          <p14:tracePt t="24821" x="2686050" y="5864225"/>
          <p14:tracePt t="24832" x="2711450" y="5864225"/>
          <p14:tracePt t="24844" x="2727325" y="5864225"/>
          <p14:tracePt t="24855" x="2736850" y="5864225"/>
          <p14:tracePt t="24900" x="2727325" y="5864225"/>
          <p14:tracePt t="24922" x="2711450" y="5854700"/>
          <p14:tracePt t="24934" x="2701925" y="5854700"/>
          <p14:tracePt t="24945" x="2676525" y="5854700"/>
          <p14:tracePt t="24956" x="2643188" y="5854700"/>
          <p14:tracePt t="24967" x="2625725" y="5846763"/>
          <p14:tracePt t="25023" x="2633663" y="5846763"/>
          <p14:tracePt t="25046" x="2651125" y="5854700"/>
          <p14:tracePt t="25057" x="2668588" y="5864225"/>
          <p14:tracePt t="25069" x="2676525" y="5872163"/>
          <p14:tracePt t="25080" x="2686050" y="5872163"/>
          <p14:tracePt t="25091" x="2693988" y="5872163"/>
          <p14:tracePt t="25225" x="2701925" y="5872163"/>
          <p14:tracePt t="25237" x="2711450" y="5872163"/>
          <p14:tracePt t="25249" x="2719388" y="5872163"/>
          <p14:tracePt t="25282" x="2727325" y="5872163"/>
          <p14:tracePt t="25294" x="2736850" y="5872163"/>
          <p14:tracePt t="25383" x="2744788" y="5872163"/>
          <p14:tracePt t="25395" x="2752725" y="5872163"/>
          <p14:tracePt t="25406" x="2762250" y="5872163"/>
          <p14:tracePt t="25417" x="2770188" y="5872163"/>
          <p14:tracePt t="25429" x="2787650" y="5872163"/>
          <p14:tracePt t="25440" x="2805113" y="5872163"/>
          <p14:tracePt t="25451" x="2830513" y="5872163"/>
          <p14:tracePt t="25463" x="2846388" y="5864225"/>
          <p14:tracePt t="25485" x="2855913" y="5854700"/>
          <p14:tracePt t="25585" x="2863850" y="5854700"/>
          <p14:tracePt t="25596" x="2871788" y="5846763"/>
          <p14:tracePt t="25754" x="2871788" y="5829300"/>
          <p14:tracePt t="25765" x="2889250" y="5821363"/>
          <p14:tracePt t="25787" x="2897188" y="5821363"/>
          <p14:tracePt t="25799" x="2897188" y="5813425"/>
          <p14:tracePt t="25800" x="2906713" y="5803900"/>
          <p14:tracePt t="25822" x="2906713" y="5795963"/>
          <p14:tracePt t="25866" x="2914650" y="5795963"/>
          <p14:tracePt t="25900" x="2922588" y="5788025"/>
          <p14:tracePt t="25911" x="2922588" y="5778500"/>
          <p14:tracePt t="26136" x="2932113" y="5778500"/>
          <p14:tracePt t="26147" x="2940050" y="5778500"/>
          <p14:tracePt t="26149" x="2949575" y="5778500"/>
          <p14:tracePt t="26171" x="2957513" y="5778500"/>
          <p14:tracePt t="26182" x="2965450" y="5778500"/>
          <p14:tracePt t="26205" x="2974975" y="5778500"/>
          <p14:tracePt t="26216" x="2982913" y="5778500"/>
          <p14:tracePt t="26227" x="2990850" y="5778500"/>
          <p14:tracePt t="26777" x="2990850" y="5770563"/>
          <p14:tracePt t="26779" x="2982913" y="5770563"/>
          <p14:tracePt t="26802" x="2974975" y="5761038"/>
          <p14:tracePt t="26812" x="2965450" y="5761038"/>
          <p14:tracePt t="26824" x="2957513" y="5761038"/>
          <p14:tracePt t="26835" x="2940050" y="5761038"/>
          <p14:tracePt t="26846" x="2914650" y="5761038"/>
          <p14:tracePt t="26857" x="2871788" y="5761038"/>
          <p14:tracePt t="26869" x="2820988" y="5761038"/>
          <p14:tracePt t="26880" x="2762250" y="5761038"/>
          <p14:tracePt t="26891" x="2701925" y="5761038"/>
          <p14:tracePt t="26902" x="2660650" y="5761038"/>
          <p14:tracePt t="26914" x="2625725" y="5761038"/>
          <p14:tracePt t="26925" x="2592388" y="5761038"/>
          <p14:tracePt t="26936" x="2574925" y="5761038"/>
          <p14:tracePt t="26947" x="2566988" y="5761038"/>
          <p14:tracePt t="26959" x="2549525" y="5761038"/>
          <p14:tracePt t="26970" x="2506663" y="5761038"/>
          <p14:tracePt t="26981" x="2455863" y="5761038"/>
          <p14:tracePt t="26992" x="2430463" y="5761038"/>
          <p14:tracePt t="27004" x="2379663" y="5761038"/>
          <p14:tracePt t="27015" x="2319338" y="5761038"/>
          <p14:tracePt t="27026" x="2260600" y="5761038"/>
          <p14:tracePt t="27037" x="2217738" y="5761038"/>
          <p14:tracePt t="27049" x="2209800" y="5761038"/>
          <p14:tracePt t="27093" x="2200275" y="5761038"/>
          <p14:tracePt t="27095" x="2192338" y="5761038"/>
          <p14:tracePt t="27113" x="2184400" y="5761038"/>
          <p14:tracePt t="27116" x="2174875" y="5761038"/>
          <p14:tracePt t="27150" x="2166938" y="5753100"/>
          <p14:tracePt t="27162" x="2159000" y="5753100"/>
          <p14:tracePt t="27172" x="2149475" y="5753100"/>
          <p14:tracePt t="27184" x="2108200" y="5753100"/>
          <p14:tracePt t="27196" x="2065338" y="5753100"/>
          <p14:tracePt t="27206" x="2022475" y="5753100"/>
          <p14:tracePt t="27217" x="1963738" y="5753100"/>
          <p14:tracePt t="27229" x="1903413" y="5753100"/>
          <p14:tracePt t="27240" x="1860550" y="5753100"/>
          <p14:tracePt t="27251" x="1827213" y="5753100"/>
          <p14:tracePt t="27329" x="1827213" y="5745163"/>
          <p14:tracePt t="27340" x="1827213" y="5735638"/>
          <p14:tracePt t="27342" x="1819275" y="5727700"/>
          <p14:tracePt t="27364" x="1801813" y="5719763"/>
          <p14:tracePt t="27375" x="1793875" y="5710238"/>
          <p14:tracePt t="27386" x="1766888" y="5710238"/>
          <p14:tracePt t="27397" x="1733550" y="5710238"/>
          <p14:tracePt t="27409" x="1708150" y="5710238"/>
          <p14:tracePt t="27420" x="1700213" y="5710238"/>
          <p14:tracePt t="27531" x="1690688" y="5710238"/>
          <p14:tracePt t="27576" x="1682750" y="5710238"/>
          <p14:tracePt t="27947" x="1665288" y="5719763"/>
          <p14:tracePt t="28094" x="1649413" y="5719763"/>
          <p14:tracePt t="28150" x="1639888" y="5719763"/>
          <p14:tracePt t="28152" x="1631950" y="5719763"/>
          <p14:tracePt t="28274" x="1622425" y="5719763"/>
          <p14:tracePt t="28296" x="1614488" y="5719763"/>
          <p14:tracePt t="28927" x="1622425" y="5719763"/>
          <p14:tracePt t="28950" x="1639888" y="5727700"/>
          <p14:tracePt t="28962" x="1649413" y="5727700"/>
          <p14:tracePt t="28972" x="1657350" y="5735638"/>
          <p14:tracePt t="28984" x="1716088" y="5745163"/>
          <p14:tracePt t="28995" x="1741488" y="5745163"/>
          <p14:tracePt t="29006" x="1809750" y="5745163"/>
          <p14:tracePt t="29017" x="1895475" y="5745163"/>
          <p14:tracePt t="29029" x="1997075" y="5745163"/>
          <p14:tracePt t="29040" x="2082800" y="5745163"/>
          <p14:tracePt t="29051" x="2174875" y="5745163"/>
          <p14:tracePt t="29065" x="2260600" y="5745163"/>
          <p14:tracePt t="29073" x="2336800" y="5745163"/>
          <p14:tracePt t="29085" x="2405063" y="5745163"/>
          <p14:tracePt t="29096" x="2463800" y="5745163"/>
          <p14:tracePt t="29107" x="2524125" y="5745163"/>
          <p14:tracePt t="29119" x="2566988" y="5745163"/>
          <p14:tracePt t="29130" x="2582863" y="5745163"/>
          <p14:tracePt t="29141" x="2608263" y="5745163"/>
          <p14:tracePt t="29152" x="2617788" y="5745163"/>
          <p14:tracePt t="29164" x="2625725" y="5745163"/>
          <p14:tracePt t="29354" x="2633663" y="5745163"/>
          <p14:tracePt t="29377" x="2651125" y="5745163"/>
          <p14:tracePt t="30480" x="2643188" y="5745163"/>
          <p14:tracePt t="30502" x="2617788" y="5745163"/>
          <p14:tracePt t="30525" x="2600325" y="5745163"/>
          <p14:tracePt t="30536" x="2582863" y="5745163"/>
          <p14:tracePt t="30625" x="2582863" y="5727700"/>
          <p14:tracePt t="30647" x="2574925" y="5727700"/>
          <p14:tracePt t="30649" x="2557463" y="5719763"/>
          <p14:tracePt t="30660" x="2549525" y="5719763"/>
          <p14:tracePt t="30671" x="2524125" y="5710238"/>
          <p14:tracePt t="30683" x="2516188" y="5710238"/>
          <p14:tracePt t="30694" x="2516188" y="5702300"/>
          <p14:tracePt t="30705" x="2481263" y="5694363"/>
          <p14:tracePt t="30716" x="2455863" y="5676900"/>
          <p14:tracePt t="30727" x="2455863" y="5651500"/>
          <p14:tracePt t="30739" x="2463800" y="5557838"/>
          <p14:tracePt t="30750" x="2541588" y="5387975"/>
          <p14:tracePt t="30761" x="2651125" y="5167313"/>
          <p14:tracePt t="30772" x="2820988" y="4827588"/>
          <p14:tracePt t="30784" x="2974975" y="4445000"/>
          <p14:tracePt t="30795" x="3109913" y="4011613"/>
          <p14:tracePt t="30806" x="3186113" y="3535363"/>
          <p14:tracePt t="30817" x="3228975" y="3008313"/>
          <p14:tracePt t="30829" x="3228975" y="2516188"/>
          <p14:tracePt t="30840" x="3221038" y="2055813"/>
          <p14:tracePt t="30851" x="3160713" y="1665288"/>
          <p14:tracePt t="30862" x="3094038" y="1350963"/>
          <p14:tracePt t="30873" x="3033713" y="1122363"/>
          <p14:tracePt t="30885" x="3000375" y="993775"/>
          <p14:tracePt t="30896" x="2965450" y="874713"/>
          <p14:tracePt t="30907" x="2940050" y="798513"/>
          <p14:tracePt t="30919" x="2932113" y="739775"/>
          <p14:tracePt t="30930" x="2922588" y="679450"/>
          <p14:tracePt t="30942" x="2922588" y="636588"/>
          <p14:tracePt t="30952" x="2922588" y="595313"/>
          <p14:tracePt t="30964" x="2922588" y="534988"/>
          <p14:tracePt t="30976" x="2922588" y="476250"/>
          <p14:tracePt t="30986" x="2922588" y="390525"/>
          <p14:tracePt t="31009" x="2922588" y="296863"/>
          <p14:tracePt t="31020" x="2922588" y="195263"/>
          <p14:tracePt t="31031" x="2922588" y="68263"/>
          <p14:tracePt t="31414" x="2293938" y="25400"/>
          <p14:tracePt t="31425" x="2293938" y="42863"/>
          <p14:tracePt t="31436" x="2293938" y="50800"/>
          <p14:tracePt t="31459" x="2293938" y="58738"/>
          <p14:tracePt t="31470" x="2293938" y="68263"/>
          <p14:tracePt t="31481" x="2293938" y="76200"/>
          <p14:tracePt t="31504" x="2293938" y="85725"/>
          <p14:tracePt t="31515" x="2293938" y="101600"/>
          <p14:tracePt t="31526" x="2293938" y="127000"/>
          <p14:tracePt t="31537" x="2293938" y="152400"/>
          <p14:tracePt t="31549" x="2293938" y="187325"/>
          <p14:tracePt t="31560" x="2293938" y="203200"/>
          <p14:tracePt t="31571" x="2293938" y="246063"/>
          <p14:tracePt t="31582" x="2293938" y="288925"/>
          <p14:tracePt t="31594" x="2311400" y="347663"/>
          <p14:tracePt t="31605" x="2319338" y="382588"/>
          <p14:tracePt t="31616" x="2319338" y="415925"/>
          <p14:tracePt t="31627" x="2328863" y="450850"/>
          <p14:tracePt t="31639" x="2328863" y="476250"/>
          <p14:tracePt t="31650" x="2336800" y="492125"/>
          <p14:tracePt t="31682" x="2336800" y="501650"/>
          <p14:tracePt t="31694" x="2344738" y="509588"/>
          <p14:tracePt t="31706" x="2362200" y="527050"/>
          <p14:tracePt t="31717" x="2362200" y="534988"/>
          <p14:tracePt t="31740" x="2371725" y="544513"/>
          <p14:tracePt t="31751" x="2379663" y="552450"/>
          <p14:tracePt t="31762" x="2387600" y="560388"/>
          <p14:tracePt t="31774" x="2397125" y="585788"/>
          <p14:tracePt t="31785" x="2397125" y="595313"/>
          <p14:tracePt t="31796" x="2405063" y="603250"/>
          <p14:tracePt t="31808" x="2422525" y="611188"/>
          <p14:tracePt t="31819" x="2438400" y="611188"/>
          <p14:tracePt t="31830" x="2455863" y="611188"/>
          <p14:tracePt t="31842" x="2489200" y="611188"/>
          <p14:tracePt t="31852" x="2532063" y="611188"/>
          <p14:tracePt t="31864" x="2566988" y="611188"/>
          <p14:tracePt t="31875" x="2592388" y="611188"/>
          <p14:tracePt t="31886" x="2625725" y="611188"/>
          <p14:tracePt t="31897" x="2651125" y="611188"/>
          <p14:tracePt t="31909" x="2693988" y="611188"/>
          <p14:tracePt t="31920" x="2711450" y="620713"/>
          <p14:tracePt t="31931" x="2711450" y="628650"/>
          <p14:tracePt t="31942" x="2736850" y="628650"/>
          <p14:tracePt t="31965" x="2752725" y="628650"/>
          <p14:tracePt t="31976" x="2762250" y="628650"/>
          <p14:tracePt t="31988" x="2787650" y="628650"/>
          <p14:tracePt t="31999" x="2813050" y="628650"/>
          <p14:tracePt t="32010" x="2830513" y="628650"/>
          <p14:tracePt t="32021" x="2881313" y="636588"/>
          <p14:tracePt t="32032" x="2906713" y="636588"/>
          <p14:tracePt t="32044" x="2940050" y="636588"/>
          <p14:tracePt t="32055" x="2965450" y="646113"/>
          <p14:tracePt t="32066" x="3016250" y="663575"/>
          <p14:tracePt t="32077" x="3025775" y="663575"/>
          <p14:tracePt t="32093" x="3041650" y="663575"/>
          <p14:tracePt t="32122" x="3059113" y="663575"/>
          <p14:tracePt t="32134" x="3067050" y="663575"/>
          <p14:tracePt t="32145" x="3076575" y="663575"/>
          <p14:tracePt t="32156" x="3084513" y="663575"/>
          <p14:tracePt t="32167" x="3094038" y="663575"/>
          <p14:tracePt t="32179" x="3127375" y="663575"/>
          <p14:tracePt t="32190" x="3135313" y="663575"/>
          <p14:tracePt t="32234" x="3144838" y="663575"/>
          <p14:tracePt t="32245" x="3152775" y="663575"/>
          <p14:tracePt t="32380" x="3160713" y="654050"/>
          <p14:tracePt t="32876" x="3160713" y="628650"/>
          <p14:tracePt t="32876" x="3160713" y="620713"/>
          <p14:tracePt t="32887" x="3160713" y="611188"/>
          <p14:tracePt t="32899" x="3160713" y="603250"/>
          <p14:tracePt t="32910" x="3160713" y="595313"/>
          <p14:tracePt t="32921" x="3170238" y="569913"/>
          <p14:tracePt t="32932" x="3170238" y="552450"/>
          <p14:tracePt t="32944" x="3178175" y="519113"/>
          <p14:tracePt t="32955" x="3178175" y="492125"/>
          <p14:tracePt t="32966" x="3178175" y="476250"/>
          <p14:tracePt t="32977" x="3178175" y="458788"/>
          <p14:tracePt t="32989" x="3178175" y="433388"/>
          <p14:tracePt t="33000" x="3178175" y="425450"/>
          <p14:tracePt t="33011" x="3178175" y="415925"/>
          <p14:tracePt t="33022" x="3178175" y="407988"/>
          <p14:tracePt t="33034" x="3178175" y="400050"/>
          <p14:tracePt t="33045" x="3178175" y="382588"/>
          <p14:tracePt t="33057" x="3178175" y="374650"/>
          <p14:tracePt t="33067" x="3178175" y="347663"/>
          <p14:tracePt t="33079" x="3178175" y="339725"/>
          <p14:tracePt t="33112" x="3178175" y="331788"/>
          <p14:tracePt t="33123" x="3178175" y="322263"/>
          <p14:tracePt t="33135" x="3178175" y="314325"/>
          <p14:tracePt t="33157" x="3178175" y="296863"/>
          <p14:tracePt t="33169" x="3170238" y="288925"/>
          <p14:tracePt t="33180" x="3152775" y="271463"/>
          <p14:tracePt t="33191" x="3152775" y="263525"/>
          <p14:tracePt t="33214" x="3144838" y="263525"/>
          <p14:tracePt t="33225" x="3135313" y="255588"/>
          <p14:tracePt t="33236" x="3127375" y="246063"/>
          <p14:tracePt t="33257" x="3119438" y="238125"/>
          <p14:tracePt t="33269" x="3109913" y="238125"/>
          <p14:tracePt t="33270" x="3101975" y="238125"/>
          <p14:tracePt t="33281" x="3094038" y="238125"/>
          <p14:tracePt t="33292" x="3076575" y="230188"/>
          <p14:tracePt t="33304" x="3067050" y="230188"/>
          <p14:tracePt t="33315" x="3067050" y="220663"/>
          <p14:tracePt t="33326" x="3041650" y="220663"/>
          <p14:tracePt t="33337" x="3025775" y="212725"/>
          <p14:tracePt t="33349" x="2990850" y="203200"/>
          <p14:tracePt t="33360" x="2974975" y="195263"/>
          <p14:tracePt t="33371" x="2949575" y="195263"/>
          <p14:tracePt t="33415" x="2940050" y="195263"/>
          <p14:tracePt t="33416" x="2932113" y="195263"/>
          <p14:tracePt t="33517" x="2922588" y="195263"/>
          <p14:tracePt t="33529" x="2914650" y="195263"/>
          <p14:tracePt t="33572" x="2906713" y="195263"/>
          <p14:tracePt t="33640" x="2906713" y="203200"/>
          <p14:tracePt t="33697" x="2906713" y="212725"/>
          <p14:tracePt t="33709" x="2906713" y="220663"/>
          <p14:tracePt t="33731" x="2889250" y="238125"/>
          <p14:tracePt t="33743" x="2881313" y="246063"/>
          <p14:tracePt t="33754" x="2881313" y="255588"/>
          <p14:tracePt t="33765" x="2881313" y="263525"/>
          <p14:tracePt t="33776" x="2881313" y="271463"/>
          <p14:tracePt t="33799" x="2881313" y="280988"/>
          <p14:tracePt t="33810" x="2881313" y="288925"/>
          <p14:tracePt t="33821" x="2881313" y="296863"/>
          <p14:tracePt t="33843" x="2881313" y="306388"/>
          <p14:tracePt t="33855" x="2881313" y="314325"/>
          <p14:tracePt t="33877" x="2881313" y="322263"/>
          <p14:tracePt t="33889" x="2881313" y="331788"/>
          <p14:tracePt t="33900" x="2881313" y="339725"/>
          <p14:tracePt t="33955" x="2881313" y="347663"/>
          <p14:tracePt t="33966" x="2881313" y="357188"/>
          <p14:tracePt t="33977" x="2881313" y="365125"/>
          <p14:tracePt t="33989" x="2881313" y="374650"/>
          <p14:tracePt t="34000" x="2881313" y="382588"/>
          <p14:tracePt t="34022" x="2881313" y="390525"/>
          <p14:tracePt t="34045" x="2881313" y="400050"/>
          <p14:tracePt t="34067" x="2889250" y="407988"/>
          <p14:tracePt t="34090" x="2889250" y="415925"/>
          <p14:tracePt t="34092" x="2889250" y="425450"/>
          <p14:tracePt t="34114" x="2897188" y="433388"/>
          <p14:tracePt t="34135" x="2897188" y="441325"/>
          <p14:tracePt t="34157" x="2897188" y="450850"/>
          <p14:tracePt t="34169" x="2897188" y="466725"/>
          <p14:tracePt t="34315" x="2897188" y="476250"/>
          <p14:tracePt t="34472" x="2897188" y="484188"/>
          <p14:tracePt t="34506" x="2906713" y="492125"/>
          <p14:tracePt t="34956" x="2914650" y="492125"/>
          <p14:tracePt t="35003" x="2922588" y="492125"/>
          <p14:tracePt t="35014" x="2932113" y="492125"/>
          <p14:tracePt t="35035" x="2940050" y="492125"/>
          <p14:tracePt t="35036" x="2949575" y="501650"/>
          <p14:tracePt t="35047" x="2957513" y="509588"/>
          <p14:tracePt t="35070" x="2965450" y="509588"/>
          <p14:tracePt t="35085" x="3000375" y="519113"/>
          <p14:tracePt t="35092" x="3008313" y="519113"/>
          <p14:tracePt t="35104" x="3033713" y="519113"/>
          <p14:tracePt t="35124" x="3041650" y="519113"/>
          <p14:tracePt t="35126" x="3041650" y="527050"/>
          <p14:tracePt t="36385" x="3051175" y="527050"/>
          <p14:tracePt t="36520" x="3059113" y="527050"/>
          <p14:tracePt t="36532" x="3067050" y="527050"/>
          <p14:tracePt t="36555" x="3076575" y="527050"/>
          <p14:tracePt t="36566" x="3076575" y="519113"/>
          <p14:tracePt t="36577" x="3084513" y="509588"/>
          <p14:tracePt t="36600" x="3084513" y="501650"/>
          <p14:tracePt t="36611" x="3101975" y="492125"/>
          <p14:tracePt t="36623" x="3101975" y="484188"/>
          <p14:tracePt t="36634" x="3101975" y="476250"/>
          <p14:tracePt t="36666" x="3109913" y="466725"/>
          <p14:tracePt t="36677" x="3109913" y="458788"/>
          <p14:tracePt t="36700" x="3119438" y="450850"/>
          <p14:tracePt t="36711" x="3119438" y="441325"/>
          <p14:tracePt t="36713" x="3127375" y="441325"/>
          <p14:tracePt t="36724" x="3127375" y="433388"/>
          <p14:tracePt t="36735" x="3135313" y="425450"/>
          <p14:tracePt t="36746" x="3144838" y="425450"/>
          <p14:tracePt t="36757" x="3152775" y="415925"/>
          <p14:tracePt t="36769" x="3152775" y="407988"/>
          <p14:tracePt t="36780" x="3152775" y="400050"/>
          <p14:tracePt t="36802" x="3152775" y="390525"/>
          <p14:tracePt t="36814" x="3152775" y="382588"/>
          <p14:tracePt t="36825" x="3152775" y="374650"/>
          <p14:tracePt t="36837" x="3152775" y="365125"/>
          <p14:tracePt t="36847" x="3144838" y="357188"/>
          <p14:tracePt t="36859" x="3135313" y="357188"/>
          <p14:tracePt t="36870" x="3135313" y="347663"/>
          <p14:tracePt t="36881" x="3135313" y="339725"/>
          <p14:tracePt t="36892" x="3127375" y="331788"/>
          <p14:tracePt t="36904" x="3119438" y="331788"/>
          <p14:tracePt t="36915" x="3109913" y="322263"/>
          <p14:tracePt t="36926" x="3084513" y="314325"/>
          <p14:tracePt t="36937" x="3051175" y="314325"/>
          <p14:tracePt t="36949" x="3008313" y="288925"/>
          <p14:tracePt t="36960" x="2957513" y="280988"/>
          <p14:tracePt t="36972" x="2914650" y="255588"/>
          <p14:tracePt t="36982" x="2863850" y="230188"/>
          <p14:tracePt t="36994" x="2855913" y="230188"/>
          <p14:tracePt t="37006" x="2855913" y="220663"/>
          <p14:tracePt t="37060" x="2846388" y="220663"/>
          <p14:tracePt t="37105" x="2838450" y="220663"/>
          <p14:tracePt t="37127" x="2830513" y="220663"/>
          <p14:tracePt t="37129" x="2820988" y="230188"/>
          <p14:tracePt t="37150" x="2813050" y="238125"/>
          <p14:tracePt t="37172" x="2813050" y="246063"/>
          <p14:tracePt t="37184" x="2813050" y="255588"/>
          <p14:tracePt t="37196" x="2813050" y="263525"/>
          <p14:tracePt t="37207" x="2813050" y="271463"/>
          <p14:tracePt t="37219" x="2813050" y="280988"/>
          <p14:tracePt t="37241" x="2813050" y="288925"/>
          <p14:tracePt t="37253" x="2813050" y="296863"/>
          <p14:tracePt t="37286" x="2813050" y="306388"/>
          <p14:tracePt t="37297" x="2813050" y="314325"/>
          <p14:tracePt t="37309" x="2813050" y="322263"/>
          <p14:tracePt t="37320" x="2813050" y="347663"/>
          <p14:tracePt t="37331" x="2813050" y="365125"/>
          <p14:tracePt t="37342" x="2813050" y="374650"/>
          <p14:tracePt t="37353" x="2820988" y="390525"/>
          <p14:tracePt t="37365" x="2830513" y="407988"/>
          <p14:tracePt t="37376" x="2838450" y="407988"/>
          <p14:tracePt t="37409" x="2846388" y="415925"/>
          <p14:tracePt t="37431" x="2855913" y="425450"/>
          <p14:tracePt t="37433" x="2863850" y="425450"/>
          <p14:tracePt t="37444" x="2863850" y="433388"/>
          <p14:tracePt t="37455" x="2871788" y="450850"/>
          <p14:tracePt t="37466" x="2881313" y="450850"/>
          <p14:tracePt t="37477" x="2889250" y="458788"/>
          <p14:tracePt t="37489" x="2889250" y="466725"/>
          <p14:tracePt t="37500" x="2922588" y="484188"/>
          <p14:tracePt t="37511" x="2957513" y="501650"/>
          <p14:tracePt t="37522" x="2974975" y="501650"/>
          <p14:tracePt t="37534" x="3000375" y="519113"/>
          <p14:tracePt t="37545" x="3000375" y="527050"/>
          <p14:tracePt t="37556" x="3016250" y="527050"/>
          <p14:tracePt t="37567" x="3016250" y="534988"/>
          <p14:tracePt t="37971" x="3033713" y="544513"/>
          <p14:tracePt t="37995" x="3033713" y="569913"/>
          <p14:tracePt t="38018" x="3033713" y="577850"/>
          <p14:tracePt t="38029" x="3033713" y="585788"/>
          <p14:tracePt t="38230" x="3051175" y="595313"/>
          <p14:tracePt t="38242" x="3059113" y="595313"/>
          <p14:tracePt t="38254" x="3067050" y="585788"/>
          <p14:tracePt t="38276" x="3076575" y="585788"/>
          <p14:tracePt t="38287" x="3084513" y="577850"/>
          <p14:tracePt t="38299" x="3109913" y="569913"/>
          <p14:tracePt t="38310" x="3109913" y="560388"/>
          <p14:tracePt t="38321" x="3119438" y="552450"/>
          <p14:tracePt t="38332" x="3127375" y="544513"/>
          <p14:tracePt t="38344" x="3135313" y="534988"/>
          <p14:tracePt t="38355" x="3144838" y="509588"/>
          <p14:tracePt t="38366" x="3144838" y="476250"/>
          <p14:tracePt t="38377" x="3144838" y="450850"/>
          <p14:tracePt t="38389" x="3144838" y="425450"/>
          <p14:tracePt t="38400" x="3144838" y="390525"/>
          <p14:tracePt t="38411" x="3144838" y="382588"/>
          <p14:tracePt t="38422" x="3144838" y="357188"/>
          <p14:tracePt t="38434" x="3144838" y="347663"/>
          <p14:tracePt t="38445" x="3144838" y="339725"/>
          <p14:tracePt t="38456" x="3144838" y="322263"/>
          <p14:tracePt t="38467" x="3119438" y="296863"/>
          <p14:tracePt t="38479" x="3101975" y="280988"/>
          <p14:tracePt t="38490" x="3076575" y="271463"/>
          <p14:tracePt t="38502" x="3016250" y="246063"/>
          <p14:tracePt t="38512" x="2982913" y="238125"/>
          <p14:tracePt t="38524" x="2940050" y="220663"/>
          <p14:tracePt t="38536" x="2889250" y="195263"/>
          <p14:tracePt t="38546" x="2855913" y="187325"/>
          <p14:tracePt t="38557" x="2820988" y="169863"/>
          <p14:tracePt t="38569" x="2778125" y="169863"/>
          <p14:tracePt t="38580" x="2719388" y="169863"/>
          <p14:tracePt t="38592" x="2676525" y="169863"/>
          <p14:tracePt t="38602" x="2617788" y="169863"/>
          <p14:tracePt t="38614" x="2592388" y="169863"/>
          <p14:tracePt t="38625" x="2549525" y="169863"/>
          <p14:tracePt t="38636" x="2498725" y="169863"/>
          <p14:tracePt t="38647" x="2481263" y="169863"/>
          <p14:tracePt t="38659" x="2463800" y="169863"/>
          <p14:tracePt t="38670" x="2422525" y="169863"/>
          <p14:tracePt t="38681" x="2397125" y="169863"/>
          <p14:tracePt t="38692" x="2371725" y="169863"/>
          <p14:tracePt t="38704" x="2344738" y="169863"/>
          <p14:tracePt t="38715" x="2328863" y="169863"/>
          <p14:tracePt t="38726" x="2328863" y="177800"/>
          <p14:tracePt t="38737" x="2303463" y="187325"/>
          <p14:tracePt t="38749" x="2303463" y="195263"/>
          <p14:tracePt t="38771" x="2293938" y="212725"/>
          <p14:tracePt t="38782" x="2293938" y="220663"/>
          <p14:tracePt t="38794" x="2286000" y="230188"/>
          <p14:tracePt t="38805" x="2278063" y="238125"/>
          <p14:tracePt t="38827" x="2268538" y="255588"/>
          <p14:tracePt t="38839" x="2268538" y="280988"/>
          <p14:tracePt t="38850" x="2260600" y="314325"/>
          <p14:tracePt t="38861" x="2252663" y="314325"/>
          <p14:tracePt t="38872" x="2252663" y="331788"/>
          <p14:tracePt t="38883" x="2252663" y="339725"/>
          <p14:tracePt t="38895" x="2252663" y="357188"/>
          <p14:tracePt t="38906" x="2252663" y="365125"/>
          <p14:tracePt t="38917" x="2252663" y="382588"/>
          <p14:tracePt t="38929" x="2268538" y="415925"/>
          <p14:tracePt t="38940" x="2293938" y="433388"/>
          <p14:tracePt t="38952" x="2328863" y="441325"/>
          <p14:tracePt t="38962" x="2344738" y="450850"/>
          <p14:tracePt t="38974" x="2354263" y="458788"/>
          <p14:tracePt t="38985" x="2371725" y="458788"/>
          <p14:tracePt t="39008" x="2387600" y="458788"/>
          <p14:tracePt t="39019" x="2413000" y="476250"/>
          <p14:tracePt t="39030" x="2438400" y="484188"/>
          <p14:tracePt t="39042" x="2463800" y="484188"/>
          <p14:tracePt t="39053" x="2498725" y="501650"/>
          <p14:tracePt t="39064" x="2549525" y="509588"/>
          <p14:tracePt t="39075" x="2557463" y="509588"/>
          <p14:tracePt t="39086" x="2608263" y="544513"/>
          <p14:tracePt t="39104" x="2625725" y="544513"/>
          <p14:tracePt t="39109" x="2643188" y="544513"/>
          <p14:tracePt t="39120" x="2676525" y="560388"/>
          <p14:tracePt t="39131" x="2686050" y="560388"/>
          <p14:tracePt t="39142" x="2711450" y="569913"/>
          <p14:tracePt t="39154" x="2744788" y="569913"/>
          <p14:tracePt t="39165" x="2752725" y="569913"/>
          <p14:tracePt t="39176" x="2770188" y="569913"/>
          <p14:tracePt t="39187" x="2813050" y="569913"/>
          <p14:tracePt t="39199" x="2846388" y="569913"/>
          <p14:tracePt t="39210" x="2889250" y="577850"/>
          <p14:tracePt t="39221" x="2932113" y="595313"/>
          <p14:tracePt t="39232" x="2982913" y="603250"/>
          <p14:tracePt t="39244" x="3025775" y="603250"/>
          <p14:tracePt t="39255" x="3051175" y="603250"/>
          <p14:tracePt t="39289" x="3059113" y="603250"/>
          <p14:tracePt t="39311" x="3067050" y="595313"/>
          <p14:tracePt t="39322" x="3067050" y="585788"/>
          <p14:tracePt t="39334" x="3076575" y="585788"/>
          <p14:tracePt t="39345" x="3084513" y="577850"/>
          <p14:tracePt t="39356" x="3094038" y="560388"/>
          <p14:tracePt t="39379" x="3101975" y="560388"/>
          <p14:tracePt t="39390" x="3119438" y="560388"/>
          <p14:tracePt t="39445" x="3127375" y="552450"/>
          <p14:tracePt t="39602" x="3127375" y="560388"/>
          <p14:tracePt t="39604" x="3127375" y="569913"/>
          <p14:tracePt t="39615" x="3127375" y="577850"/>
          <p14:tracePt t="39626" x="3119438" y="595313"/>
          <p14:tracePt t="39637" x="3119438" y="603250"/>
          <p14:tracePt t="39649" x="3119438" y="628650"/>
          <p14:tracePt t="39660" x="3119438" y="663575"/>
          <p14:tracePt t="39671" x="3119438" y="704850"/>
          <p14:tracePt t="39682" x="3119438" y="773113"/>
          <p14:tracePt t="39694" x="3119438" y="874713"/>
          <p14:tracePt t="39705" x="3109913" y="993775"/>
          <p14:tracePt t="39716" x="3101975" y="1122363"/>
          <p14:tracePt t="39727" x="3084513" y="1231900"/>
          <p14:tracePt t="39739" x="3067050" y="1360488"/>
          <p14:tracePt t="39750" x="3041650" y="1504950"/>
          <p14:tracePt t="39761" x="3025775" y="1649413"/>
          <p14:tracePt t="39772" x="3016250" y="1801813"/>
          <p14:tracePt t="39784" x="3016250" y="1971675"/>
          <p14:tracePt t="39795" x="3025775" y="2184400"/>
          <p14:tracePt t="39806" x="3109913" y="2498725"/>
          <p14:tracePt t="39818" x="3221038" y="2871788"/>
          <p14:tracePt t="39829" x="3348038" y="3203575"/>
          <p14:tracePt t="39840" x="3416300" y="3509963"/>
          <p14:tracePt t="39851" x="3467100" y="3790950"/>
          <p14:tracePt t="39862" x="3502025" y="4095750"/>
          <p14:tracePt t="39874" x="3517900" y="4394200"/>
          <p14:tracePt t="39885" x="3517900" y="4683125"/>
          <p14:tracePt t="39896" x="3517900" y="4997450"/>
          <p14:tracePt t="39907" x="3517900" y="5260975"/>
          <p14:tracePt t="39919" x="3517900" y="5489575"/>
          <p14:tracePt t="39930" x="3517900" y="5694363"/>
          <p14:tracePt t="39941" x="3517900" y="5846763"/>
          <p14:tracePt t="39952" x="3517900" y="5973763"/>
          <p14:tracePt t="39964" x="3517900" y="6076950"/>
          <p14:tracePt t="39975" x="3517900" y="6135688"/>
          <p14:tracePt t="39986" x="3517900" y="6143625"/>
          <p14:tracePt t="39997" x="3517900" y="6161088"/>
          <p14:tracePt t="40020" x="3517900" y="6186488"/>
          <p14:tracePt t="40031" x="3517900" y="6211888"/>
          <p14:tracePt t="40043" x="3517900" y="6237288"/>
          <p14:tracePt t="40054" x="3502025" y="6288088"/>
          <p14:tracePt t="40065" x="3484563" y="6305550"/>
          <p14:tracePt t="40076" x="3475038" y="6323013"/>
          <p14:tracePt t="40087" x="3449638" y="6330950"/>
          <p14:tracePt t="40118" x="3433763" y="6330950"/>
          <p14:tracePt t="40121" x="3408363" y="6330950"/>
          <p14:tracePt t="40132" x="3348038" y="6330950"/>
          <p14:tracePt t="40144" x="3305175" y="6323013"/>
          <p14:tracePt t="40155" x="3254375" y="6297613"/>
          <p14:tracePt t="40166" x="3211513" y="6288088"/>
          <p14:tracePt t="40177" x="3160713" y="6262688"/>
          <p14:tracePt t="40189" x="3109913" y="6229350"/>
          <p14:tracePt t="40201" x="3059113" y="6194425"/>
          <p14:tracePt t="40211" x="3008313" y="6153150"/>
          <p14:tracePt t="40222" x="2932113" y="6092825"/>
          <p14:tracePt t="40234" x="2838450" y="6024563"/>
          <p14:tracePt t="40245" x="2752725" y="5965825"/>
          <p14:tracePt t="40256" x="2660650" y="5915025"/>
          <p14:tracePt t="40267" x="2582863" y="5864225"/>
          <p14:tracePt t="40279" x="2506663" y="5821363"/>
          <p14:tracePt t="40290" x="2438400" y="5778500"/>
          <p14:tracePt t="40312" x="2362200" y="5735638"/>
          <p14:tracePt t="40324" x="2286000" y="5694363"/>
          <p14:tracePt t="40335" x="2209800" y="5634038"/>
          <p14:tracePt t="40346" x="2098675" y="5565775"/>
          <p14:tracePt t="40357" x="2090738" y="5557838"/>
          <p14:tracePt t="40412" x="2082800" y="5557838"/>
          <p14:tracePt t="40424" x="2073275" y="5557838"/>
          <p14:tracePt t="40436" x="2065338" y="5557838"/>
          <p14:tracePt t="40447" x="2055813" y="5557838"/>
          <p14:tracePt t="40559" x="2065338" y="5557838"/>
          <p14:tracePt t="40571" x="2073275" y="5557838"/>
          <p14:tracePt t="40582" x="2082800" y="5557838"/>
          <p14:tracePt t="40605" x="2090738" y="5557838"/>
          <p14:tracePt t="40627" x="2098675" y="5557838"/>
          <p14:tracePt t="40639" x="2108200" y="5557838"/>
          <p14:tracePt t="40650" x="2133600" y="5549900"/>
          <p14:tracePt t="40661" x="2192338" y="5540375"/>
          <p14:tracePt t="40672" x="2260600" y="5540375"/>
          <p14:tracePt t="40683" x="2319338" y="5532438"/>
          <p14:tracePt t="40695" x="2362200" y="5524500"/>
          <p14:tracePt t="40706" x="2379663" y="5524500"/>
          <p14:tracePt t="40717" x="2387600" y="5514975"/>
          <p14:tracePt t="40806" x="2379663" y="5524500"/>
          <p14:tracePt t="40819" x="2371725" y="5532438"/>
          <p14:tracePt t="40840" x="2362200" y="5532438"/>
          <p14:tracePt t="40842" x="2354263" y="5532438"/>
          <p14:tracePt t="40864" x="2336800" y="5532438"/>
          <p14:tracePt t="40886" x="2328863" y="5532438"/>
          <p14:tracePt t="40897" x="2293938" y="5540375"/>
          <p14:tracePt t="40909" x="2278063" y="5540375"/>
          <p14:tracePt t="40920" x="2252663" y="5540375"/>
          <p14:tracePt t="40931" x="2209800" y="5549900"/>
          <p14:tracePt t="40942" x="2166938" y="5549900"/>
          <p14:tracePt t="40954" x="2124075" y="5549900"/>
          <p14:tracePt t="40965" x="2073275" y="5549900"/>
          <p14:tracePt t="40976" x="2022475" y="5549900"/>
          <p14:tracePt t="40987" x="1997075" y="5549900"/>
          <p14:tracePt t="40999" x="1963738" y="5549900"/>
          <p14:tracePt t="41010" x="1911350" y="5549900"/>
          <p14:tracePt t="41021" x="1870075" y="5549900"/>
          <p14:tracePt t="41033" x="1809750" y="5549900"/>
          <p14:tracePt t="41044" x="1751013" y="5549900"/>
          <p14:tracePt t="41055" x="1725613" y="5549900"/>
          <p14:tracePt t="41068" x="1690688" y="5549900"/>
          <p14:tracePt t="41077" x="1665288" y="5549900"/>
          <p14:tracePt t="41089" x="1657350" y="5549900"/>
          <p14:tracePt t="41100" x="1622425" y="5565775"/>
          <p14:tracePt t="41117" x="1606550" y="5565775"/>
          <p14:tracePt t="41122" x="1589088" y="5575300"/>
          <p14:tracePt t="41133" x="1581150" y="5583238"/>
          <p14:tracePt t="41145" x="1563688" y="5591175"/>
          <p14:tracePt t="41166" x="1555750" y="5591175"/>
          <p14:tracePt t="41222" x="1546225" y="5591175"/>
          <p14:tracePt t="41234" x="1546225" y="5608638"/>
          <p14:tracePt t="41267" x="1546225" y="5616575"/>
          <p14:tracePt t="41269" x="1538288" y="5616575"/>
          <p14:tracePt t="41280" x="1538288" y="5626100"/>
          <p14:tracePt t="41291" x="1538288" y="5634038"/>
          <p14:tracePt t="41314" x="1538288" y="5641975"/>
          <p14:tracePt t="41325" x="1538288" y="5651500"/>
          <p14:tracePt t="41336" x="1538288" y="5659438"/>
          <p14:tracePt t="41695" x="1530350" y="5668963"/>
          <p14:tracePt t="41740" x="1530350" y="5676900"/>
          <p14:tracePt t="41742" x="1520825" y="5676900"/>
          <p14:tracePt t="41752" x="1520825" y="5684838"/>
          <p14:tracePt t="41774" x="1504950" y="5694363"/>
          <p14:tracePt t="41785" x="1495425" y="5694363"/>
          <p14:tracePt t="41786" x="1487488" y="5694363"/>
          <p14:tracePt t="41797" x="1477963" y="5702300"/>
          <p14:tracePt t="41809" x="1470025" y="5710238"/>
          <p14:tracePt t="41831" x="1462088" y="5719763"/>
          <p14:tracePt t="41842" x="1444625" y="5727700"/>
          <p14:tracePt t="41931" x="1444625" y="5735638"/>
          <p14:tracePt t="41976" x="1444625" y="5745163"/>
          <p14:tracePt t="42225" x="1452563" y="5745163"/>
          <p14:tracePt t="42236" x="1462088" y="5745163"/>
          <p14:tracePt t="42259" x="1470025" y="5745163"/>
          <p14:tracePt t="42270" x="1477963" y="5745163"/>
          <p14:tracePt t="42282" x="1504950" y="5745163"/>
          <p14:tracePt t="42292" x="1530350" y="5745163"/>
          <p14:tracePt t="42304" x="1538288" y="5745163"/>
          <p14:tracePt t="42315" x="1546225" y="5745163"/>
          <p14:tracePt t="42326" x="1555750" y="5745163"/>
          <p14:tracePt t="42370" x="1563688" y="5745163"/>
          <p14:tracePt t="42382" x="1571625" y="5745163"/>
          <p14:tracePt t="42392" x="1581150" y="5745163"/>
          <p14:tracePt t="42629" x="1589088" y="5745163"/>
          <p14:tracePt t="42674" x="1589088" y="5735638"/>
          <p14:tracePt t="42696" x="1589088" y="5719763"/>
          <p14:tracePt t="42707" x="1589088" y="5710238"/>
          <p14:tracePt t="43247" x="1589088" y="5702300"/>
          <p14:tracePt t="43271" x="1597025" y="5702300"/>
          <p14:tracePt t="43282" x="1606550" y="5702300"/>
          <p14:tracePt t="43294" x="1614488" y="5702300"/>
          <p14:tracePt t="43305" x="1622425" y="5702300"/>
          <p14:tracePt t="43316" x="1631950" y="5702300"/>
          <p14:tracePt t="43327" x="1649413" y="5702300"/>
          <p14:tracePt t="43339" x="1665288" y="5702300"/>
          <p14:tracePt t="43350" x="1682750" y="5702300"/>
          <p14:tracePt t="43361" x="1708150" y="5702300"/>
          <p14:tracePt t="43372" x="1751013" y="5702300"/>
          <p14:tracePt t="43384" x="1766888" y="5702300"/>
          <p14:tracePt t="43395" x="1827213" y="5702300"/>
          <p14:tracePt t="43406" x="1878013" y="5702300"/>
          <p14:tracePt t="43417" x="1911350" y="5702300"/>
          <p14:tracePt t="43429" x="1954213" y="5702300"/>
          <p14:tracePt t="43440" x="1989138" y="5702300"/>
          <p14:tracePt t="43451" x="2039938" y="5702300"/>
          <p14:tracePt t="43462" x="2073275" y="5694363"/>
          <p14:tracePt t="43474" x="2098675" y="5694363"/>
          <p14:tracePt t="43485" x="2116138" y="5684838"/>
          <p14:tracePt t="43496" x="2166938" y="5676900"/>
          <p14:tracePt t="43507" x="2192338" y="5676900"/>
          <p14:tracePt t="43519" x="2227263" y="5676900"/>
          <p14:tracePt t="43530" x="2268538" y="5676900"/>
          <p14:tracePt t="43541" x="2303463" y="5676900"/>
          <p14:tracePt t="43552" x="2336800" y="5668963"/>
          <p14:tracePt t="43564" x="2362200" y="5668963"/>
          <p14:tracePt t="43575" x="2379663" y="5668963"/>
          <p14:tracePt t="43586" x="2405063" y="5659438"/>
          <p14:tracePt t="43609" x="2413000" y="5659438"/>
          <p14:tracePt t="43620" x="2438400" y="5651500"/>
          <p14:tracePt t="43631" x="2447925" y="5651500"/>
          <p14:tracePt t="43642" x="2473325" y="5641975"/>
          <p14:tracePt t="43654" x="2498725" y="5634038"/>
          <p14:tracePt t="43665" x="2516188" y="5634038"/>
          <p14:tracePt t="43676" x="2566988" y="5608638"/>
          <p14:tracePt t="43687" x="2582863" y="5608638"/>
          <p14:tracePt t="43699" x="2608263" y="5608638"/>
          <p14:tracePt t="43710" x="2633663" y="5608638"/>
          <p14:tracePt t="43721" x="2651125" y="5591175"/>
          <p14:tracePt t="43732" x="2660650" y="5591175"/>
          <p14:tracePt t="43744" x="2676525" y="5591175"/>
          <p14:tracePt t="43755" x="2693988" y="5583238"/>
          <p14:tracePt t="43766" x="2711450" y="5583238"/>
          <p14:tracePt t="43777" x="2727325" y="5583238"/>
          <p14:tracePt t="43789" x="2744788" y="5575300"/>
          <p14:tracePt t="43800" x="2770188" y="5575300"/>
          <p14:tracePt t="43811" x="2805113" y="5565775"/>
          <p14:tracePt t="43822" x="2855913" y="5549900"/>
          <p14:tracePt t="43834" x="2881313" y="5540375"/>
          <p14:tracePt t="43845" x="2914650" y="5532438"/>
          <p14:tracePt t="43856" x="2940050" y="5524500"/>
          <p14:tracePt t="43867" x="2982913" y="5514975"/>
          <p14:tracePt t="43879" x="3008313" y="5507038"/>
          <p14:tracePt t="43890" x="3033713" y="5497513"/>
          <p14:tracePt t="43901" x="3051175" y="5497513"/>
          <p14:tracePt t="43912" x="3084513" y="5497513"/>
          <p14:tracePt t="43924" x="3109913" y="5497513"/>
          <p14:tracePt t="43935" x="3119438" y="5489575"/>
          <p14:tracePt t="43946" x="3152775" y="5489575"/>
          <p14:tracePt t="43957" x="3170238" y="5489575"/>
          <p14:tracePt t="43969" x="3186113" y="5489575"/>
          <p14:tracePt t="43981" x="3228975" y="5489575"/>
          <p14:tracePt t="43991" x="3254375" y="5489575"/>
          <p14:tracePt t="44002" x="3279775" y="5489575"/>
          <p14:tracePt t="44014" x="3297238" y="5489575"/>
          <p14:tracePt t="44025" x="3322638" y="5489575"/>
          <p14:tracePt t="44036" x="3330575" y="5489575"/>
          <p14:tracePt t="44047" x="3340100" y="5489575"/>
          <p14:tracePt t="44059" x="3355975" y="5489575"/>
          <p14:tracePt t="44070" x="3365500" y="5489575"/>
          <p14:tracePt t="44081" x="3373438" y="5489575"/>
          <p14:tracePt t="44093" x="3398838" y="5489575"/>
          <p14:tracePt t="44104" x="3424238" y="5489575"/>
          <p14:tracePt t="44115" x="3441700" y="5489575"/>
          <p14:tracePt t="44126" x="3467100" y="5489575"/>
          <p14:tracePt t="44137" x="3475038" y="5489575"/>
          <p14:tracePt t="44149" x="3492500" y="5489575"/>
          <p14:tracePt t="44160" x="3502025" y="5489575"/>
          <p14:tracePt t="44171" x="3509963" y="5497513"/>
          <p14:tracePt t="44215" x="3517900" y="5497513"/>
          <p14:tracePt t="44238" x="3527425" y="5497513"/>
          <p14:tracePt t="44239" x="3527425" y="5507038"/>
          <p14:tracePt t="44250" x="3535363" y="5507038"/>
          <p14:tracePt t="44261" x="3543300" y="5514975"/>
          <p14:tracePt t="44272" x="3543300" y="5524500"/>
          <p14:tracePt t="44295" x="3552825" y="5532438"/>
          <p14:tracePt t="44306" x="3552825" y="5540375"/>
          <p14:tracePt t="44317" x="3560763" y="5565775"/>
          <p14:tracePt t="44329" x="3568700" y="5591175"/>
          <p14:tracePt t="44340" x="3568700" y="5616575"/>
          <p14:tracePt t="44351" x="3578225" y="5634038"/>
          <p14:tracePt t="44362" x="3586163" y="5651500"/>
          <p14:tracePt t="44374" x="3594100" y="5668963"/>
          <p14:tracePt t="44385" x="3594100" y="5676900"/>
          <p14:tracePt t="44407" x="3603625" y="5694363"/>
          <p14:tracePt t="44419" x="3603625" y="5702300"/>
          <p14:tracePt t="44430" x="3611563" y="5710238"/>
          <p14:tracePt t="44451" x="3611563" y="5719763"/>
          <p14:tracePt t="44497" x="3611563" y="5727700"/>
          <p14:tracePt t="44509" x="3611563" y="5735638"/>
          <p14:tracePt t="44520" x="3611563" y="5745163"/>
          <p14:tracePt t="44531" x="3611563" y="5753100"/>
          <p14:tracePt t="44586" x="3611563" y="5761038"/>
          <p14:tracePt t="44609" x="3611563" y="5770563"/>
          <p14:tracePt t="44632" x="3594100" y="5770563"/>
          <p14:tracePt t="44655" x="3568700" y="5770563"/>
          <p14:tracePt t="44666" x="3543300" y="5770563"/>
          <p14:tracePt t="44677" x="3527425" y="5770563"/>
          <p14:tracePt t="44689" x="3502025" y="5770563"/>
          <p14:tracePt t="44700" x="3475038" y="5770563"/>
          <p14:tracePt t="44711" x="3433763" y="5770563"/>
          <p14:tracePt t="44722" x="3424238" y="5770563"/>
          <p14:tracePt t="44734" x="3365500" y="5770563"/>
          <p14:tracePt t="44745" x="3348038" y="5770563"/>
          <p14:tracePt t="44756" x="3289300" y="5770563"/>
          <p14:tracePt t="44767" x="3263900" y="5770563"/>
          <p14:tracePt t="44779" x="3221038" y="5770563"/>
          <p14:tracePt t="44790" x="3186113" y="5770563"/>
          <p14:tracePt t="44801" x="3152775" y="5770563"/>
          <p14:tracePt t="44813" x="3101975" y="5770563"/>
          <p14:tracePt t="44824" x="3067050" y="5761038"/>
          <p14:tracePt t="44835" x="3033713" y="5761038"/>
          <p14:tracePt t="44847" x="3008313" y="5761038"/>
          <p14:tracePt t="44857" x="2982913" y="5761038"/>
          <p14:tracePt t="44869" x="2957513" y="5761038"/>
          <p14:tracePt t="44880" x="2940050" y="5761038"/>
          <p14:tracePt t="44891" x="2914650" y="5761038"/>
          <p14:tracePt t="44902" x="2889250" y="5761038"/>
          <p14:tracePt t="44914" x="2881313" y="5761038"/>
          <p14:tracePt t="44925" x="2863850" y="5761038"/>
          <p14:tracePt t="44936" x="2830513" y="5761038"/>
          <p14:tracePt t="44947" x="2820988" y="5761038"/>
          <p14:tracePt t="44959" x="2787650" y="5761038"/>
          <p14:tracePt t="44970" x="2762250" y="5761038"/>
          <p14:tracePt t="44981" x="2727325" y="5770563"/>
          <p14:tracePt t="44992" x="2711450" y="5770563"/>
          <p14:tracePt t="45004" x="2686050" y="5770563"/>
          <p14:tracePt t="45015" x="2651125" y="5770563"/>
          <p14:tracePt t="45026" x="2643188" y="5770563"/>
          <p14:tracePt t="45093" x="2625725" y="5770563"/>
          <p14:tracePt t="45116" x="2617788" y="5770563"/>
          <p14:tracePt t="45127" x="2608263" y="5770563"/>
          <p14:tracePt t="45139" x="2600325" y="5770563"/>
          <p14:tracePt t="45150" x="2592388" y="5770563"/>
          <p14:tracePt t="45161" x="2582863" y="5770563"/>
          <p14:tracePt t="45475" x="2574925" y="5770563"/>
          <p14:tracePt t="45477" x="2549525" y="5770563"/>
          <p14:tracePt t="45487" x="2541588" y="5770563"/>
          <p14:tracePt t="45499" x="2516188" y="5770563"/>
          <p14:tracePt t="45510" x="2498725" y="5770563"/>
          <p14:tracePt t="45521" x="2473325" y="5761038"/>
          <p14:tracePt t="45532" x="2397125" y="5753100"/>
          <p14:tracePt t="45544" x="2293938" y="5735638"/>
          <p14:tracePt t="45555" x="2209800" y="5727700"/>
          <p14:tracePt t="45566" x="2124075" y="5719763"/>
          <p14:tracePt t="45577" x="2047875" y="5719763"/>
          <p14:tracePt t="45589" x="2039938" y="5719763"/>
          <p14:tracePt t="45600" x="2022475" y="5719763"/>
          <p14:tracePt t="45611" x="2014538" y="5719763"/>
          <p14:tracePt t="45634" x="2005013" y="5719763"/>
          <p14:tracePt t="45645" x="1997075" y="5719763"/>
          <p14:tracePt t="45656" x="1989138" y="5719763"/>
          <p14:tracePt t="45667" x="1954213" y="5719763"/>
          <p14:tracePt t="45679" x="1911350" y="5719763"/>
          <p14:tracePt t="45690" x="1878013" y="5719763"/>
          <p14:tracePt t="45701" x="1870075" y="5719763"/>
          <p14:tracePt t="45713" x="1835150" y="5719763"/>
          <p14:tracePt t="45724" x="1827213" y="5719763"/>
          <p14:tracePt t="45735" x="1819275" y="5719763"/>
          <p14:tracePt t="45746" x="1793875" y="5719763"/>
          <p14:tracePt t="45758" x="1758950" y="5719763"/>
          <p14:tracePt t="45769" x="1708150" y="5719763"/>
          <p14:tracePt t="45780" x="1665288" y="5719763"/>
          <p14:tracePt t="45791" x="1606550" y="5719763"/>
          <p14:tracePt t="45802" x="1581150" y="5710238"/>
          <p14:tracePt t="45814" x="1555750" y="5710238"/>
          <p14:tracePt t="45825" x="1530350" y="5702300"/>
          <p14:tracePt t="45836" x="1512888" y="5684838"/>
          <p14:tracePt t="45994" x="1530350" y="5684838"/>
          <p14:tracePt t="46005" x="1538288" y="5684838"/>
          <p14:tracePt t="46016" x="1555750" y="5684838"/>
          <p14:tracePt t="46027" x="1589088" y="5684838"/>
          <p14:tracePt t="46039" x="1631950" y="5684838"/>
          <p14:tracePt t="46050" x="1657350" y="5684838"/>
          <p14:tracePt t="46062" x="1690688" y="5684838"/>
          <p14:tracePt t="46084" x="1708150" y="5684838"/>
          <p14:tracePt t="46105" x="1725613" y="5676900"/>
          <p14:tracePt t="46117" x="1725613" y="5668963"/>
          <p14:tracePt t="46129" x="1716088" y="5659438"/>
          <p14:tracePt t="46151" x="1708150" y="5651500"/>
          <p14:tracePt t="46162" x="1708150" y="5641975"/>
          <p14:tracePt t="46174" x="1700213" y="5634038"/>
          <p14:tracePt t="46185" x="1700213" y="5626100"/>
          <p14:tracePt t="46197" x="1690688" y="5616575"/>
          <p14:tracePt t="46319" x="1682750" y="5608638"/>
          <p14:tracePt t="46331" x="1674813" y="5608638"/>
          <p14:tracePt t="46342" x="1665288" y="5608638"/>
          <p14:tracePt t="46365" x="1657350" y="5608638"/>
          <p14:tracePt t="46376" x="1649413" y="5608638"/>
          <p14:tracePt t="46387" x="1639888" y="5616575"/>
          <p14:tracePt t="46399" x="1639888" y="5626100"/>
          <p14:tracePt t="46421" x="1622425" y="5634038"/>
          <p14:tracePt t="46432" x="1614488" y="5641975"/>
          <p14:tracePt t="46455" x="1614488" y="5651500"/>
          <p14:tracePt t="46466" x="1606550" y="5659438"/>
          <p14:tracePt t="46478" x="1606550" y="5668963"/>
          <p14:tracePt t="46489" x="1597025" y="5676900"/>
          <p14:tracePt t="46555" x="1597025" y="5684838"/>
          <p14:tracePt t="46556" x="1597025" y="5694363"/>
          <p14:tracePt t="46567" x="1606550" y="5702300"/>
          <p14:tracePt t="46579" x="1614488" y="5710238"/>
          <p14:tracePt t="46590" x="1622425" y="5719763"/>
          <p14:tracePt t="46601" x="1631950" y="5719763"/>
          <p14:tracePt t="46612" x="1665288" y="5735638"/>
          <p14:tracePt t="46624" x="1716088" y="5761038"/>
          <p14:tracePt t="46635" x="1741488" y="5761038"/>
          <p14:tracePt t="46646" x="1784350" y="5761038"/>
          <p14:tracePt t="46657" x="1852613" y="5761038"/>
          <p14:tracePt t="46669" x="1938338" y="5761038"/>
          <p14:tracePt t="46680" x="2039938" y="5761038"/>
          <p14:tracePt t="46691" x="2133600" y="5761038"/>
          <p14:tracePt t="46702" x="2252663" y="5761038"/>
          <p14:tracePt t="46714" x="2336800" y="5761038"/>
          <p14:tracePt t="46725" x="2430463" y="5761038"/>
          <p14:tracePt t="46736" x="2516188" y="5761038"/>
          <p14:tracePt t="46747" x="2592388" y="5761038"/>
          <p14:tracePt t="46759" x="2651125" y="5761038"/>
          <p14:tracePt t="46770" x="2711450" y="5761038"/>
          <p14:tracePt t="46781" x="2752725" y="5745163"/>
          <p14:tracePt t="46792" x="2787650" y="5735638"/>
          <p14:tracePt t="46804" x="2805113" y="5735638"/>
          <p14:tracePt t="46815" x="2805113" y="5727700"/>
          <p14:tracePt t="46826" x="2813050" y="5719763"/>
          <p14:tracePt t="46960" x="2813050" y="5710238"/>
          <p14:tracePt t="46994" x="2813050" y="5694363"/>
          <p14:tracePt t="47096" x="2813050" y="5684838"/>
          <p14:tracePt t="47680" x="2813050" y="5676900"/>
          <p14:tracePt t="47682" x="2820988" y="5668963"/>
          <p14:tracePt t="47704" x="2830513" y="5651500"/>
          <p14:tracePt t="47715" x="2830513" y="5641975"/>
          <p14:tracePt t="47726" x="2838450" y="5626100"/>
          <p14:tracePt t="47737" x="2846388" y="5600700"/>
          <p14:tracePt t="47749" x="2855913" y="5549900"/>
          <p14:tracePt t="47761" x="2881313" y="5472113"/>
          <p14:tracePt t="47771" x="2914650" y="5353050"/>
          <p14:tracePt t="47782" x="2949575" y="5226050"/>
          <p14:tracePt t="47794" x="2982913" y="5064125"/>
          <p14:tracePt t="47805" x="3016250" y="4843463"/>
          <p14:tracePt t="47816" x="3041650" y="4597400"/>
          <p14:tracePt t="47827" x="3076575" y="4351338"/>
          <p14:tracePt t="47839" x="3109913" y="4079875"/>
          <p14:tracePt t="47850" x="3144838" y="3781425"/>
          <p14:tracePt t="47862" x="3178175" y="3449638"/>
          <p14:tracePt t="47873" x="3211513" y="3119438"/>
          <p14:tracePt t="47884" x="3246438" y="2762250"/>
          <p14:tracePt t="47895" x="3263900" y="2438400"/>
          <p14:tracePt t="47906" x="3297238" y="2141538"/>
          <p14:tracePt t="47917" x="3314700" y="1870075"/>
          <p14:tracePt t="47929" x="3322638" y="1690688"/>
          <p14:tracePt t="47940" x="3348038" y="1530350"/>
          <p14:tracePt t="47951" x="3365500" y="1385888"/>
          <p14:tracePt t="47962" x="3373438" y="1257300"/>
          <p14:tracePt t="47974" x="3373438" y="1130300"/>
          <p14:tracePt t="47985" x="3373438" y="985838"/>
          <p14:tracePt t="47996" x="3373438" y="849313"/>
          <p14:tracePt t="48007" x="3373438" y="704850"/>
          <p14:tracePt t="48019" x="3373438" y="569913"/>
          <p14:tracePt t="48030" x="3355975" y="450850"/>
          <p14:tracePt t="48041" x="3348038" y="347663"/>
          <p14:tracePt t="48052" x="3348038" y="296863"/>
          <p14:tracePt t="48064" x="3340100" y="280988"/>
          <p14:tracePt t="48075" x="3340100" y="271463"/>
          <p14:tracePt t="48356" x="3330575" y="271463"/>
          <p14:tracePt t="48367" x="3322638" y="271463"/>
          <p14:tracePt t="48379" x="3314700" y="271463"/>
          <p14:tracePt t="48390" x="3314700" y="280988"/>
          <p14:tracePt t="48401" x="3305175" y="280988"/>
          <p14:tracePt t="48413" x="3289300" y="288925"/>
          <p14:tracePt t="48424" x="3289300" y="296863"/>
          <p14:tracePt t="48435" x="3279775" y="306388"/>
          <p14:tracePt t="48446" x="3279775" y="314325"/>
          <p14:tracePt t="48457" x="3279775" y="322263"/>
          <p14:tracePt t="48469" x="3279775" y="331788"/>
          <p14:tracePt t="48502" x="3279775" y="339725"/>
          <p14:tracePt t="48514" x="3279775" y="347663"/>
          <p14:tracePt t="48525" x="3271838" y="347663"/>
          <p14:tracePt t="48536" x="3271838" y="357188"/>
          <p14:tracePt t="48547" x="3271838" y="365125"/>
          <p14:tracePt t="48559" x="3263900" y="374650"/>
          <p14:tracePt t="48570" x="3263900" y="390525"/>
          <p14:tracePt t="48582" x="3254375" y="400050"/>
          <p14:tracePt t="48593" x="3246438" y="415925"/>
          <p14:tracePt t="48604" x="3238500" y="425450"/>
          <p14:tracePt t="48615" x="3238500" y="433388"/>
          <p14:tracePt t="48647" x="3238500" y="441325"/>
          <p14:tracePt t="48670" x="3238500" y="450850"/>
          <p14:tracePt t="48672" x="3246438" y="458788"/>
          <p14:tracePt t="48682" x="3254375" y="458788"/>
          <p14:tracePt t="48694" x="3263900" y="466725"/>
          <p14:tracePt t="48705" x="3271838" y="476250"/>
          <p14:tracePt t="48716" x="3289300" y="484188"/>
          <p14:tracePt t="48728" x="3297238" y="492125"/>
          <p14:tracePt t="48739" x="3314700" y="492125"/>
          <p14:tracePt t="48750" x="3322638" y="501650"/>
          <p14:tracePt t="48761" x="3322638" y="509588"/>
          <p14:tracePt t="48772" x="3340100" y="527050"/>
          <p14:tracePt t="48784" x="3355975" y="552450"/>
          <p14:tracePt t="48795" x="3365500" y="552450"/>
          <p14:tracePt t="48806" x="3390900" y="569913"/>
          <p14:tracePt t="48817" x="3449638" y="577850"/>
          <p14:tracePt t="48829" x="3467100" y="577850"/>
          <p14:tracePt t="48840" x="3509963" y="577850"/>
          <p14:tracePt t="48851" x="3568700" y="577850"/>
          <p14:tracePt t="48862" x="3603625" y="577850"/>
          <p14:tracePt t="48874" x="3636963" y="577850"/>
          <p14:tracePt t="48896" x="3646488" y="577850"/>
          <p14:tracePt t="48907" x="3662363" y="577850"/>
          <p14:tracePt t="48930" x="3671888" y="577850"/>
          <p14:tracePt t="48941" x="3679825" y="577850"/>
          <p14:tracePt t="48964" x="3697288" y="577850"/>
          <p14:tracePt t="48975" x="3722688" y="577850"/>
          <p14:tracePt t="48986" x="3730625" y="577850"/>
          <p14:tracePt t="48997" x="3763963" y="577850"/>
          <p14:tracePt t="49010" x="3790950" y="577850"/>
          <p14:tracePt t="49020" x="3816350" y="577850"/>
          <p14:tracePt t="49031" x="3849688" y="577850"/>
          <p14:tracePt t="49043" x="3875088" y="577850"/>
          <p14:tracePt t="49054" x="3917950" y="577850"/>
          <p14:tracePt t="49065" x="3925888" y="577850"/>
          <p14:tracePt t="49076" x="3960813" y="577850"/>
          <p14:tracePt t="49087" x="3976688" y="577850"/>
          <p14:tracePt t="49099" x="3986213" y="577850"/>
          <p14:tracePt t="49110" x="4002088" y="577850"/>
          <p14:tracePt t="49154" x="4011613" y="577850"/>
          <p14:tracePt t="49222" x="4019550" y="569913"/>
          <p14:tracePt t="49234" x="4037013" y="560388"/>
          <p14:tracePt t="49245" x="4037013" y="552450"/>
          <p14:tracePt t="49256" x="4037013" y="544513"/>
          <p14:tracePt t="49267" x="4044950" y="534988"/>
          <p14:tracePt t="49279" x="4052888" y="527050"/>
          <p14:tracePt t="49302" x="4062413" y="509588"/>
          <p14:tracePt t="49312" x="4070350" y="484188"/>
          <p14:tracePt t="49324" x="4079875" y="458788"/>
          <p14:tracePt t="49335" x="4079875" y="450850"/>
          <p14:tracePt t="49346" x="4079875" y="433388"/>
          <p14:tracePt t="49358" x="4079875" y="415925"/>
          <p14:tracePt t="49369" x="4079875" y="400050"/>
          <p14:tracePt t="49380" x="4079875" y="382588"/>
          <p14:tracePt t="49391" x="4079875" y="374650"/>
          <p14:tracePt t="49402" x="4079875" y="365125"/>
          <p14:tracePt t="49414" x="4079875" y="357188"/>
          <p14:tracePt t="49425" x="4079875" y="347663"/>
          <p14:tracePt t="49436" x="4079875" y="339725"/>
          <p14:tracePt t="49447" x="4079875" y="331788"/>
          <p14:tracePt t="49470" x="4079875" y="322263"/>
          <p14:tracePt t="49481" x="4079875" y="314325"/>
          <p14:tracePt t="49493" x="4070350" y="306388"/>
          <p14:tracePt t="49504" x="4062413" y="296863"/>
          <p14:tracePt t="49515" x="4052888" y="288925"/>
          <p14:tracePt t="49526" x="4027488" y="271463"/>
          <p14:tracePt t="49537" x="4019550" y="263525"/>
          <p14:tracePt t="49549" x="4002088" y="246063"/>
          <p14:tracePt t="49560" x="3976688" y="238125"/>
          <p14:tracePt t="49571" x="3943350" y="230188"/>
          <p14:tracePt t="49582" x="3925888" y="230188"/>
          <p14:tracePt t="49594" x="3917950" y="230188"/>
          <p14:tracePt t="49605" x="3892550" y="230188"/>
          <p14:tracePt t="49616" x="3883025" y="230188"/>
          <p14:tracePt t="49627" x="3867150" y="230188"/>
          <p14:tracePt t="49639" x="3841750" y="230188"/>
          <p14:tracePt t="49650" x="3824288" y="230188"/>
          <p14:tracePt t="49661" x="3781425" y="230188"/>
          <p14:tracePt t="49672" x="3748088" y="230188"/>
          <p14:tracePt t="49684" x="3722688" y="230188"/>
          <p14:tracePt t="49695" x="3705225" y="230188"/>
          <p14:tracePt t="49706" x="3679825" y="230188"/>
          <p14:tracePt t="49717" x="3654425" y="230188"/>
          <p14:tracePt t="49729" x="3646488" y="230188"/>
          <p14:tracePt t="49740" x="3619500" y="230188"/>
          <p14:tracePt t="49751" x="3603625" y="230188"/>
          <p14:tracePt t="49762" x="3594100" y="230188"/>
          <p14:tracePt t="49774" x="3586163" y="230188"/>
          <p14:tracePt t="49785" x="3560763" y="230188"/>
          <p14:tracePt t="49796" x="3509963" y="230188"/>
          <p14:tracePt t="49819" x="3492500" y="230188"/>
          <p14:tracePt t="49830" x="3484563" y="230188"/>
          <p14:tracePt t="49842" x="3475038" y="238125"/>
          <p14:tracePt t="49852" x="3467100" y="238125"/>
          <p14:tracePt t="49875" x="3459163" y="246063"/>
          <p14:tracePt t="49886" x="3449638" y="246063"/>
          <p14:tracePt t="49897" x="3441700" y="246063"/>
          <p14:tracePt t="49909" x="3441700" y="255588"/>
          <p14:tracePt t="50312" x="3441700" y="263525"/>
          <p14:tracePt t="50324" x="3441700" y="271463"/>
          <p14:tracePt t="50336" x="3449638" y="280988"/>
          <p14:tracePt t="50347" x="3449638" y="296863"/>
          <p14:tracePt t="50370" x="3459163" y="314325"/>
          <p14:tracePt t="50381" x="3484563" y="339725"/>
          <p14:tracePt t="50392" x="3527425" y="390525"/>
          <p14:tracePt t="50404" x="3568700" y="425450"/>
          <p14:tracePt t="50415" x="3611563" y="492125"/>
          <p14:tracePt t="50426" x="3646488" y="544513"/>
          <p14:tracePt t="50437" x="3662363" y="569913"/>
          <p14:tracePt t="50460" x="3671888" y="620713"/>
          <p14:tracePt t="50471" x="3679825" y="646113"/>
          <p14:tracePt t="50482" x="3687763" y="663575"/>
          <p14:tracePt t="50494" x="3705225" y="671513"/>
          <p14:tracePt t="50505" x="3705225" y="679450"/>
          <p14:tracePt t="50516" x="3705225" y="688975"/>
          <p14:tracePt t="50527" x="3705225" y="696913"/>
          <p14:tracePt t="50550" x="3705225" y="704850"/>
          <p14:tracePt t="50561" x="3705225" y="714375"/>
          <p14:tracePt t="50572" x="3705225" y="730250"/>
          <p14:tracePt t="50584" x="3705225" y="739775"/>
          <p14:tracePt t="50595" x="3697288" y="747713"/>
          <p14:tracePt t="50606" x="3679825" y="755650"/>
          <p14:tracePt t="50617" x="3671888" y="765175"/>
          <p14:tracePt t="50629" x="3654425" y="765175"/>
          <p14:tracePt t="50640" x="3654425" y="773113"/>
          <p14:tracePt t="50785" x="3654425" y="765175"/>
          <p14:tracePt t="50797" x="3654425" y="755650"/>
          <p14:tracePt t="50809" x="3654425" y="739775"/>
          <p14:tracePt t="50831" x="3654425" y="730250"/>
          <p14:tracePt t="50842" x="3654425" y="722313"/>
          <p14:tracePt t="50876" x="3654425" y="714375"/>
          <p14:tracePt t="50887" x="3654425" y="704850"/>
          <p14:tracePt t="50899" x="3646488" y="696913"/>
          <p14:tracePt t="50910" x="3636963" y="679450"/>
          <p14:tracePt t="50922" x="3636963" y="671513"/>
          <p14:tracePt t="50955" x="3636963" y="663575"/>
          <p14:tracePt t="51079" x="3636963" y="671513"/>
          <p14:tracePt t="51090" x="3636963" y="679450"/>
          <p14:tracePt t="51112" x="3636963" y="688975"/>
          <p14:tracePt t="51124" x="3636963" y="704850"/>
          <p14:tracePt t="51135" x="3636963" y="714375"/>
          <p14:tracePt t="51147" x="3636963" y="739775"/>
          <p14:tracePt t="51157" x="3636963" y="747713"/>
          <p14:tracePt t="51180" x="3636963" y="755650"/>
          <p14:tracePt t="51270" x="3636963" y="730250"/>
          <p14:tracePt t="51281" x="3636963" y="722313"/>
          <p14:tracePt t="51304" x="3636963" y="714375"/>
          <p14:tracePt t="51315" x="3636963" y="696913"/>
          <p14:tracePt t="51326" x="3636963" y="679450"/>
          <p14:tracePt t="51337" x="3636963" y="654050"/>
          <p14:tracePt t="51349" x="3646488" y="620713"/>
          <p14:tracePt t="51360" x="3654425" y="603250"/>
          <p14:tracePt t="51371" x="3662363" y="585788"/>
          <p14:tracePt t="51382" x="3671888" y="560388"/>
          <p14:tracePt t="51394" x="3671888" y="552450"/>
          <p14:tracePt t="51405" x="3671888" y="544513"/>
          <p14:tracePt t="51416" x="3671888" y="527050"/>
          <p14:tracePt t="51427" x="3671888" y="519113"/>
          <p14:tracePt t="51450" x="3671888" y="501650"/>
          <p14:tracePt t="51505" x="3671888" y="492125"/>
          <p14:tracePt t="51507" x="3679825" y="492125"/>
          <p14:tracePt t="51517" x="3679825" y="484188"/>
          <p14:tracePt t="51529" x="3687763" y="484188"/>
          <p14:tracePt t="51541" x="3697288" y="476250"/>
          <p14:tracePt t="51551" x="3705225" y="476250"/>
          <p14:tracePt t="51562" x="3713163" y="476250"/>
          <p14:tracePt t="51574" x="3722688" y="476250"/>
          <p14:tracePt t="51585" x="3730625" y="476250"/>
          <p14:tracePt t="51596" x="3738563" y="476250"/>
          <p14:tracePt t="51608" x="3748088" y="466725"/>
          <p14:tracePt t="51810" x="3748088" y="476250"/>
          <p14:tracePt t="51821" x="3748088" y="484188"/>
          <p14:tracePt t="51832" x="3748088" y="492125"/>
          <p14:tracePt t="51932" x="3756025" y="501650"/>
          <p14:tracePt t="51955" x="3763963" y="501650"/>
          <p14:tracePt t="51967" x="3773488" y="501650"/>
          <p14:tracePt t="51979" x="3781425" y="501650"/>
          <p14:tracePt t="52001" x="3790950" y="501650"/>
          <p14:tracePt t="52012" x="3816350" y="501650"/>
          <p14:tracePt t="52046" x="3824288" y="501650"/>
          <p14:tracePt t="52057" x="3832225" y="492125"/>
          <p14:tracePt t="52080" x="3841750" y="484188"/>
          <p14:tracePt t="52091" x="3849688" y="484188"/>
          <p14:tracePt t="52102" x="3857625" y="476250"/>
          <p14:tracePt t="52125" x="3867150" y="466725"/>
          <p14:tracePt t="52136" x="3875088" y="458788"/>
          <p14:tracePt t="52157" x="3875088" y="450850"/>
          <p14:tracePt t="52170" x="3883025" y="441325"/>
          <p14:tracePt t="52181" x="3883025" y="433388"/>
          <p14:tracePt t="52204" x="3883025" y="425450"/>
          <p14:tracePt t="52215" x="3892550" y="415925"/>
          <p14:tracePt t="52226" x="3900488" y="415925"/>
          <p14:tracePt t="52238" x="3900488" y="400050"/>
          <p14:tracePt t="52249" x="3900488" y="390525"/>
          <p14:tracePt t="52271" x="3900488" y="382588"/>
          <p14:tracePt t="52282" x="3900488" y="374650"/>
          <p14:tracePt t="52294" x="3900488" y="365125"/>
          <p14:tracePt t="52316" x="3900488" y="357188"/>
          <p14:tracePt t="52339" x="3900488" y="347663"/>
          <p14:tracePt t="52350" x="3892550" y="347663"/>
          <p14:tracePt t="52361" x="3883025" y="347663"/>
          <p14:tracePt t="52373" x="3875088" y="339725"/>
          <p14:tracePt t="52439" x="3867150" y="339725"/>
          <p14:tracePt t="52462" x="3875088" y="347663"/>
          <p14:tracePt t="52474" x="3875088" y="357188"/>
          <p14:tracePt t="52485" x="3883025" y="357188"/>
          <p14:tracePt t="52496" x="3892550" y="357188"/>
          <p14:tracePt t="52507" x="3892550" y="365125"/>
          <p14:tracePt t="52519" x="3917950" y="382588"/>
          <p14:tracePt t="52530" x="3943350" y="382588"/>
          <p14:tracePt t="52542" x="3951288" y="400050"/>
          <p14:tracePt t="52552" x="3960813" y="400050"/>
          <p14:tracePt t="52564" x="3968750" y="400050"/>
          <p14:tracePt t="52720" x="3968750" y="407988"/>
          <p14:tracePt t="52722" x="3968750" y="415925"/>
          <p14:tracePt t="52732" x="3960813" y="425450"/>
          <p14:tracePt t="52744" x="3951288" y="425450"/>
          <p14:tracePt t="52755" x="3943350" y="425450"/>
          <p14:tracePt t="52766" x="3908425" y="450850"/>
          <p14:tracePt t="52777" x="3883025" y="458788"/>
          <p14:tracePt t="52789" x="3824288" y="476250"/>
          <p14:tracePt t="52800" x="3738563" y="509588"/>
          <p14:tracePt t="52811" x="3603625" y="544513"/>
          <p14:tracePt t="52823" x="3467100" y="585788"/>
          <p14:tracePt t="52834" x="3297238" y="620713"/>
          <p14:tracePt t="52845" x="3152775" y="654050"/>
          <p14:tracePt t="52856" x="3025775" y="714375"/>
          <p14:tracePt t="52867" x="2949575" y="755650"/>
          <p14:tracePt t="52879" x="2881313" y="808038"/>
          <p14:tracePt t="52890" x="2846388" y="833438"/>
          <p14:tracePt t="52902" x="2830513" y="841375"/>
          <p14:tracePt t="52924" x="2813050" y="866775"/>
          <p14:tracePt t="52935" x="2778125" y="874713"/>
          <p14:tracePt t="52946" x="2744788" y="884238"/>
          <p14:tracePt t="52957" x="2711450" y="892175"/>
          <p14:tracePt t="52969" x="2651125" y="900113"/>
          <p14:tracePt t="52980" x="2582863" y="917575"/>
          <p14:tracePt t="52991" x="2516188" y="942975"/>
          <p14:tracePt t="53002" x="2473325" y="960438"/>
          <p14:tracePt t="53014" x="2455863" y="977900"/>
          <p14:tracePt t="53025" x="2447925" y="985838"/>
          <p14:tracePt t="53036" x="2422525" y="1003300"/>
          <p14:tracePt t="53047" x="2397125" y="1011238"/>
          <p14:tracePt t="53059" x="2362200" y="1028700"/>
          <p14:tracePt t="53070" x="2319338" y="1028700"/>
          <p14:tracePt t="53081" x="2252663" y="1062038"/>
          <p14:tracePt t="53106" x="2200275" y="1087438"/>
          <p14:tracePt t="53115" x="2149475" y="1104900"/>
          <p14:tracePt t="53126" x="2116138" y="1130300"/>
          <p14:tracePt t="53137" x="2065338" y="1147763"/>
          <p14:tracePt t="53149" x="2055813" y="1147763"/>
          <p14:tracePt t="53160" x="2047875" y="1147763"/>
          <p14:tracePt t="53171" x="2030413" y="1147763"/>
          <p14:tracePt t="53182" x="2014538" y="1147763"/>
          <p14:tracePt t="53194" x="1997075" y="1147763"/>
          <p14:tracePt t="53205" x="1979613" y="1155700"/>
          <p14:tracePt t="53216" x="1971675" y="1163638"/>
          <p14:tracePt t="53227" x="1954213" y="1173163"/>
          <p14:tracePt t="53240" x="1946275" y="1181100"/>
          <p14:tracePt t="53250" x="1938338" y="1198563"/>
          <p14:tracePt t="53262" x="1928813" y="1206500"/>
          <p14:tracePt t="53273" x="1920875" y="1223963"/>
          <p14:tracePt t="53284" x="1911350" y="1223963"/>
          <p14:tracePt t="53295" x="1895475" y="1231900"/>
          <p14:tracePt t="53306" x="1878013" y="1241425"/>
          <p14:tracePt t="53317" x="1870075" y="1241425"/>
          <p14:tracePt t="53329" x="1844675" y="1257300"/>
          <p14:tracePt t="53340" x="1835150" y="1257300"/>
          <p14:tracePt t="53430" x="1870075" y="1257300"/>
          <p14:tracePt t="53452" x="1920875" y="1257300"/>
          <p14:tracePt t="53464" x="1938338" y="1257300"/>
          <p14:tracePt t="53486" x="1954213" y="1257300"/>
          <p14:tracePt t="53497" x="2022475" y="1257300"/>
          <p14:tracePt t="53509" x="2108200" y="1257300"/>
          <p14:tracePt t="53520" x="2278063" y="1257300"/>
          <p14:tracePt t="53531" x="2405063" y="1257300"/>
          <p14:tracePt t="53542" x="2532063" y="1257300"/>
          <p14:tracePt t="53554" x="2633663" y="1257300"/>
          <p14:tracePt t="53565" x="2719388" y="1257300"/>
          <p14:tracePt t="53577" x="2727325" y="1257300"/>
          <p14:tracePt t="53587" x="2752725" y="1241425"/>
          <p14:tracePt t="53599" x="2752725" y="1231900"/>
          <p14:tracePt t="53610" x="2752725" y="1198563"/>
          <p14:tracePt t="53622" x="2752725" y="1155700"/>
          <p14:tracePt t="53632" x="2744788" y="1096963"/>
          <p14:tracePt t="53644" x="2727325" y="1069975"/>
          <p14:tracePt t="53656" x="2693988" y="1036638"/>
          <p14:tracePt t="53666" x="2686050" y="1011238"/>
          <p14:tracePt t="53677" x="2676525" y="993775"/>
          <p14:tracePt t="53689" x="2676525" y="985838"/>
          <p14:tracePt t="53722" x="2676525" y="977900"/>
          <p14:tracePt t="53723" x="2676525" y="968375"/>
          <p14:tracePt t="53745" x="2668588" y="960438"/>
          <p14:tracePt t="53756" x="2668588" y="952500"/>
          <p14:tracePt t="53767" x="2668588" y="942975"/>
          <p14:tracePt t="53790" x="2660650" y="925513"/>
          <p14:tracePt t="53801" x="2660650" y="917575"/>
          <p14:tracePt t="53812" x="2651125" y="892175"/>
          <p14:tracePt t="53824" x="2651125" y="874713"/>
          <p14:tracePt t="53835" x="2651125" y="858838"/>
          <p14:tracePt t="53858" x="2651125" y="849313"/>
          <p14:tracePt t="53869" x="2651125" y="841375"/>
          <p14:tracePt t="53891" x="2676525" y="841375"/>
          <p14:tracePt t="53902" x="2719388" y="841375"/>
          <p14:tracePt t="53914" x="2805113" y="841375"/>
          <p14:tracePt t="53925" x="2889250" y="841375"/>
          <p14:tracePt t="53936" x="2990850" y="841375"/>
          <p14:tracePt t="53947" x="3084513" y="841375"/>
          <p14:tracePt t="53959" x="3186113" y="841375"/>
          <p14:tracePt t="53970" x="3271838" y="841375"/>
          <p14:tracePt t="53982" x="3330575" y="841375"/>
          <p14:tracePt t="53992" x="3398838" y="841375"/>
          <p14:tracePt t="54004" x="3441700" y="841375"/>
          <p14:tracePt t="54015" x="3459163" y="841375"/>
          <p14:tracePt t="54047" x="3459163" y="849313"/>
          <p14:tracePt t="54049" x="3449638" y="858838"/>
          <p14:tracePt t="54071" x="3424238" y="866775"/>
          <p14:tracePt t="54082" x="3416300" y="866775"/>
          <p14:tracePt t="54106" x="3365500" y="884238"/>
          <p14:tracePt t="54116" x="3305175" y="892175"/>
          <p14:tracePt t="54127" x="3271838" y="900113"/>
          <p14:tracePt t="54139" x="3211513" y="909638"/>
          <p14:tracePt t="54150" x="3076575" y="909638"/>
          <p14:tracePt t="54162" x="2932113" y="909638"/>
          <p14:tracePt t="54173" x="2820988" y="909638"/>
          <p14:tracePt t="54184" x="2711450" y="909638"/>
          <p14:tracePt t="54195" x="2625725" y="909638"/>
          <p14:tracePt t="54206" x="2541588" y="909638"/>
          <p14:tracePt t="54217" x="2481263" y="909638"/>
          <p14:tracePt t="54229" x="2438400" y="917575"/>
          <p14:tracePt t="54240" x="2405063" y="917575"/>
          <p14:tracePt t="54251" x="2371725" y="925513"/>
          <p14:tracePt t="54262" x="2336800" y="935038"/>
          <p14:tracePt t="54274" x="2303463" y="935038"/>
          <p14:tracePt t="54285" x="2278063" y="935038"/>
          <p14:tracePt t="54296" x="2235200" y="935038"/>
          <p14:tracePt t="54307" x="2192338" y="935038"/>
          <p14:tracePt t="54330" x="2159000" y="942975"/>
          <p14:tracePt t="54341" x="2124075" y="942975"/>
          <p14:tracePt t="54352" x="2090738" y="942975"/>
          <p14:tracePt t="54364" x="2055813" y="952500"/>
          <p14:tracePt t="54386" x="2039938" y="952500"/>
          <p14:tracePt t="54397" x="2030413" y="952500"/>
          <p14:tracePt t="54409" x="2030413" y="960438"/>
          <p14:tracePt t="54421" x="2022475" y="960438"/>
          <p14:tracePt t="54431" x="2005013" y="960438"/>
          <p14:tracePt t="54442" x="1997075" y="960438"/>
          <p14:tracePt t="54454" x="1946275" y="960438"/>
          <p14:tracePt t="54465" x="1911350" y="960438"/>
          <p14:tracePt t="54476" x="1878013" y="960438"/>
          <p14:tracePt t="54488" x="1844675" y="968375"/>
          <p14:tracePt t="54499" x="1827213" y="968375"/>
          <p14:tracePt t="54510" x="1801813" y="993775"/>
          <p14:tracePt t="54521" x="1784350" y="1003300"/>
          <p14:tracePt t="54532" x="1751013" y="1028700"/>
          <p14:tracePt t="54544" x="1716088" y="1044575"/>
          <p14:tracePt t="54555" x="1690688" y="1062038"/>
          <p14:tracePt t="54566" x="1649413" y="1079500"/>
          <p14:tracePt t="54577" x="1597025" y="1122363"/>
          <p14:tracePt t="54588" x="1546225" y="1147763"/>
          <p14:tracePt t="54600" x="1530350" y="1163638"/>
          <p14:tracePt t="54611" x="1520825" y="1163638"/>
          <p14:tracePt t="54678" x="1530350" y="1163638"/>
          <p14:tracePt t="54701" x="1555750" y="1163638"/>
          <p14:tracePt t="54712" x="1563688" y="1163638"/>
          <p14:tracePt t="54746" x="1589088" y="1155700"/>
          <p14:tracePt t="54757" x="1606550" y="1155700"/>
          <p14:tracePt t="54769" x="1622425" y="1155700"/>
          <p14:tracePt t="54780" x="1631950" y="1155700"/>
          <p14:tracePt t="54802" x="1639888" y="1155700"/>
          <p14:tracePt t="54814" x="1649413" y="1155700"/>
          <p14:tracePt t="54825" x="1665288" y="1155700"/>
          <p14:tracePt t="54836" x="1725613" y="1155700"/>
          <p14:tracePt t="54847" x="1776413" y="1155700"/>
          <p14:tracePt t="54859" x="1809750" y="1155700"/>
          <p14:tracePt t="54870" x="1878013" y="1155700"/>
          <p14:tracePt t="54881" x="1971675" y="1155700"/>
          <p14:tracePt t="54892" x="2073275" y="1155700"/>
          <p14:tracePt t="54904" x="2174875" y="1155700"/>
          <p14:tracePt t="54915" x="2268538" y="1155700"/>
          <p14:tracePt t="54926" x="2344738" y="1155700"/>
          <p14:tracePt t="54938" x="2405063" y="1155700"/>
          <p14:tracePt t="54949" x="2473325" y="1155700"/>
          <p14:tracePt t="54960" x="2532063" y="1155700"/>
          <p14:tracePt t="54971" x="2617788" y="1155700"/>
          <p14:tracePt t="54982" x="2701925" y="1155700"/>
          <p14:tracePt t="54994" x="2787650" y="1155700"/>
          <p14:tracePt t="55005" x="2871788" y="1155700"/>
          <p14:tracePt t="55016" x="2932113" y="1155700"/>
          <p14:tracePt t="55027" x="2974975" y="1155700"/>
          <p14:tracePt t="55039" x="2982913" y="1155700"/>
          <p14:tracePt t="55061" x="2990850" y="1155700"/>
          <p14:tracePt t="55072" x="3000375" y="1155700"/>
          <p14:tracePt t="55084" x="3008313" y="1155700"/>
          <p14:tracePt t="55095" x="3041650" y="1155700"/>
          <p14:tracePt t="55121" x="3084513" y="1155700"/>
          <p14:tracePt t="55803" x="3101975" y="1155700"/>
          <p14:tracePt t="55804" x="3109913" y="1155700"/>
          <p14:tracePt t="55815" x="3119438" y="1155700"/>
          <p14:tracePt t="55826" x="3135313" y="1147763"/>
          <p14:tracePt t="55838" x="3144838" y="1147763"/>
          <p14:tracePt t="55849" x="3170238" y="1112838"/>
          <p14:tracePt t="55860" x="3203575" y="1096963"/>
          <p14:tracePt t="55871" x="3279775" y="1062038"/>
          <p14:tracePt t="55882" x="3373438" y="1003300"/>
          <p14:tracePt t="55894" x="3484563" y="935038"/>
          <p14:tracePt t="55905" x="3586163" y="866775"/>
          <p14:tracePt t="55916" x="3662363" y="781050"/>
          <p14:tracePt t="55927" x="3730625" y="722313"/>
          <p14:tracePt t="55939" x="3773488" y="671513"/>
          <p14:tracePt t="55950" x="3816350" y="603250"/>
          <p14:tracePt t="55961" x="3824288" y="585788"/>
          <p14:tracePt t="55973" x="3841750" y="577850"/>
          <p14:tracePt t="55984" x="3857625" y="560388"/>
          <p14:tracePt t="55995" x="3917950" y="552450"/>
          <p14:tracePt t="56006" x="3951288" y="544513"/>
          <p14:tracePt t="56017" x="3994150" y="544513"/>
          <p14:tracePt t="56029" x="4019550" y="544513"/>
          <p14:tracePt t="56040" x="4062413" y="544513"/>
          <p14:tracePt t="56051" x="4105275" y="544513"/>
          <p14:tracePt t="56062" x="4146550" y="544513"/>
          <p14:tracePt t="56074" x="4181475" y="544513"/>
          <p14:tracePt t="56085" x="4206875" y="544513"/>
          <p14:tracePt t="56096" x="4224338" y="544513"/>
          <p14:tracePt t="56107" x="4240213" y="544513"/>
          <p14:tracePt t="56219" x="4232275" y="544513"/>
          <p14:tracePt t="56220" x="4224338" y="534988"/>
          <p14:tracePt t="56231" x="4214813" y="534988"/>
          <p14:tracePt t="56242" x="4206875" y="534988"/>
          <p14:tracePt t="56254" x="4197350" y="534988"/>
          <p14:tracePt t="56265" x="4171950" y="527050"/>
          <p14:tracePt t="56276" x="4138613" y="527050"/>
          <p14:tracePt t="56287" x="4105275" y="519113"/>
          <p14:tracePt t="56299" x="4079875" y="519113"/>
          <p14:tracePt t="56310" x="4052888" y="519113"/>
          <p14:tracePt t="56511" x="4062413" y="519113"/>
          <p14:tracePt t="56524" x="4095750" y="519113"/>
          <p14:tracePt t="56546" x="4130675" y="519113"/>
          <p14:tracePt t="56557" x="4146550" y="519113"/>
          <p14:tracePt t="56569" x="4206875" y="519113"/>
          <p14:tracePt t="56580" x="4257675" y="519113"/>
          <p14:tracePt t="56591" x="4316413" y="519113"/>
          <p14:tracePt t="56614" x="4394200" y="534988"/>
          <p14:tracePt t="56625" x="4435475" y="544513"/>
          <p14:tracePt t="56636" x="4486275" y="544513"/>
          <p14:tracePt t="56647" x="4513263" y="544513"/>
          <p14:tracePt t="56659" x="4521200" y="544513"/>
          <p14:tracePt t="56670" x="4529138" y="544513"/>
          <p14:tracePt t="56692" x="4538663" y="544513"/>
          <p14:tracePt t="56704" x="4564063" y="544513"/>
          <p14:tracePt t="56715" x="4589463" y="544513"/>
          <p14:tracePt t="56727" x="4614863" y="544513"/>
          <p14:tracePt t="56738" x="4630738" y="544513"/>
          <p14:tracePt t="56749" x="4673600" y="544513"/>
          <p14:tracePt t="56760" x="4699000" y="544513"/>
          <p14:tracePt t="56771" x="4733925" y="544513"/>
          <p14:tracePt t="56782" x="4767263" y="544513"/>
          <p14:tracePt t="56794" x="4775200" y="544513"/>
          <p14:tracePt t="56805" x="4802188" y="544513"/>
          <p14:tracePt t="56816" x="4810125" y="544513"/>
          <p14:tracePt t="56839" x="4818063" y="544513"/>
          <p14:tracePt t="56850" x="4827588" y="544513"/>
          <p14:tracePt t="56872" x="4835525" y="544513"/>
          <p14:tracePt t="56884" x="4843463" y="534988"/>
          <p14:tracePt t="56906" x="4852988" y="534988"/>
          <p14:tracePt t="56918" x="4860925" y="527050"/>
          <p14:tracePt t="56929" x="4868863" y="527050"/>
          <p14:tracePt t="56940" x="4878388" y="519113"/>
          <p14:tracePt t="56951" x="4886325" y="519113"/>
          <p14:tracePt t="56962" x="4894263" y="519113"/>
          <p14:tracePt t="56974" x="4919663" y="519113"/>
          <p14:tracePt t="56986" x="4946650" y="501650"/>
          <p14:tracePt t="56996" x="4972050" y="476250"/>
          <p14:tracePt t="57019" x="4979988" y="466725"/>
          <p14:tracePt t="57030" x="4987925" y="466725"/>
          <p14:tracePt t="57041" x="4987925" y="458788"/>
          <p14:tracePt t="57053" x="4987925" y="450850"/>
          <p14:tracePt t="57064" x="4997450" y="450850"/>
          <p14:tracePt t="57075" x="4997450" y="441325"/>
          <p14:tracePt t="57086" x="4997450" y="433388"/>
          <p14:tracePt t="57109" x="4997450" y="425450"/>
          <p14:tracePt t="57120" x="4997450" y="415925"/>
          <p14:tracePt t="57131" x="4997450" y="390525"/>
          <p14:tracePt t="57142" x="4997450" y="382588"/>
          <p14:tracePt t="57154" x="4997450" y="365125"/>
          <p14:tracePt t="57165" x="4997450" y="347663"/>
          <p14:tracePt t="57176" x="4997450" y="322263"/>
          <p14:tracePt t="57187" x="4997450" y="314325"/>
          <p14:tracePt t="57199" x="4997450" y="306388"/>
          <p14:tracePt t="57210" x="4997450" y="288925"/>
          <p14:tracePt t="57221" x="4987925" y="263525"/>
          <p14:tracePt t="57244" x="4962525" y="238125"/>
          <p14:tracePt t="57255" x="4946650" y="220663"/>
          <p14:tracePt t="57266" x="4919663" y="212725"/>
          <p14:tracePt t="57277" x="4852988" y="195263"/>
          <p14:tracePt t="57289" x="4775200" y="187325"/>
          <p14:tracePt t="57300" x="4708525" y="161925"/>
          <p14:tracePt t="57311" x="4657725" y="152400"/>
          <p14:tracePt t="57322" x="4622800" y="144463"/>
          <p14:tracePt t="57334" x="4605338" y="144463"/>
          <p14:tracePt t="57345" x="4597400" y="144463"/>
          <p14:tracePt t="57356" x="4589463" y="144463"/>
          <p14:tracePt t="57367" x="4579938" y="144463"/>
          <p14:tracePt t="57379" x="4572000" y="144463"/>
          <p14:tracePt t="57390" x="4546600" y="144463"/>
          <p14:tracePt t="57402" x="4521200" y="144463"/>
          <p14:tracePt t="57412" x="4478338" y="144463"/>
          <p14:tracePt t="57424" x="4427538" y="144463"/>
          <p14:tracePt t="57436" x="4402138" y="144463"/>
          <p14:tracePt t="57446" x="4384675" y="144463"/>
          <p14:tracePt t="57457" x="4376738" y="144463"/>
          <p14:tracePt t="57469" x="4368800" y="144463"/>
          <p14:tracePt t="57480" x="4351338" y="144463"/>
          <p14:tracePt t="57491" x="4341813" y="144463"/>
          <p14:tracePt t="57502" x="4333875" y="144463"/>
          <p14:tracePt t="57514" x="4325938" y="152400"/>
          <p14:tracePt t="57525" x="4308475" y="152400"/>
          <p14:tracePt t="57536" x="4291013" y="152400"/>
          <p14:tracePt t="57547" x="4275138" y="152400"/>
          <p14:tracePt t="57559" x="4265613" y="161925"/>
          <p14:tracePt t="57570" x="4257675" y="161925"/>
          <p14:tracePt t="57581" x="4249738" y="161925"/>
          <p14:tracePt t="57592" x="4240213" y="169863"/>
          <p14:tracePt t="57604" x="4224338" y="169863"/>
          <p14:tracePt t="57615" x="4206875" y="187325"/>
          <p14:tracePt t="57626" x="4206875" y="195263"/>
          <p14:tracePt t="57637" x="4189413" y="195263"/>
          <p14:tracePt t="57660" x="4181475" y="203200"/>
          <p14:tracePt t="57671" x="4181475" y="212725"/>
          <p14:tracePt t="57694" x="4181475" y="220663"/>
          <p14:tracePt t="57705" x="4181475" y="238125"/>
          <p14:tracePt t="57716" x="4171950" y="238125"/>
          <p14:tracePt t="57727" x="4171950" y="246063"/>
          <p14:tracePt t="57739" x="4171950" y="263525"/>
          <p14:tracePt t="57761" x="4171950" y="288925"/>
          <p14:tracePt t="57784" x="4171950" y="296863"/>
          <p14:tracePt t="57795" x="4171950" y="306388"/>
          <p14:tracePt t="57806" x="4171950" y="314325"/>
          <p14:tracePt t="57818" x="4171950" y="322263"/>
          <p14:tracePt t="57829" x="4171950" y="331788"/>
          <p14:tracePt t="57840" x="4171950" y="347663"/>
          <p14:tracePt t="57852" x="4171950" y="357188"/>
          <p14:tracePt t="57862" x="4171950" y="365125"/>
          <p14:tracePt t="57874" x="4171950" y="374650"/>
          <p14:tracePt t="57885" x="4171950" y="382588"/>
          <p14:tracePt t="57896" x="4171950" y="390525"/>
          <p14:tracePt t="57962" x="4171950" y="400050"/>
          <p14:tracePt t="58278" x="4171950" y="407988"/>
          <p14:tracePt t="59358" x="4181475" y="415925"/>
          <p14:tracePt t="59369" x="4181475" y="425450"/>
          <p14:tracePt t="59380" x="4181475" y="433388"/>
          <p14:tracePt t="59414" x="4181475" y="450850"/>
          <p14:tracePt t="59482" x="4181475" y="458788"/>
          <p14:tracePt t="60010" x="4181475" y="466725"/>
          <p14:tracePt t="60854" x="4189413" y="476250"/>
          <p14:tracePt t="60944" x="4197350" y="476250"/>
          <p14:tracePt t="60966" x="4197350" y="484188"/>
          <p14:tracePt t="60968" x="4206875" y="492125"/>
          <p14:tracePt t="60979" x="4214813" y="492125"/>
          <p14:tracePt t="60990" x="4224338" y="501650"/>
          <p14:tracePt t="61001" x="4232275" y="509588"/>
          <p14:tracePt t="61024" x="4249738" y="519113"/>
          <p14:tracePt t="61035" x="4257675" y="527050"/>
          <p14:tracePt t="61046" x="4283075" y="544513"/>
          <p14:tracePt t="61057" x="4316413" y="560388"/>
          <p14:tracePt t="61069" x="4351338" y="569913"/>
          <p14:tracePt t="61080" x="4384675" y="577850"/>
          <p14:tracePt t="61091" x="4402138" y="585788"/>
          <p14:tracePt t="61116" x="4419600" y="585788"/>
          <p14:tracePt t="61125" x="4427538" y="585788"/>
          <p14:tracePt t="61136" x="4435475" y="595313"/>
          <p14:tracePt t="61147" x="4452938" y="595313"/>
          <p14:tracePt t="61159" x="4470400" y="595313"/>
          <p14:tracePt t="61170" x="4495800" y="595313"/>
          <p14:tracePt t="61182" x="4503738" y="595313"/>
          <p14:tracePt t="61360" x="4513263" y="603250"/>
          <p14:tracePt t="61372" x="4513263" y="611188"/>
          <p14:tracePt t="61384" x="4513263" y="620713"/>
          <p14:tracePt t="61395" x="4495800" y="628650"/>
          <p14:tracePt t="61406" x="4495800" y="636588"/>
          <p14:tracePt t="61418" x="4486275" y="654050"/>
          <p14:tracePt t="61429" x="4452938" y="696913"/>
          <p14:tracePt t="61440" x="4427538" y="747713"/>
          <p14:tracePt t="61451" x="4402138" y="808038"/>
          <p14:tracePt t="61462" x="4394200" y="841375"/>
          <p14:tracePt t="61474" x="4376738" y="900113"/>
          <p14:tracePt t="61485" x="4341813" y="993775"/>
          <p14:tracePt t="61496" x="4308475" y="1104900"/>
          <p14:tracePt t="61507" x="4275138" y="1241425"/>
          <p14:tracePt t="61519" x="4224338" y="1401763"/>
          <p14:tracePt t="61530" x="4146550" y="1589088"/>
          <p14:tracePt t="61541" x="4079875" y="1793875"/>
          <p14:tracePt t="61552" x="3976688" y="2039938"/>
          <p14:tracePt t="61564" x="3900488" y="2303463"/>
          <p14:tracePt t="61575" x="3816350" y="2592388"/>
          <p14:tracePt t="61586" x="3748088" y="2846388"/>
          <p14:tracePt t="61598" x="3679825" y="3135313"/>
          <p14:tracePt t="61609" x="3611563" y="3416300"/>
          <p14:tracePt t="61620" x="3568700" y="3697288"/>
          <p14:tracePt t="61632" x="3517900" y="3976688"/>
          <p14:tracePt t="61642" x="3433763" y="4265613"/>
          <p14:tracePt t="61654" x="3365500" y="4546600"/>
          <p14:tracePt t="61666" x="3297238" y="4810125"/>
          <p14:tracePt t="61676" x="3221038" y="5038725"/>
          <p14:tracePt t="61687" x="3160713" y="5243513"/>
          <p14:tracePt t="61698" x="3127375" y="5413375"/>
          <p14:tracePt t="61710" x="3084513" y="5557838"/>
          <p14:tracePt t="61722" x="3051175" y="5676900"/>
          <p14:tracePt t="61733" x="3008313" y="5778500"/>
          <p14:tracePt t="61755" x="2974975" y="5864225"/>
          <p14:tracePt t="61766" x="2949575" y="5932488"/>
          <p14:tracePt t="61777" x="2932113" y="5973763"/>
          <p14:tracePt t="61789" x="2932113" y="5983288"/>
          <p14:tracePt t="61800" x="2922588" y="5999163"/>
          <p14:tracePt t="61811" x="2906713" y="6008688"/>
          <p14:tracePt t="61822" x="2897188" y="6016625"/>
          <p14:tracePt t="61834" x="2863850" y="6024563"/>
          <p14:tracePt t="61845" x="2838450" y="6024563"/>
          <p14:tracePt t="61856" x="2795588" y="6049963"/>
          <p14:tracePt t="61867" x="2752725" y="6084888"/>
          <p14:tracePt t="61879" x="2711450" y="6110288"/>
          <p14:tracePt t="61890" x="2686050" y="6135688"/>
          <p14:tracePt t="61902" x="2660650" y="6161088"/>
          <p14:tracePt t="61913" x="2608263" y="6203950"/>
          <p14:tracePt t="61924" x="2592388" y="6211888"/>
          <p14:tracePt t="61935" x="2574925" y="6221413"/>
          <p14:tracePt t="61946" x="2549525" y="6229350"/>
          <p14:tracePt t="61957" x="2532063" y="6229350"/>
          <p14:tracePt t="61969" x="2489200" y="6229350"/>
          <p14:tracePt t="61980" x="2447925" y="6229350"/>
          <p14:tracePt t="61991" x="2405063" y="6229350"/>
          <p14:tracePt t="62002" x="2371725" y="6229350"/>
          <p14:tracePt t="62014" x="2319338" y="6203950"/>
          <p14:tracePt t="62025" x="2293938" y="6186488"/>
          <p14:tracePt t="62036" x="2268538" y="6161088"/>
          <p14:tracePt t="62048" x="2252663" y="6102350"/>
          <p14:tracePt t="62059" x="2235200" y="6067425"/>
          <p14:tracePt t="62070" x="2217738" y="6042025"/>
          <p14:tracePt t="62082" x="2200275" y="6008688"/>
          <p14:tracePt t="62092" x="2192338" y="5983288"/>
          <p14:tracePt t="62115" x="2159000" y="5932488"/>
          <p14:tracePt t="62137" x="2149475" y="5915025"/>
          <p14:tracePt t="62149" x="2141538" y="5905500"/>
          <p14:tracePt t="62160" x="2133600" y="5905500"/>
          <p14:tracePt t="62175" x="2124075" y="5905500"/>
          <p14:tracePt t="62194" x="2116138" y="5905500"/>
          <p14:tracePt t="62205" x="2090738" y="5897563"/>
          <p14:tracePt t="62216" x="2022475" y="5880100"/>
          <p14:tracePt t="62227" x="1997075" y="5872163"/>
          <p14:tracePt t="62239" x="1971675" y="5864225"/>
          <p14:tracePt t="62250" x="1928813" y="5846763"/>
          <p14:tracePt t="62261" x="1885950" y="5829300"/>
          <p14:tracePt t="62273" x="1844675" y="5795963"/>
          <p14:tracePt t="62284" x="1776413" y="5778500"/>
          <p14:tracePt t="62295" x="1733550" y="5761038"/>
          <p14:tracePt t="62306" x="1700213" y="5753100"/>
          <p14:tracePt t="62317" x="1682750" y="5753100"/>
          <p14:tracePt t="62340" x="1674813" y="5745163"/>
          <p14:tracePt t="62429" x="1665288" y="5745163"/>
          <p14:tracePt t="62430" x="1649413" y="5745163"/>
          <p14:tracePt t="62441" x="1639888" y="5745163"/>
          <p14:tracePt t="62452" x="1631950" y="5745163"/>
          <p14:tracePt t="62519" x="1622425" y="5745163"/>
          <p14:tracePt t="62520" x="1614488" y="5745163"/>
          <p14:tracePt t="62531" x="1606550" y="5745163"/>
          <p14:tracePt t="62554" x="1597025" y="5745163"/>
          <p14:tracePt t="62565" x="1589088" y="5745163"/>
          <p14:tracePt t="62576" x="1581150" y="5735638"/>
          <p14:tracePt t="62587" x="1563688" y="5735638"/>
          <p14:tracePt t="62599" x="1530350" y="5727700"/>
          <p14:tracePt t="62621" x="1512888" y="5719763"/>
          <p14:tracePt t="62732" x="1512888" y="5710238"/>
          <p14:tracePt t="62755" x="1512888" y="5702300"/>
          <p14:tracePt t="62766" x="1512888" y="5694363"/>
          <p14:tracePt t="62768" x="1512888" y="5684838"/>
          <p14:tracePt t="62800" x="1512888" y="5676900"/>
          <p14:tracePt t="63351" x="1520825" y="5668963"/>
          <p14:tracePt t="64409" x="1530350" y="5668963"/>
          <p14:tracePt t="64454" x="1538288" y="5659438"/>
          <p14:tracePt t="64859" x="1546225" y="5659438"/>
          <p14:tracePt t="65309" x="1555750" y="5659438"/>
          <p14:tracePt t="65320" x="1563688" y="5659438"/>
          <p14:tracePt t="65331" x="1571625" y="5659438"/>
          <p14:tracePt t="65333" x="1581150" y="5659438"/>
          <p14:tracePt t="65444" x="1589088" y="5659438"/>
          <p14:tracePt t="65456" x="1597025" y="5659438"/>
          <p14:tracePt t="65467" x="1606550" y="5659438"/>
          <p14:tracePt t="65479" x="1614488" y="5659438"/>
          <p14:tracePt t="65501" x="1631950" y="5659438"/>
          <p14:tracePt t="65512" x="1639888" y="5659438"/>
          <p14:tracePt t="65524" x="1657350" y="5659438"/>
          <p14:tracePt t="65535" x="1665288" y="5659438"/>
          <p14:tracePt t="65557" x="1674813" y="5659438"/>
          <p14:tracePt t="65569" x="1682750" y="5659438"/>
          <p14:tracePt t="65580" x="1690688" y="5659438"/>
          <p14:tracePt t="65602" x="1716088" y="5659438"/>
          <p14:tracePt t="65614" x="1725613" y="5659438"/>
          <p14:tracePt t="65625" x="1751013" y="5659438"/>
          <p14:tracePt t="65636" x="1766888" y="5659438"/>
          <p14:tracePt t="65816" x="1784350" y="5659438"/>
          <p14:tracePt t="65839" x="1793875" y="5659438"/>
          <p14:tracePt t="65850" x="1801813" y="5659438"/>
          <p14:tracePt t="65861" x="1809750" y="5659438"/>
          <p14:tracePt t="65884" x="1819275" y="5659438"/>
          <p14:tracePt t="65895" x="1827213" y="5659438"/>
          <p14:tracePt t="65951" x="1835150" y="5659438"/>
          <p14:tracePt t="65972" x="1852613" y="5659438"/>
          <p14:tracePt t="65974" x="1852613" y="5668963"/>
          <p14:tracePt t="65985" x="1860550" y="5668963"/>
          <p14:tracePt t="65996" x="1870075" y="5668963"/>
          <p14:tracePt t="66007" x="1878013" y="5668963"/>
          <p14:tracePt t="66062" x="1885950" y="5668963"/>
          <p14:tracePt t="66064" x="1895475" y="5668963"/>
          <p14:tracePt t="66075" x="1903413" y="5676900"/>
          <p14:tracePt t="66086" x="1911350" y="5676900"/>
          <p14:tracePt t="66097" x="1920875" y="5694363"/>
          <p14:tracePt t="66113" x="1938338" y="5694363"/>
          <p14:tracePt t="66120" x="1979613" y="5694363"/>
          <p14:tracePt t="66131" x="1997075" y="5694363"/>
          <p14:tracePt t="66142" x="2022475" y="5702300"/>
          <p14:tracePt t="66154" x="2030413" y="5702300"/>
          <p14:tracePt t="66165" x="2039938" y="5702300"/>
          <p14:tracePt t="66176" x="2055813" y="5702300"/>
          <p14:tracePt t="66199" x="2098675" y="5702300"/>
          <p14:tracePt t="66210" x="2141538" y="5702300"/>
          <p14:tracePt t="66222" x="2200275" y="5702300"/>
          <p14:tracePt t="66232" x="2217738" y="5702300"/>
          <p14:tracePt t="66244" x="2260600" y="5702300"/>
          <p14:tracePt t="66255" x="2293938" y="5710238"/>
          <p14:tracePt t="66266" x="2336800" y="5710238"/>
          <p14:tracePt t="66278" x="2371725" y="5710238"/>
          <p14:tracePt t="66289" x="2405063" y="5710238"/>
          <p14:tracePt t="66300" x="2447925" y="5719763"/>
          <p14:tracePt t="66311" x="2489200" y="5727700"/>
          <p14:tracePt t="66323" x="2532063" y="5727700"/>
          <p14:tracePt t="66345" x="2582863" y="5727700"/>
          <p14:tracePt t="66356" x="2608263" y="5727700"/>
          <p14:tracePt t="66367" x="2651125" y="5727700"/>
          <p14:tracePt t="66379" x="2693988" y="5727700"/>
          <p14:tracePt t="66390" x="2701925" y="5727700"/>
          <p14:tracePt t="66402" x="2711450" y="5727700"/>
          <p14:tracePt t="66434" x="2719388" y="5727700"/>
          <p14:tracePt t="66435" x="2727325" y="5727700"/>
          <p14:tracePt t="66446" x="2736850" y="5727700"/>
          <p14:tracePt t="66480" x="2752725" y="5727700"/>
          <p14:tracePt t="66513" x="2762250" y="5727700"/>
          <p14:tracePt t="66535" x="2770188" y="5727700"/>
          <p14:tracePt t="66537" x="2778125" y="5735638"/>
          <p14:tracePt t="66547" x="2787650" y="5745163"/>
          <p14:tracePt t="66570" x="2795588" y="5745163"/>
          <p14:tracePt t="66581" x="2805113" y="5753100"/>
          <p14:tracePt t="66604" x="2838450" y="5753100"/>
          <p14:tracePt t="66615" x="2863850" y="5753100"/>
          <p14:tracePt t="66626" x="2881313" y="5753100"/>
          <p14:tracePt t="66637" x="2897188" y="5753100"/>
          <p14:tracePt t="66649" x="2906713" y="5753100"/>
          <p14:tracePt t="66661" x="2922588" y="5753100"/>
          <p14:tracePt t="66671" x="2932113" y="5753100"/>
          <p14:tracePt t="66682" x="2940050" y="5753100"/>
          <p14:tracePt t="66694" x="2949575" y="5753100"/>
          <p14:tracePt t="66705" x="2957513" y="5753100"/>
          <p14:tracePt t="66716" x="3008313" y="5770563"/>
          <p14:tracePt t="66728" x="3025775" y="5778500"/>
          <p14:tracePt t="66739" x="3051175" y="5788025"/>
          <p14:tracePt t="66750" x="3067050" y="5788025"/>
          <p14:tracePt t="66772" x="3094038" y="5795963"/>
          <p14:tracePt t="66784" x="3119438" y="5795963"/>
          <p14:tracePt t="66795" x="3152775" y="5795963"/>
          <p14:tracePt t="66806" x="3186113" y="5795963"/>
          <p14:tracePt t="66818" x="3228975" y="5795963"/>
          <p14:tracePt t="66829" x="3271838" y="5795963"/>
          <p14:tracePt t="66840" x="3305175" y="5795963"/>
          <p14:tracePt t="66851" x="3330575" y="5795963"/>
          <p14:tracePt t="66863" x="3340100" y="5795963"/>
          <p14:tracePt t="66874" x="3348038" y="5795963"/>
          <p14:tracePt t="66885" x="3365500" y="5795963"/>
          <p14:tracePt t="66896" x="3382963" y="5795963"/>
          <p14:tracePt t="66907" x="3390900" y="5795963"/>
          <p14:tracePt t="66919" x="3408363" y="5795963"/>
          <p14:tracePt t="66930" x="3424238" y="5795963"/>
          <p14:tracePt t="66941" x="3433763" y="5795963"/>
          <p14:tracePt t="66953" x="3441700" y="5795963"/>
          <p14:tracePt t="66985" x="3449638" y="5795963"/>
          <p14:tracePt t="67007" x="3459163" y="5795963"/>
          <p14:tracePt t="67009" x="3475038" y="5795963"/>
          <p14:tracePt t="67031" x="3484563" y="5795963"/>
          <p14:tracePt t="67043" x="3492500" y="5795963"/>
          <p14:tracePt t="67065" x="3502025" y="5795963"/>
          <p14:tracePt t="67109" x="3509963" y="5795963"/>
          <p14:tracePt t="67120" x="3517900" y="5795963"/>
          <p14:tracePt t="67132" x="3527425" y="5795963"/>
          <p14:tracePt t="67143" x="3535363" y="5795963"/>
          <p14:tracePt t="67187" x="3543300" y="5788025"/>
          <p14:tracePt t="67255" x="3543300" y="5778500"/>
          <p14:tracePt t="67301" x="3543300" y="5770563"/>
          <p14:tracePt t="67312" x="3543300" y="5761038"/>
          <p14:tracePt t="67324" x="3552825" y="5761038"/>
          <p14:tracePt t="67412" x="3560763" y="5761038"/>
          <p14:tracePt t="67414" x="3578225" y="5761038"/>
          <p14:tracePt t="67425" x="3586163" y="5761038"/>
          <p14:tracePt t="67436" x="3594100" y="5761038"/>
          <p14:tracePt t="67447" x="3603625" y="5761038"/>
          <p14:tracePt t="67459" x="3611563" y="5761038"/>
          <p14:tracePt t="67470" x="3629025" y="5761038"/>
          <p14:tracePt t="67482" x="3662363" y="5761038"/>
          <p14:tracePt t="67493" x="3671888" y="5761038"/>
          <p14:tracePt t="67504" x="3713163" y="5761038"/>
          <p14:tracePt t="67515" x="3738563" y="5761038"/>
          <p14:tracePt t="67527" x="3748088" y="5761038"/>
          <p14:tracePt t="67616" x="3756025" y="5761038"/>
          <p14:tracePt t="67628" x="3763963" y="5761038"/>
          <p14:tracePt t="67639" x="3773488" y="5761038"/>
          <p14:tracePt t="67727" x="3781425" y="5761038"/>
          <p14:tracePt t="67729" x="3790950" y="5761038"/>
          <p14:tracePt t="67751" x="3798888" y="5761038"/>
          <p14:tracePt t="67762" x="3816350" y="5761038"/>
          <p14:tracePt t="67785" x="3824288" y="5761038"/>
          <p14:tracePt t="67796" x="3832225" y="5761038"/>
          <p14:tracePt t="67819" x="3841750" y="5761038"/>
          <p14:tracePt t="67830" x="3849688" y="5761038"/>
          <p14:tracePt t="67841" x="3857625" y="5761038"/>
          <p14:tracePt t="67852" x="3892550" y="5761038"/>
          <p14:tracePt t="67864" x="3935413" y="5761038"/>
          <p14:tracePt t="67875" x="3960813" y="5761038"/>
          <p14:tracePt t="67886" x="4002088" y="5761038"/>
          <p14:tracePt t="67897" x="4037013" y="5761038"/>
          <p14:tracePt t="68009" x="4037013" y="5753100"/>
          <p14:tracePt t="68020" x="4037013" y="5745163"/>
          <p14:tracePt t="68065" x="4037013" y="5735638"/>
          <p14:tracePt t="68077" x="4037013" y="5727700"/>
          <p14:tracePt t="68089" x="4037013" y="5719763"/>
          <p14:tracePt t="68100" x="4037013" y="5702300"/>
          <p14:tracePt t="68111" x="4037013" y="5694363"/>
          <p14:tracePt t="68134" x="4037013" y="5676900"/>
          <p14:tracePt t="68145" x="4037013" y="5659438"/>
          <p14:tracePt t="68156" x="4037013" y="5641975"/>
          <p14:tracePt t="68167" x="4037013" y="5634038"/>
          <p14:tracePt t="68179" x="4037013" y="5616575"/>
          <p14:tracePt t="68201" x="4037013" y="5600700"/>
          <p14:tracePt t="68224" x="4037013" y="5583238"/>
          <p14:tracePt t="68235" x="4037013" y="5575300"/>
          <p14:tracePt t="68246" x="4037013" y="5565775"/>
          <p14:tracePt t="68257" x="4044950" y="5549900"/>
          <p14:tracePt t="68269" x="4052888" y="5524500"/>
          <p14:tracePt t="68291" x="4052888" y="5514975"/>
          <p14:tracePt t="68303" x="4052888" y="5507038"/>
          <p14:tracePt t="68314" x="4052888" y="5489575"/>
          <p14:tracePt t="68326" x="4052888" y="5481638"/>
          <p14:tracePt t="68336" x="4052888" y="5472113"/>
          <p14:tracePt t="68347" x="4052888" y="5456238"/>
          <p14:tracePt t="68359" x="4052888" y="5446713"/>
          <p14:tracePt t="68370" x="4052888" y="5438775"/>
          <p14:tracePt t="68381" x="4070350" y="5430838"/>
          <p14:tracePt t="68470" x="4070350" y="5421313"/>
          <p14:tracePt t="68472" x="4079875" y="5421313"/>
          <p14:tracePt t="68482" x="4087813" y="5421313"/>
          <p14:tracePt t="68494" x="4113213" y="5430838"/>
          <p14:tracePt t="68505" x="4121150" y="5430838"/>
          <p14:tracePt t="68516" x="4146550" y="5446713"/>
          <p14:tracePt t="68527" x="4206875" y="5456238"/>
          <p14:tracePt t="68539" x="4265613" y="5464175"/>
          <p14:tracePt t="68550" x="4316413" y="5472113"/>
          <p14:tracePt t="68561" x="4359275" y="5472113"/>
          <p14:tracePt t="68572" x="4384675" y="5472113"/>
          <p14:tracePt t="68584" x="4394200" y="5472113"/>
          <p14:tracePt t="68595" x="4427538" y="5472113"/>
          <p14:tracePt t="68606" x="4452938" y="5472113"/>
          <p14:tracePt t="68617" x="4503738" y="5472113"/>
          <p14:tracePt t="68629" x="4564063" y="5472113"/>
          <p14:tracePt t="68640" x="4605338" y="5472113"/>
          <p14:tracePt t="68651" x="4640263" y="5472113"/>
          <p14:tracePt t="68662" x="4683125" y="5472113"/>
          <p14:tracePt t="68674" x="4724400" y="5464175"/>
          <p14:tracePt t="68685" x="4784725" y="5456238"/>
          <p14:tracePt t="68696" x="4860925" y="5456238"/>
          <p14:tracePt t="68707" x="4929188" y="5456238"/>
          <p14:tracePt t="68719" x="5005388" y="5456238"/>
          <p14:tracePt t="68730" x="5091113" y="5456238"/>
          <p14:tracePt t="68742" x="5175250" y="5456238"/>
          <p14:tracePt t="68752" x="5268913" y="5456238"/>
          <p14:tracePt t="68764" x="5353050" y="5438775"/>
          <p14:tracePt t="68776" x="5430838" y="5430838"/>
          <p14:tracePt t="68786" x="5489575" y="5421313"/>
          <p14:tracePt t="68797" x="5524500" y="5421313"/>
          <p14:tracePt t="68864" x="5532438" y="5421313"/>
          <p14:tracePt t="68865" x="5540375" y="5421313"/>
          <p14:tracePt t="68876" x="5549900" y="5421313"/>
          <p14:tracePt t="68899" x="5557838" y="5421313"/>
          <p14:tracePt t="68910" x="5565775" y="5421313"/>
          <p14:tracePt t="68921" x="5575300" y="5421313"/>
          <p14:tracePt t="68932" x="5600700" y="5430838"/>
          <p14:tracePt t="68944" x="5608638" y="5430838"/>
          <p14:tracePt t="68976" x="5616575" y="5430838"/>
          <p14:tracePt t="68987" x="5616575" y="5438775"/>
          <p14:tracePt t="68988" x="5616575" y="5446713"/>
          <p14:tracePt t="69000" x="5600700" y="5456238"/>
          <p14:tracePt t="69022" x="5600700" y="5464175"/>
          <p14:tracePt t="69034" x="5591175" y="5481638"/>
          <p14:tracePt t="69045" x="5591175" y="5489575"/>
          <p14:tracePt t="69056" x="5583238" y="5514975"/>
          <p14:tracePt t="69067" x="5575300" y="5540375"/>
          <p14:tracePt t="69092" x="5557838" y="5565775"/>
          <p14:tracePt t="69101" x="5549900" y="5591175"/>
          <p14:tracePt t="69112" x="5549900" y="5608638"/>
          <p14:tracePt t="69124" x="5532438" y="5616575"/>
          <p14:tracePt t="69135" x="5514975" y="5634038"/>
          <p14:tracePt t="69146" x="5507038" y="5651500"/>
          <p14:tracePt t="69158" x="5497513" y="5676900"/>
          <p14:tracePt t="69180" x="5497513" y="5684838"/>
          <p14:tracePt t="69192" x="5497513" y="5694363"/>
          <p14:tracePt t="69202" x="5497513" y="5710238"/>
          <p14:tracePt t="69214" x="5497513" y="5727700"/>
          <p14:tracePt t="69225" x="5497513" y="5735638"/>
          <p14:tracePt t="69237" x="5497513" y="5745163"/>
          <p14:tracePt t="69247" x="5497513" y="5753100"/>
          <p14:tracePt t="69270" x="5481638" y="5761038"/>
          <p14:tracePt t="69282" x="5472113" y="5770563"/>
          <p14:tracePt t="69293" x="5472113" y="5778500"/>
          <p14:tracePt t="69304" x="5464175" y="5778500"/>
          <p14:tracePt t="69315" x="5456238" y="5788025"/>
          <p14:tracePt t="69326" x="5446713" y="5803900"/>
          <p14:tracePt t="69337" x="5438775" y="5803900"/>
          <p14:tracePt t="69349" x="5421313" y="5813425"/>
          <p14:tracePt t="69360" x="5413375" y="5821363"/>
          <p14:tracePt t="69371" x="5395913" y="5821363"/>
          <p14:tracePt t="69382" x="5362575" y="5838825"/>
          <p14:tracePt t="69394" x="5327650" y="5838825"/>
          <p14:tracePt t="69405" x="5311775" y="5838825"/>
          <p14:tracePt t="69416" x="5268913" y="5838825"/>
          <p14:tracePt t="69427" x="5192713" y="5838825"/>
          <p14:tracePt t="69439" x="5132388" y="5838825"/>
          <p14:tracePt t="69450" x="5081588" y="5838825"/>
          <p14:tracePt t="69461" x="5030788" y="5838825"/>
          <p14:tracePt t="69472" x="5005388" y="5838825"/>
          <p14:tracePt t="69484" x="4987925" y="5838825"/>
          <p14:tracePt t="69495" x="4972050" y="5838825"/>
          <p14:tracePt t="69506" x="4946650" y="5846763"/>
          <p14:tracePt t="69518" x="4919663" y="5846763"/>
          <p14:tracePt t="69529" x="4878388" y="5846763"/>
          <p14:tracePt t="69540" x="4835525" y="5846763"/>
          <p14:tracePt t="69551" x="4802188" y="5846763"/>
          <p14:tracePt t="69562" x="4759325" y="5846763"/>
          <p14:tracePt t="69574" x="4699000" y="5846763"/>
          <p14:tracePt t="69585" x="4648200" y="5846763"/>
          <p14:tracePt t="69596" x="4597400" y="5846763"/>
          <p14:tracePt t="69608" x="4538663" y="5854700"/>
          <p14:tracePt t="69619" x="4495800" y="5864225"/>
          <p14:tracePt t="69630" x="4460875" y="5872163"/>
          <p14:tracePt t="69641" x="4435475" y="5880100"/>
          <p14:tracePt t="69652" x="4419600" y="5897563"/>
          <p14:tracePt t="69664" x="4394200" y="5905500"/>
          <p14:tracePt t="69675" x="4368800" y="5922963"/>
          <p14:tracePt t="69686" x="4341813" y="5932488"/>
          <p14:tracePt t="69697" x="4316413" y="5940425"/>
          <p14:tracePt t="69708" x="4308475" y="5948363"/>
          <p14:tracePt t="69720" x="4291013" y="5948363"/>
          <p14:tracePt t="69731" x="4283075" y="5948363"/>
          <p14:tracePt t="69786" x="4275138" y="5948363"/>
          <p14:tracePt t="69788" x="4257675" y="5948363"/>
          <p14:tracePt t="69810" x="4249738" y="5940425"/>
          <p14:tracePt t="69822" x="4240213" y="5940425"/>
          <p14:tracePt t="69844" x="4224338" y="5932488"/>
          <p14:tracePt t="69855" x="4214813" y="5932488"/>
          <p14:tracePt t="69866" x="4197350" y="5932488"/>
          <p14:tracePt t="69877" x="4156075" y="5922963"/>
          <p14:tracePt t="69889" x="4113213" y="5922963"/>
          <p14:tracePt t="69900" x="4095750" y="5915025"/>
          <p14:tracePt t="69911" x="4087813" y="5915025"/>
          <p14:tracePt t="69934" x="4087813" y="5905500"/>
          <p14:tracePt t="69945" x="4087813" y="5897563"/>
          <p14:tracePt t="69979" x="4087813" y="5889625"/>
          <p14:tracePt t="70011" x="4079875" y="5880100"/>
          <p14:tracePt t="70013" x="4070350" y="5880100"/>
          <p14:tracePt t="70024" x="4062413" y="5880100"/>
          <p14:tracePt t="70113" x="4062413" y="5872163"/>
          <p14:tracePt t="70114" x="4052888" y="5872163"/>
          <p14:tracePt t="70125" x="4044950" y="5872163"/>
          <p14:tracePt t="70136" x="4044950" y="5864225"/>
          <p14:tracePt t="70236" x="4037013" y="5864225"/>
          <p14:tracePt t="70247" x="4019550" y="5864225"/>
          <p14:tracePt t="70270" x="4011613" y="5864225"/>
          <p14:tracePt t="71429" x="3994150" y="5864225"/>
          <p14:tracePt t="71431" x="3986213" y="5864225"/>
          <p14:tracePt t="71441" x="3968750" y="5864225"/>
          <p14:tracePt t="71452" x="3960813" y="5864225"/>
          <p14:tracePt t="71464" x="3943350" y="5864225"/>
          <p14:tracePt t="71475" x="3925888" y="5864225"/>
          <p14:tracePt t="71486" x="3900488" y="5864225"/>
          <p14:tracePt t="71497" x="3883025" y="5864225"/>
          <p14:tracePt t="71509" x="3857625" y="5864225"/>
          <p14:tracePt t="71520" x="3841750" y="5864225"/>
          <p14:tracePt t="71531" x="3798888" y="5864225"/>
          <p14:tracePt t="71542" x="3738563" y="5864225"/>
          <p14:tracePt t="71554" x="3713163" y="5864225"/>
          <p14:tracePt t="71565" x="3662363" y="5846763"/>
          <p14:tracePt t="71576" x="3611563" y="5829300"/>
          <p14:tracePt t="71587" x="3552825" y="5821363"/>
          <p14:tracePt t="71599" x="3492500" y="5813425"/>
          <p14:tracePt t="71610" x="3433763" y="5803900"/>
          <p14:tracePt t="71621" x="3373438" y="5803900"/>
          <p14:tracePt t="71632" x="3305175" y="5795963"/>
          <p14:tracePt t="71644" x="3228975" y="5788025"/>
          <p14:tracePt t="71656" x="3144838" y="5770563"/>
          <p14:tracePt t="71666" x="3067050" y="5761038"/>
          <p14:tracePt t="71677" x="3000375" y="5753100"/>
          <p14:tracePt t="71689" x="2922588" y="5745163"/>
          <p14:tracePt t="71700" x="2863850" y="5727700"/>
          <p14:tracePt t="71711" x="2805113" y="5719763"/>
          <p14:tracePt t="71723" x="2762250" y="5710238"/>
          <p14:tracePt t="71734" x="2727325" y="5710238"/>
          <p14:tracePt t="71745" x="2686050" y="5702300"/>
          <p14:tracePt t="71757" x="2651125" y="5694363"/>
          <p14:tracePt t="71767" x="2617788" y="5694363"/>
          <p14:tracePt t="71779" x="2592388" y="5694363"/>
          <p14:tracePt t="71790" x="2574925" y="5694363"/>
          <p14:tracePt t="71801" x="2557463" y="5694363"/>
          <p14:tracePt t="71812" x="2549525" y="5694363"/>
          <p14:tracePt t="71824" x="2532063" y="5694363"/>
          <p14:tracePt t="71835" x="2498725" y="5694363"/>
          <p14:tracePt t="71846" x="2473325" y="5694363"/>
          <p14:tracePt t="71857" x="2438400" y="5694363"/>
          <p14:tracePt t="71869" x="2405063" y="5694363"/>
          <p14:tracePt t="71880" x="2362200" y="5694363"/>
          <p14:tracePt t="71891" x="2319338" y="5694363"/>
          <p14:tracePt t="71902" x="2293938" y="5694363"/>
          <p14:tracePt t="71914" x="2286000" y="5694363"/>
          <p14:tracePt t="71935" x="2286000" y="5702300"/>
          <p14:tracePt t="71936" x="2278063" y="5702300"/>
          <p14:tracePt t="71948" x="2268538" y="5710238"/>
          <p14:tracePt t="71970" x="2252663" y="5710238"/>
          <p14:tracePt t="71981" x="2243138" y="5710238"/>
          <p14:tracePt t="71992" x="2243138" y="5719763"/>
          <p14:tracePt t="72004" x="2227263" y="5727700"/>
          <p14:tracePt t="72015" x="2217738" y="5727700"/>
          <p14:tracePt t="72037" x="2209800" y="5735638"/>
          <p14:tracePt t="72049" x="2200275" y="5745163"/>
          <p14:tracePt t="72060" x="2200275" y="5753100"/>
          <p14:tracePt t="72071" x="2192338" y="5753100"/>
          <p14:tracePt t="72082" x="2192338" y="5761038"/>
          <p14:tracePt t="72094" x="2192338" y="5770563"/>
          <p14:tracePt t="72106" x="2184400" y="5778500"/>
          <p14:tracePt t="72116" x="2184400" y="5788025"/>
          <p14:tracePt t="72127" x="2184400" y="5795963"/>
          <p14:tracePt t="72250" x="2184400" y="5788025"/>
          <p14:tracePt t="72252" x="2184400" y="5778500"/>
          <p14:tracePt t="72274" x="2184400" y="5770563"/>
          <p14:tracePt t="72296" x="2184400" y="5761038"/>
          <p14:tracePt t="72319" x="2184400" y="5745163"/>
          <p14:tracePt t="72330" x="2192338" y="5694363"/>
          <p14:tracePt t="72341" x="2192338" y="5641975"/>
          <p14:tracePt t="72352" x="2200275" y="5616575"/>
          <p14:tracePt t="72364" x="2200275" y="5583238"/>
          <p14:tracePt t="72375" x="2200275" y="5540375"/>
          <p14:tracePt t="72386" x="2200275" y="5497513"/>
          <p14:tracePt t="72397" x="2200275" y="5464175"/>
          <p14:tracePt t="72409" x="2200275" y="5446713"/>
          <p14:tracePt t="72420" x="2200275" y="5438775"/>
          <p14:tracePt t="72431" x="2200275" y="5413375"/>
          <p14:tracePt t="72443" x="2200275" y="5405438"/>
          <p14:tracePt t="72454" x="2192338" y="5405438"/>
          <p14:tracePt t="72465" x="2192338" y="5387975"/>
          <p14:tracePt t="72634" x="2192338" y="5395913"/>
          <p14:tracePt t="72645" x="2192338" y="5405438"/>
          <p14:tracePt t="72656" x="2192338" y="5413375"/>
          <p14:tracePt t="72667" x="2184400" y="5421313"/>
          <p14:tracePt t="72679" x="2184400" y="5438775"/>
          <p14:tracePt t="72690" x="2174875" y="5464175"/>
          <p14:tracePt t="72712" x="2174875" y="5481638"/>
          <p14:tracePt t="72724" x="2174875" y="5514975"/>
          <p14:tracePt t="72735" x="2174875" y="5524500"/>
          <p14:tracePt t="72746" x="2174875" y="5540375"/>
          <p14:tracePt t="72758" x="2174875" y="5549900"/>
          <p14:tracePt t="72769" x="2174875" y="5565775"/>
          <p14:tracePt t="72780" x="2174875" y="5583238"/>
          <p14:tracePt t="72791" x="2174875" y="5600700"/>
          <p14:tracePt t="72802" x="2174875" y="5626100"/>
          <p14:tracePt t="72814" x="2174875" y="5651500"/>
          <p14:tracePt t="72825" x="2174875" y="5659438"/>
          <p14:tracePt t="72836" x="2166938" y="5684838"/>
          <p14:tracePt t="72847" x="2166938" y="5710238"/>
          <p14:tracePt t="72859" x="2166938" y="5727700"/>
          <p14:tracePt t="72870" x="2166938" y="5753100"/>
          <p14:tracePt t="72881" x="2166938" y="5761038"/>
          <p14:tracePt t="72915" x="2166938" y="5770563"/>
          <p14:tracePt t="72926" x="2166938" y="5778500"/>
          <p14:tracePt t="72938" x="2166938" y="5788025"/>
          <p14:tracePt t="72960" x="2166938" y="5795963"/>
          <p14:tracePt t="72972" x="2166938" y="5803900"/>
          <p14:tracePt t="72994" x="2166938" y="5813425"/>
          <p14:tracePt t="73026" x="2166938" y="5821363"/>
          <p14:tracePt t="73028" x="2166938" y="5829300"/>
          <p14:tracePt t="73050" x="2166938" y="5838825"/>
          <p14:tracePt t="73758" x="2166938" y="5846763"/>
          <p14:tracePt t="73984" x="2166938" y="5838825"/>
          <p14:tracePt t="73995" x="2166938" y="5829300"/>
          <p14:tracePt t="74006" x="2166938" y="5821363"/>
          <p14:tracePt t="74018" x="2166938" y="5813425"/>
          <p14:tracePt t="74029" x="2174875" y="5803900"/>
          <p14:tracePt t="74040" x="2174875" y="5795963"/>
          <p14:tracePt t="74051" x="2192338" y="5778500"/>
          <p14:tracePt t="74062" x="2209800" y="5778500"/>
          <p14:tracePt t="74074" x="2235200" y="5770563"/>
          <p14:tracePt t="74085" x="2268538" y="5770563"/>
          <p14:tracePt t="74104" x="2311400" y="5770563"/>
          <p14:tracePt t="74108" x="2362200" y="5770563"/>
          <p14:tracePt t="74119" x="2397125" y="5770563"/>
          <p14:tracePt t="74130" x="2463800" y="5770563"/>
          <p14:tracePt t="74142" x="2574925" y="5770563"/>
          <p14:tracePt t="74152" x="2701925" y="5770563"/>
          <p14:tracePt t="74164" x="2813050" y="5770563"/>
          <p14:tracePt t="74175" x="2914650" y="5770563"/>
          <p14:tracePt t="74187" x="2982913" y="5770563"/>
          <p14:tracePt t="74198" x="3041650" y="5770563"/>
          <p14:tracePt t="74209" x="3101975" y="5770563"/>
          <p14:tracePt t="74221" x="3160713" y="5770563"/>
          <p14:tracePt t="74231" x="3228975" y="5770563"/>
          <p14:tracePt t="74243" x="3330575" y="5770563"/>
          <p14:tracePt t="74254" x="3459163" y="5770563"/>
          <p14:tracePt t="74265" x="3629025" y="5770563"/>
          <p14:tracePt t="74276" x="3857625" y="5770563"/>
          <p14:tracePt t="74287" x="4095750" y="5770563"/>
          <p14:tracePt t="74299" x="4351338" y="5770563"/>
          <p14:tracePt t="74310" x="4589463" y="5770563"/>
          <p14:tracePt t="74321" x="4792663" y="5770563"/>
          <p14:tracePt t="74332" x="4997450" y="5770563"/>
          <p14:tracePt t="74344" x="5124450" y="5770563"/>
          <p14:tracePt t="74355" x="5192713" y="5770563"/>
          <p14:tracePt t="74366" x="5260975" y="5770563"/>
          <p14:tracePt t="74377" x="5311775" y="5770563"/>
          <p14:tracePt t="74400" x="5337175" y="5770563"/>
          <p14:tracePt t="74411" x="5345113" y="5753100"/>
          <p14:tracePt t="74759" x="5337175" y="5753100"/>
          <p14:tracePt t="74761" x="5311775" y="5753100"/>
          <p14:tracePt t="74771" x="5302250" y="5753100"/>
          <p14:tracePt t="74782" x="5260975" y="5753100"/>
          <p14:tracePt t="74794" x="5226050" y="5753100"/>
          <p14:tracePt t="74805" x="5157788" y="5753100"/>
          <p14:tracePt t="74816" x="5030788" y="5753100"/>
          <p14:tracePt t="74828" x="4878388" y="5761038"/>
          <p14:tracePt t="74839" x="4724400" y="5770563"/>
          <p14:tracePt t="74850" x="4579938" y="5788025"/>
          <p14:tracePt t="74861" x="4452938" y="5795963"/>
          <p14:tracePt t="74872" x="4351338" y="5821363"/>
          <p14:tracePt t="74884" x="4249738" y="5829300"/>
          <p14:tracePt t="74895" x="4138613" y="5854700"/>
          <p14:tracePt t="74906" x="4011613" y="5864225"/>
          <p14:tracePt t="74917" x="3867150" y="5872163"/>
          <p14:tracePt t="74929" x="3687763" y="5889625"/>
          <p14:tracePt t="74940" x="3535363" y="5897563"/>
          <p14:tracePt t="74951" x="3382963" y="5897563"/>
          <p14:tracePt t="74963" x="3238500" y="5915025"/>
          <p14:tracePt t="74974" x="3127375" y="5922963"/>
          <p14:tracePt t="74985" x="3025775" y="5932488"/>
          <p14:tracePt t="74996" x="2949575" y="5957888"/>
          <p14:tracePt t="75007" x="2906713" y="5965825"/>
          <p14:tracePt t="75019" x="2871788" y="5983288"/>
          <p14:tracePt t="75030" x="2838450" y="5999163"/>
          <p14:tracePt t="75042" x="2795588" y="6016625"/>
          <p14:tracePt t="75053" x="2778125" y="6024563"/>
          <p14:tracePt t="75064" x="2744788" y="6034088"/>
          <p14:tracePt t="75075" x="2711450" y="6042025"/>
          <p14:tracePt t="75087" x="2676525" y="6049963"/>
          <p14:tracePt t="75097" x="2643188" y="6049963"/>
          <p14:tracePt t="75120" x="2582863" y="6049963"/>
          <p14:tracePt t="75131" x="2541588" y="6049963"/>
          <p14:tracePt t="75142" x="2506663" y="6049963"/>
          <p14:tracePt t="75154" x="2463800" y="6049963"/>
          <p14:tracePt t="75165" x="2397125" y="6049963"/>
          <p14:tracePt t="75176" x="2336800" y="6049963"/>
          <p14:tracePt t="75187" x="2278063" y="6049963"/>
          <p14:tracePt t="75199" x="2235200" y="6049963"/>
          <p14:tracePt t="75210" x="2200275" y="6049963"/>
          <p14:tracePt t="75222" x="2159000" y="6049963"/>
          <p14:tracePt t="75232" x="2133600" y="6049963"/>
          <p14:tracePt t="75244" x="2098675" y="6049963"/>
          <p14:tracePt t="75256" x="2082800" y="6049963"/>
          <p14:tracePt t="75266" x="2073275" y="6042025"/>
          <p14:tracePt t="75310" x="2065338" y="6034088"/>
          <p14:tracePt t="75322" x="2055813" y="6024563"/>
          <p14:tracePt t="75334" x="2047875" y="6016625"/>
          <p14:tracePt t="75356" x="2047875" y="6008688"/>
          <p14:tracePt t="75367" x="2047875" y="5999163"/>
          <p14:tracePt t="75379" x="2047875" y="5991225"/>
          <p14:tracePt t="75390" x="2047875" y="5983288"/>
          <p14:tracePt t="75402" x="2047875" y="5973763"/>
          <p14:tracePt t="75424" x="2047875" y="5957888"/>
          <p14:tracePt t="75435" x="2055813" y="5948363"/>
          <p14:tracePt t="75446" x="2055813" y="5940425"/>
          <p14:tracePt t="75469" x="2055813" y="5932488"/>
          <p14:tracePt t="75480" x="2055813" y="5922963"/>
          <p14:tracePt t="75546" x="2065338" y="5922963"/>
          <p14:tracePt t="75895" x="2073275" y="5922963"/>
          <p14:tracePt t="75897" x="2098675" y="5922963"/>
          <p14:tracePt t="75908" x="2108200" y="5915025"/>
          <p14:tracePt t="75919" x="2116138" y="5905500"/>
          <p14:tracePt t="75930" x="2124075" y="5905500"/>
          <p14:tracePt t="75942" x="2133600" y="5897563"/>
          <p14:tracePt t="75953" x="2141538" y="5897563"/>
          <p14:tracePt t="75964" x="2149475" y="5880100"/>
          <p14:tracePt t="75975" x="2159000" y="5872163"/>
          <p14:tracePt t="75987" x="2159000" y="5864225"/>
          <p14:tracePt t="76009" x="2159000" y="5854700"/>
          <p14:tracePt t="76020" x="2159000" y="5838825"/>
          <p14:tracePt t="76031" x="2149475" y="5813425"/>
          <p14:tracePt t="76042" x="2133600" y="5795963"/>
          <p14:tracePt t="76054" x="2108200" y="5770563"/>
          <p14:tracePt t="76065" x="2082800" y="5745163"/>
          <p14:tracePt t="76076" x="2065338" y="5727700"/>
          <p14:tracePt t="76087" x="2030413" y="5710238"/>
          <p14:tracePt t="76110" x="2014538" y="5684838"/>
          <p14:tracePt t="76122" x="1989138" y="5659438"/>
          <p14:tracePt t="76132" x="1971675" y="5641975"/>
          <p14:tracePt t="76144" x="1928813" y="5600700"/>
          <p14:tracePt t="76155" x="1895475" y="5575300"/>
          <p14:tracePt t="76166" x="1852613" y="5549900"/>
          <p14:tracePt t="76178" x="1819275" y="5540375"/>
          <p14:tracePt t="76189" x="1801813" y="5532438"/>
          <p14:tracePt t="76200" x="1784350" y="5524500"/>
          <p14:tracePt t="76211" x="1776413" y="5514975"/>
          <p14:tracePt t="76222" x="1766888" y="5507038"/>
          <p14:tracePt t="76234" x="1751013" y="5481638"/>
          <p14:tracePt t="76245" x="1741488" y="5472113"/>
          <p14:tracePt t="76256" x="1716088" y="5456238"/>
          <p14:tracePt t="76268" x="1716088" y="5446713"/>
          <p14:tracePt t="76279" x="1700213" y="5430838"/>
          <p14:tracePt t="76290" x="1665288" y="5413375"/>
          <p14:tracePt t="76302" x="1649413" y="5405438"/>
          <p14:tracePt t="76312" x="1631950" y="5395913"/>
          <p14:tracePt t="76324" x="1606550" y="5370513"/>
          <p14:tracePt t="76335" x="1589088" y="5345113"/>
          <p14:tracePt t="76346" x="1563688" y="5327650"/>
          <p14:tracePt t="76357" x="1520825" y="5311775"/>
          <p14:tracePt t="76369" x="1504950" y="5302250"/>
          <p14:tracePt t="76380" x="1477963" y="5294313"/>
          <p14:tracePt t="76391" x="1470025" y="5294313"/>
          <p14:tracePt t="76402" x="1462088" y="5294313"/>
          <p14:tracePt t="76414" x="1452563" y="5294313"/>
          <p14:tracePt t="76436" x="1444625" y="5294313"/>
          <p14:tracePt t="76447" x="1427163" y="5302250"/>
          <p14:tracePt t="76459" x="1401763" y="5327650"/>
          <p14:tracePt t="76470" x="1376363" y="5370513"/>
          <p14:tracePt t="76482" x="1360488" y="5387975"/>
          <p14:tracePt t="76492" x="1350963" y="5395913"/>
          <p14:tracePt t="76504" x="1333500" y="5413375"/>
          <p14:tracePt t="76515" x="1317625" y="5413375"/>
          <p14:tracePt t="76526" x="1308100" y="5421313"/>
          <p14:tracePt t="76538" x="1308100" y="5430838"/>
          <p14:tracePt t="76549" x="1300163" y="5438775"/>
          <p14:tracePt t="76560" x="1300163" y="5446713"/>
          <p14:tracePt t="76571" x="1282700" y="5456238"/>
          <p14:tracePt t="76582" x="1282700" y="5481638"/>
          <p14:tracePt t="76594" x="1274763" y="5489575"/>
          <p14:tracePt t="76605" x="1274763" y="5497513"/>
          <p14:tracePt t="76616" x="1274763" y="5524500"/>
          <p14:tracePt t="76639" x="1274763" y="5540375"/>
          <p14:tracePt t="76650" x="1274763" y="5557838"/>
          <p14:tracePt t="76662" x="1257300" y="5600700"/>
          <p14:tracePt t="76684" x="1257300" y="5616575"/>
          <p14:tracePt t="76695" x="1257300" y="5634038"/>
          <p14:tracePt t="76706" x="1257300" y="5641975"/>
          <p14:tracePt t="76718" x="1257300" y="5668963"/>
          <p14:tracePt t="76729" x="1257300" y="5676900"/>
          <p14:tracePt t="76740" x="1257300" y="5702300"/>
          <p14:tracePt t="76752" x="1257300" y="5719763"/>
          <p14:tracePt t="76774" x="1257300" y="5727700"/>
          <p14:tracePt t="76785" x="1257300" y="5745163"/>
          <p14:tracePt t="76796" x="1257300" y="5753100"/>
          <p14:tracePt t="76807" x="1257300" y="5770563"/>
          <p14:tracePt t="76819" x="1282700" y="5795963"/>
          <p14:tracePt t="76830" x="1292225" y="5813425"/>
          <p14:tracePt t="76842" x="1317625" y="5846763"/>
          <p14:tracePt t="76853" x="1333500" y="5872163"/>
          <p14:tracePt t="76864" x="1343025" y="5872163"/>
          <p14:tracePt t="76875" x="1350963" y="5889625"/>
          <p14:tracePt t="76886" x="1360488" y="5905500"/>
          <p14:tracePt t="76897" x="1368425" y="5905500"/>
          <p14:tracePt t="76909" x="1385888" y="5922963"/>
          <p14:tracePt t="76920" x="1385888" y="5932488"/>
          <p14:tracePt t="76931" x="1401763" y="5932488"/>
          <p14:tracePt t="76942" x="1419225" y="5932488"/>
          <p14:tracePt t="76954" x="1436688" y="5940425"/>
          <p14:tracePt t="76965" x="1470025" y="5940425"/>
          <p14:tracePt t="76976" x="1495425" y="5940425"/>
          <p14:tracePt t="76987" x="1512888" y="5940425"/>
          <p14:tracePt t="76999" x="1546225" y="5940425"/>
          <p14:tracePt t="77010" x="1571625" y="5940425"/>
          <p14:tracePt t="77021" x="1606550" y="5940425"/>
          <p14:tracePt t="77032" x="1614488" y="5940425"/>
          <p14:tracePt t="77044" x="1657350" y="5905500"/>
          <p14:tracePt t="77055" x="1690688" y="5889625"/>
          <p14:tracePt t="77066" x="1708150" y="5872163"/>
          <p14:tracePt t="77078" x="1733550" y="5854700"/>
          <p14:tracePt t="77102" x="1758950" y="5803900"/>
          <p14:tracePt t="77111" x="1758950" y="5788025"/>
          <p14:tracePt t="77122" x="1758950" y="5753100"/>
          <p14:tracePt t="77134" x="1766888" y="5745163"/>
          <p14:tracePt t="77145" x="1766888" y="5719763"/>
          <p14:tracePt t="77156" x="1766888" y="5702300"/>
          <p14:tracePt t="77168" x="1766888" y="5694363"/>
          <p14:tracePt t="77179" x="1766888" y="5684838"/>
          <p14:tracePt t="77190" x="1766888" y="5676900"/>
          <p14:tracePt t="77212" x="1766888" y="5668963"/>
          <p14:tracePt t="77225" x="1766888" y="5659438"/>
          <p14:tracePt t="78078" x="1766888" y="5641975"/>
          <p14:tracePt t="78089" x="1766888" y="5634038"/>
          <p14:tracePt t="78091" x="1766888" y="5626100"/>
          <p14:tracePt t="78102" x="1766888" y="5616575"/>
          <p14:tracePt t="78113" x="1766888" y="5591175"/>
          <p14:tracePt t="78124" x="1766888" y="5583238"/>
          <p14:tracePt t="78135" x="1766888" y="5575300"/>
          <p14:tracePt t="78146" x="1766888" y="5549900"/>
          <p14:tracePt t="78157" x="1741488" y="5524500"/>
          <p14:tracePt t="78169" x="1716088" y="5489575"/>
          <p14:tracePt t="78180" x="1690688" y="5446713"/>
          <p14:tracePt t="78191" x="1665288" y="5438775"/>
          <p14:tracePt t="78202" x="1639888" y="5421313"/>
          <p14:tracePt t="78214" x="1606550" y="5405438"/>
          <p14:tracePt t="78225" x="1581150" y="5395913"/>
          <p14:tracePt t="78236" x="1555750" y="5395913"/>
          <p14:tracePt t="78247" x="1520825" y="5387975"/>
          <p14:tracePt t="78259" x="1477963" y="5387975"/>
          <p14:tracePt t="78270" x="1436688" y="5387975"/>
          <p14:tracePt t="78281" x="1393825" y="5387975"/>
          <p14:tracePt t="78292" x="1385888" y="5387975"/>
          <p14:tracePt t="78304" x="1376363" y="5387975"/>
          <p14:tracePt t="78315" x="1368425" y="5405438"/>
          <p14:tracePt t="78326" x="1368425" y="5421313"/>
          <p14:tracePt t="78337" x="1368425" y="5430838"/>
          <p14:tracePt t="78349" x="1368425" y="5456238"/>
          <p14:tracePt t="78360" x="1368425" y="5464175"/>
          <p14:tracePt t="78371" x="1350963" y="5481638"/>
          <p14:tracePt t="78382" x="1350963" y="5489575"/>
          <p14:tracePt t="78394" x="1343025" y="5489575"/>
          <p14:tracePt t="78415" x="1343025" y="5497513"/>
          <p14:tracePt t="78417" x="1333500" y="5514975"/>
          <p14:tracePt t="78427" x="1325563" y="5532438"/>
          <p14:tracePt t="78439" x="1317625" y="5583238"/>
          <p14:tracePt t="78450" x="1300163" y="5616575"/>
          <p14:tracePt t="78461" x="1292225" y="5634038"/>
          <p14:tracePt t="78473" x="1282700" y="5668963"/>
          <p14:tracePt t="78484" x="1274763" y="5719763"/>
          <p14:tracePt t="78495" x="1266825" y="5727700"/>
          <p14:tracePt t="78506" x="1266825" y="5753100"/>
          <p14:tracePt t="78518" x="1266825" y="5761038"/>
          <p14:tracePt t="78529" x="1266825" y="5770563"/>
          <p14:tracePt t="78574" x="1266825" y="5788025"/>
          <p14:tracePt t="78596" x="1266825" y="5795963"/>
          <p14:tracePt t="78607" x="1274763" y="5813425"/>
          <p14:tracePt t="78619" x="1292225" y="5821363"/>
          <p14:tracePt t="78630" x="1292225" y="5829300"/>
          <p14:tracePt t="78641" x="1300163" y="5838825"/>
          <p14:tracePt t="78652" x="1317625" y="5854700"/>
          <p14:tracePt t="78664" x="1333500" y="5872163"/>
          <p14:tracePt t="78675" x="1343025" y="5889625"/>
          <p14:tracePt t="78686" x="1360488" y="5905500"/>
          <p14:tracePt t="78697" x="1393825" y="5915025"/>
          <p14:tracePt t="78709" x="1427163" y="5915025"/>
          <p14:tracePt t="78720" x="1452563" y="5915025"/>
          <p14:tracePt t="78732" x="1477963" y="5915025"/>
          <p14:tracePt t="78742" x="1512888" y="5915025"/>
          <p14:tracePt t="78754" x="1530350" y="5905500"/>
          <p14:tracePt t="78765" x="1538288" y="5897563"/>
          <p14:tracePt t="78776" x="1555750" y="5889625"/>
          <p14:tracePt t="78787" x="1563688" y="5889625"/>
          <p14:tracePt t="78810" x="1571625" y="5889625"/>
          <p14:tracePt t="78821" x="1581150" y="5889625"/>
          <p14:tracePt t="78833" x="1589088" y="5889625"/>
          <p14:tracePt t="78844" x="1597025" y="5889625"/>
          <p14:tracePt t="78855" x="1606550" y="5889625"/>
          <p14:tracePt t="78867" x="1622425" y="5889625"/>
          <p14:tracePt t="78877" x="1631950" y="5889625"/>
          <p14:tracePt t="78889" x="1639888" y="5889625"/>
          <p14:tracePt t="78911" x="1657350" y="5889625"/>
          <p14:tracePt t="78922" x="1674813" y="5872163"/>
          <p14:tracePt t="78934" x="1674813" y="5864225"/>
          <p14:tracePt t="78956" x="1700213" y="5846763"/>
          <p14:tracePt t="78968" x="1716088" y="5829300"/>
          <p14:tracePt t="78979" x="1733550" y="5813425"/>
          <p14:tracePt t="78990" x="1766888" y="5788025"/>
          <p14:tracePt t="79001" x="1784350" y="5761038"/>
          <p14:tracePt t="79012" x="1784350" y="5745163"/>
          <p14:tracePt t="79024" x="1801813" y="5735638"/>
          <p14:tracePt t="79035" x="1809750" y="5702300"/>
          <p14:tracePt t="79046" x="1827213" y="5668963"/>
          <p14:tracePt t="79057" x="1827213" y="5641975"/>
          <p14:tracePt t="79069" x="1835150" y="5616575"/>
          <p14:tracePt t="79080" x="1835150" y="5600700"/>
          <p14:tracePt t="79091" x="1835150" y="5565775"/>
          <p14:tracePt t="79102" x="1835150" y="5540375"/>
          <p14:tracePt t="79118" x="1835150" y="5532438"/>
          <p14:tracePt t="79125" x="1835150" y="5524500"/>
          <p14:tracePt t="79169" x="1835150" y="5514975"/>
          <p14:tracePt t="79170" x="1835150" y="5507038"/>
          <p14:tracePt t="79192" x="1835150" y="5497513"/>
          <p14:tracePt t="79214" x="1835150" y="5489575"/>
          <p14:tracePt t="79226" x="1827213" y="5481638"/>
          <p14:tracePt t="79248" x="1819275" y="5481638"/>
          <p14:tracePt t="79250" x="1819275" y="5472113"/>
          <p14:tracePt t="79260" x="1809750" y="5472113"/>
          <p14:tracePt t="79271" x="1801813" y="5464175"/>
          <p14:tracePt t="79283" x="1793875" y="5464175"/>
          <p14:tracePt t="79294" x="1793875" y="5456238"/>
          <p14:tracePt t="79305" x="1776413" y="5456238"/>
          <p14:tracePt t="79316" x="1766888" y="5456238"/>
          <p14:tracePt t="79360" x="1758950" y="5456238"/>
          <p14:tracePt t="80575" x="1758950" y="5464175"/>
          <p14:tracePt t="80577" x="1751013" y="5472113"/>
          <p14:tracePt t="80599" x="1751013" y="5481638"/>
          <p14:tracePt t="80610" x="1751013" y="5489575"/>
          <p14:tracePt t="80621" x="1751013" y="5497513"/>
          <p14:tracePt t="80632" x="1741488" y="5497513"/>
          <p14:tracePt t="80644" x="1741488" y="5507038"/>
          <p14:tracePt t="80655" x="1733550" y="5514975"/>
          <p14:tracePt t="80677" x="1733550" y="5524500"/>
          <p14:tracePt t="80689" x="1725613" y="5532438"/>
          <p14:tracePt t="80700" x="1725613" y="5540375"/>
          <p14:tracePt t="80722" x="1725613" y="5557838"/>
          <p14:tracePt t="80734" x="1725613" y="5565775"/>
          <p14:tracePt t="80756" x="1708150" y="5583238"/>
          <p14:tracePt t="80767" x="1700213" y="5591175"/>
          <p14:tracePt t="80779" x="1690688" y="5616575"/>
          <p14:tracePt t="80790" x="1649413" y="5641975"/>
          <p14:tracePt t="80801" x="1649413" y="5651500"/>
          <p14:tracePt t="80812" x="1639888" y="5668963"/>
          <p14:tracePt t="80824" x="1631950" y="5676900"/>
          <p14:tracePt t="80835" x="1631950" y="5684838"/>
          <p14:tracePt t="81025" x="1631950" y="5694363"/>
          <p14:tracePt t="81049" x="1649413" y="5694363"/>
          <p14:tracePt t="81060" x="1657350" y="5694363"/>
          <p14:tracePt t="81083" x="1665288" y="5694363"/>
          <p14:tracePt t="81094" x="1682750" y="5694363"/>
          <p14:tracePt t="81105" x="1716088" y="5694363"/>
          <p14:tracePt t="81116" x="1751013" y="5694363"/>
          <p14:tracePt t="81128" x="1776413" y="5694363"/>
          <p14:tracePt t="81139" x="1827213" y="5694363"/>
          <p14:tracePt t="81150" x="1885950" y="5694363"/>
          <p14:tracePt t="81161" x="1938338" y="5694363"/>
          <p14:tracePt t="81172" x="1989138" y="5702300"/>
          <p14:tracePt t="81184" x="2005013" y="5710238"/>
          <p14:tracePt t="81543" x="2022475" y="5710238"/>
          <p14:tracePt t="81544" x="2039938" y="5719763"/>
          <p14:tracePt t="81555" x="2039938" y="5727700"/>
          <p14:tracePt t="81566" x="2047875" y="5727700"/>
          <p14:tracePt t="81577" x="2055813" y="5727700"/>
          <p14:tracePt t="81589" x="2065338" y="5727700"/>
          <p14:tracePt t="81600" x="2098675" y="5735638"/>
          <p14:tracePt t="81611" x="2124075" y="5735638"/>
          <p14:tracePt t="81623" x="2166938" y="5735638"/>
          <p14:tracePt t="81634" x="2217738" y="5735638"/>
          <p14:tracePt t="81645" x="2303463" y="5735638"/>
          <p14:tracePt t="81656" x="2387600" y="5735638"/>
          <p14:tracePt t="81667" x="2481263" y="5735638"/>
          <p14:tracePt t="81679" x="2592388" y="5735638"/>
          <p14:tracePt t="81690" x="2701925" y="5735638"/>
          <p14:tracePt t="81701" x="2830513" y="5735638"/>
          <p14:tracePt t="81712" x="2957513" y="5735638"/>
          <p14:tracePt t="81724" x="3067050" y="5735638"/>
          <p14:tracePt t="81735" x="3178175" y="5735638"/>
          <p14:tracePt t="81746" x="3297238" y="5735638"/>
          <p14:tracePt t="81757" x="3390900" y="5735638"/>
          <p14:tracePt t="81769" x="3475038" y="5735638"/>
          <p14:tracePt t="81781" x="3560763" y="5735638"/>
          <p14:tracePt t="81791" x="3636963" y="5735638"/>
          <p14:tracePt t="81802" x="3722688" y="5735638"/>
          <p14:tracePt t="81814" x="3790950" y="5735638"/>
          <p14:tracePt t="81825" x="3867150" y="5735638"/>
          <p14:tracePt t="81836" x="3951288" y="5735638"/>
          <p14:tracePt t="81848" x="4019550" y="5735638"/>
          <p14:tracePt t="81859" x="4079875" y="5735638"/>
          <p14:tracePt t="81870" x="4138613" y="5735638"/>
          <p14:tracePt t="81882" x="4189413" y="5735638"/>
          <p14:tracePt t="81904" x="4249738" y="5745163"/>
          <p14:tracePt t="81915" x="4265613" y="5745163"/>
          <p14:tracePt t="83545" x="4249738" y="5745163"/>
          <p14:tracePt t="83569" x="4240213" y="5745163"/>
          <p14:tracePt t="83580" x="4206875" y="5745163"/>
          <p14:tracePt t="83591" x="4189413" y="5745163"/>
          <p14:tracePt t="83603" x="4079875" y="5735638"/>
          <p14:tracePt t="83614" x="3875088" y="5702300"/>
          <p14:tracePt t="83625" x="3603625" y="5676900"/>
          <p14:tracePt t="83636" x="3322638" y="5626100"/>
          <p14:tracePt t="83648" x="3025775" y="5608638"/>
          <p14:tracePt t="83659" x="2762250" y="5591175"/>
          <p14:tracePt t="83670" x="2549525" y="5575300"/>
          <p14:tracePt t="83681" x="2413000" y="5575300"/>
          <p14:tracePt t="83693" x="2311400" y="5575300"/>
          <p14:tracePt t="83704" x="2252663" y="5575300"/>
          <p14:tracePt t="83715" x="2209800" y="5575300"/>
          <p14:tracePt t="83726" x="2174875" y="5575300"/>
          <p14:tracePt t="83738" x="2124075" y="5600700"/>
          <p14:tracePt t="83749" x="2055813" y="5616575"/>
          <p14:tracePt t="83760" x="1979613" y="5641975"/>
          <p14:tracePt t="83771" x="1860550" y="5659438"/>
          <p14:tracePt t="83782" x="1733550" y="5676900"/>
          <p14:tracePt t="83794" x="1622425" y="5684838"/>
          <p14:tracePt t="83805" x="1512888" y="5684838"/>
          <p14:tracePt t="83816" x="1411288" y="5684838"/>
          <p14:tracePt t="83827" x="1308100" y="5684838"/>
          <p14:tracePt t="83839" x="1257300" y="5684838"/>
          <p14:tracePt t="83850" x="1223963" y="5684838"/>
          <p14:tracePt t="83863" x="1189038" y="5684838"/>
          <p14:tracePt t="83872" x="1181100" y="5684838"/>
          <p14:tracePt t="83884" x="1163638" y="5684838"/>
          <p14:tracePt t="83906" x="1173163" y="5684838"/>
          <p14:tracePt t="83917" x="1181100" y="5684838"/>
          <p14:tracePt t="83929" x="1206500" y="5684838"/>
          <p14:tracePt t="83940" x="1223963" y="5684838"/>
          <p14:tracePt t="83951" x="1257300" y="5676900"/>
          <p14:tracePt t="83963" x="1317625" y="5641975"/>
          <p14:tracePt t="83974" x="1368425" y="5616575"/>
          <p14:tracePt t="83985" x="1393825" y="5583238"/>
          <p14:tracePt t="83997" x="1419225" y="5557838"/>
          <p14:tracePt t="84007" x="1436688" y="5532438"/>
          <p14:tracePt t="84019" x="1462088" y="5497513"/>
          <p14:tracePt t="84030" x="1495425" y="5430838"/>
          <p14:tracePt t="84042" x="1520825" y="5370513"/>
          <p14:tracePt t="84052" x="1581150" y="5276850"/>
          <p14:tracePt t="84064" x="1639888" y="5192713"/>
          <p14:tracePt t="84075" x="1700213" y="5081588"/>
          <p14:tracePt t="84086" x="1766888" y="4946650"/>
          <p14:tracePt t="84098" x="1844675" y="4810125"/>
          <p14:tracePt t="84114" x="1928813" y="4622800"/>
          <p14:tracePt t="84120" x="2005013" y="4435475"/>
          <p14:tracePt t="84131" x="2073275" y="4257675"/>
          <p14:tracePt t="84142" x="2133600" y="4052888"/>
          <p14:tracePt t="84154" x="2174875" y="3883025"/>
          <p14:tracePt t="84165" x="2192338" y="3722688"/>
          <p14:tracePt t="84187" x="2209800" y="3568700"/>
          <p14:tracePt t="84199" x="2209800" y="3390900"/>
          <p14:tracePt t="84210" x="2200275" y="3254375"/>
          <p14:tracePt t="84222" x="2149475" y="3025775"/>
          <p14:tracePt t="84232" x="2124075" y="2897188"/>
          <p14:tracePt t="84244" x="2098675" y="2820988"/>
          <p14:tracePt t="84255" x="2090738" y="2762250"/>
          <p14:tracePt t="84266" x="2090738" y="2727325"/>
          <p14:tracePt t="84279" x="2082800" y="2693988"/>
          <p14:tracePt t="84289" x="2082800" y="2668588"/>
          <p14:tracePt t="84300" x="2073275" y="2643188"/>
          <p14:tracePt t="84312" x="2065338" y="2608263"/>
          <p14:tracePt t="84322" x="2065338" y="2574925"/>
          <p14:tracePt t="84334" x="2039938" y="2541588"/>
          <p14:tracePt t="84346" x="2030413" y="2516188"/>
          <p14:tracePt t="84356" x="2014538" y="2498725"/>
          <p14:tracePt t="84379" x="2014538" y="2489200"/>
          <p14:tracePt t="84390" x="2014538" y="2481263"/>
          <p14:tracePt t="84402" x="2014538" y="2455863"/>
          <p14:tracePt t="84412" x="2014538" y="2413000"/>
          <p14:tracePt t="84424" x="2014538" y="2328863"/>
          <p14:tracePt t="84435" x="2014538" y="2227263"/>
          <p14:tracePt t="84446" x="2014538" y="2116138"/>
          <p14:tracePt t="84457" x="2014538" y="1989138"/>
          <p14:tracePt t="84469" x="2014538" y="1878013"/>
          <p14:tracePt t="84480" x="2014538" y="1776413"/>
          <p14:tracePt t="84491" x="1979613" y="1674813"/>
          <p14:tracePt t="84503" x="1946275" y="1589088"/>
          <p14:tracePt t="84514" x="1903413" y="1495425"/>
          <p14:tracePt t="84525" x="1860550" y="1427163"/>
          <p14:tracePt t="84536" x="1801813" y="1368425"/>
          <p14:tracePt t="84548" x="1751013" y="1300163"/>
          <p14:tracePt t="84559" x="1700213" y="1249363"/>
          <p14:tracePt t="84570" x="1649413" y="1206500"/>
          <p14:tracePt t="84581" x="1631950" y="1198563"/>
          <p14:tracePt t="84593" x="1597025" y="1181100"/>
          <p14:tracePt t="84614" x="1589088" y="1181100"/>
          <p14:tracePt t="84626" x="1581150" y="1181100"/>
          <p14:tracePt t="84637" x="1563688" y="1181100"/>
          <p14:tracePt t="84649" x="1555750" y="1181100"/>
          <p14:tracePt t="84660" x="1520825" y="1181100"/>
          <p14:tracePt t="84671" x="1477963" y="1181100"/>
          <p14:tracePt t="84682" x="1419225" y="1181100"/>
          <p14:tracePt t="84694" x="1360488" y="1181100"/>
          <p14:tracePt t="84705" x="1300163" y="1163638"/>
          <p14:tracePt t="84716" x="1257300" y="1147763"/>
          <p14:tracePt t="84728" x="1231900" y="1147763"/>
          <p14:tracePt t="84739" x="1216025" y="1138238"/>
          <p14:tracePt t="84750" x="1206500" y="1138238"/>
          <p14:tracePt t="84773" x="1198563" y="1138238"/>
          <p14:tracePt t="84795" x="1198563" y="1163638"/>
          <p14:tracePt t="84806" x="1198563" y="1216025"/>
          <p14:tracePt t="84818" x="1198563" y="1317625"/>
          <p14:tracePt t="84829" x="1198563" y="1411288"/>
          <p14:tracePt t="84840" x="1198563" y="1530350"/>
          <p14:tracePt t="84851" x="1198563" y="1657350"/>
          <p14:tracePt t="84862" x="1198563" y="1766888"/>
          <p14:tracePt t="84874" x="1198563" y="1870075"/>
          <p14:tracePt t="84885" x="1198563" y="1979613"/>
          <p14:tracePt t="84896" x="1198563" y="2090738"/>
          <p14:tracePt t="84907" x="1198563" y="2217738"/>
          <p14:tracePt t="84919" x="1198563" y="2362200"/>
          <p14:tracePt t="84930" x="1216025" y="2498725"/>
          <p14:tracePt t="84941" x="1241425" y="2660650"/>
          <p14:tracePt t="84953" x="1282700" y="2855913"/>
          <p14:tracePt t="84964" x="1308100" y="3051175"/>
          <p14:tracePt t="84975" x="1317625" y="3228975"/>
          <p14:tracePt t="84986" x="1333500" y="3441700"/>
          <p14:tracePt t="84997" x="1333500" y="3646488"/>
          <p14:tracePt t="85009" x="1317625" y="3867150"/>
          <p14:tracePt t="85020" x="1266825" y="4087813"/>
          <p14:tracePt t="85031" x="1206500" y="4341813"/>
          <p14:tracePt t="85042" x="1147763" y="4572000"/>
          <p14:tracePt t="85054" x="1069975" y="4759325"/>
          <p14:tracePt t="85065" x="1036638" y="4903788"/>
          <p14:tracePt t="85076" x="1028700" y="5013325"/>
          <p14:tracePt t="85087" x="1011238" y="5099050"/>
          <p14:tracePt t="85099" x="1011238" y="5175250"/>
          <p14:tracePt t="85110" x="1019175" y="5243513"/>
          <p14:tracePt t="85122" x="1028700" y="5294313"/>
          <p14:tracePt t="85133" x="1044575" y="5327650"/>
          <p14:tracePt t="85145" x="1054100" y="5337175"/>
          <p14:tracePt t="85155" x="1062038" y="5362575"/>
          <p14:tracePt t="85166" x="1079500" y="5395913"/>
          <p14:tracePt t="85178" x="1122363" y="5430838"/>
          <p14:tracePt t="85189" x="1155700" y="5456238"/>
          <p14:tracePt t="85200" x="1181100" y="5472113"/>
          <p14:tracePt t="85211" x="1216025" y="5481638"/>
          <p14:tracePt t="85223" x="1223963" y="5489575"/>
          <p14:tracePt t="85234" x="1231900" y="5489575"/>
          <p14:tracePt t="85245" x="1241425" y="5497513"/>
          <p14:tracePt t="85256" x="1249363" y="5507038"/>
          <p14:tracePt t="85267" x="1249363" y="5514975"/>
          <p14:tracePt t="85279" x="1257300" y="5514975"/>
          <p14:tracePt t="85290" x="1292225" y="5565775"/>
          <p14:tracePt t="85302" x="1317625" y="5600700"/>
          <p14:tracePt t="85313" x="1360488" y="5668963"/>
          <p14:tracePt t="85324" x="1401763" y="5719763"/>
          <p14:tracePt t="85335" x="1436688" y="5745163"/>
          <p14:tracePt t="85347" x="1477963" y="5795963"/>
          <p14:tracePt t="85358" x="1512888" y="5829300"/>
          <p14:tracePt t="85369" x="1563688" y="5889625"/>
          <p14:tracePt t="85380" x="1622425" y="5932488"/>
          <p14:tracePt t="85391" x="1657350" y="5957888"/>
          <p14:tracePt t="85403" x="1690688" y="5973763"/>
          <p14:tracePt t="85414" x="1700213" y="5983288"/>
          <p14:tracePt t="85458" x="1700213" y="5991225"/>
          <p14:tracePt t="85503" x="1708150" y="5991225"/>
          <p14:tracePt t="85504" x="1716088" y="5999163"/>
          <p14:tracePt t="85526" x="1725613" y="5999163"/>
          <p14:tracePt t="85538" x="1733550" y="5999163"/>
          <p14:tracePt t="85549" x="1741488" y="5999163"/>
          <p14:tracePt t="85560" x="1751013" y="6016625"/>
          <p14:tracePt t="85571" x="1758950" y="6024563"/>
          <p14:tracePt t="85582" x="1766888" y="6024563"/>
          <p14:tracePt t="85638" x="1776413" y="6024563"/>
          <p14:tracePt t="85639" x="1784350" y="6024563"/>
          <p14:tracePt t="85662" x="1793875" y="6024563"/>
          <p14:tracePt t="85673" x="1801813" y="6016625"/>
          <p14:tracePt t="85684" x="1809750" y="6008688"/>
          <p14:tracePt t="86110" x="1809750" y="5999163"/>
          <p14:tracePt t="86112" x="1809750" y="5991225"/>
          <p14:tracePt t="86166" x="1809750" y="5983288"/>
          <p14:tracePt t="86369" x="1827213" y="5965825"/>
          <p14:tracePt t="86380" x="1835150" y="5957888"/>
          <p14:tracePt t="86909" x="1835150" y="5948363"/>
          <p14:tracePt t="87022" x="1819275" y="5948363"/>
          <p14:tracePt t="87034" x="1809750" y="5948363"/>
          <p14:tracePt t="87045" x="1801813" y="5957888"/>
          <p14:tracePt t="87056" x="1793875" y="5957888"/>
          <p14:tracePt t="87068" x="1784350" y="5973763"/>
          <p14:tracePt t="87079" x="1758950" y="5999163"/>
          <p14:tracePt t="87090" x="1733550" y="6016625"/>
          <p14:tracePt t="87101" x="1708150" y="6034088"/>
          <p14:tracePt t="87112" x="1690688" y="6034088"/>
          <p14:tracePt t="87124" x="1690688" y="6042025"/>
          <p14:tracePt t="87135" x="1682750" y="6042025"/>
          <p14:tracePt t="87146" x="1665288" y="6042025"/>
          <p14:tracePt t="87157" x="1631950" y="6042025"/>
          <p14:tracePt t="87169" x="1589088" y="6042025"/>
          <p14:tracePt t="87180" x="1555750" y="6049963"/>
          <p14:tracePt t="87192" x="1538288" y="6059488"/>
          <p14:tracePt t="87203" x="1504950" y="6067425"/>
          <p14:tracePt t="87214" x="1477963" y="6067425"/>
          <p14:tracePt t="87226" x="1462088" y="6067425"/>
          <p14:tracePt t="87236" x="1444625" y="6067425"/>
          <p14:tracePt t="87259" x="1436688" y="6067425"/>
          <p14:tracePt t="87270" x="1427163" y="6067425"/>
          <p14:tracePt t="87281" x="1419225" y="6067425"/>
          <p14:tracePt t="87293" x="1411288" y="6067425"/>
          <p14:tracePt t="87304" x="1401763" y="6067425"/>
          <p14:tracePt t="87315" x="1393825" y="6067425"/>
          <p14:tracePt t="87326" x="1385888" y="6067425"/>
          <p14:tracePt t="87337" x="1360488" y="6067425"/>
          <p14:tracePt t="87349" x="1333500" y="6067425"/>
          <p14:tracePt t="87360" x="1317625" y="6049963"/>
          <p14:tracePt t="87371" x="1300163" y="6024563"/>
          <p14:tracePt t="87383" x="1292225" y="6016625"/>
          <p14:tracePt t="87394" x="1282700" y="6008688"/>
          <p14:tracePt t="87405" x="1282700" y="5999163"/>
          <p14:tracePt t="87428" x="1282700" y="5991225"/>
          <p14:tracePt t="87439" x="1282700" y="5983288"/>
          <p14:tracePt t="87450" x="1282700" y="5973763"/>
          <p14:tracePt t="87484" x="1282700" y="5957888"/>
          <p14:tracePt t="87495" x="1282700" y="5948363"/>
          <p14:tracePt t="87506" x="1292225" y="5948363"/>
          <p14:tracePt t="87518" x="1300163" y="5948363"/>
          <p14:tracePt t="87529" x="1308100" y="5940425"/>
          <p14:tracePt t="87540" x="1368425" y="5889625"/>
          <p14:tracePt t="87552" x="1385888" y="5872163"/>
          <p14:tracePt t="87562" x="1393825" y="5872163"/>
          <p14:tracePt t="87574" x="1411288" y="5864225"/>
          <p14:tracePt t="87585" x="1419225" y="5864225"/>
          <p14:tracePt t="87596" x="1427163" y="5864225"/>
          <p14:tracePt t="87619" x="1436688" y="5864225"/>
          <p14:tracePt t="87630" x="1444625" y="5864225"/>
          <p14:tracePt t="87642" x="1452563" y="5864225"/>
          <p14:tracePt t="87719" x="1452563" y="5854700"/>
          <p14:tracePt t="87720" x="1462088" y="5854700"/>
          <p14:tracePt t="87732" x="1470025" y="5854700"/>
          <p14:tracePt t="87742" x="1477963" y="5846763"/>
          <p14:tracePt t="87754" x="1487488" y="5846763"/>
          <p14:tracePt t="87765" x="1495425" y="5846763"/>
          <p14:tracePt t="87788" x="1504950" y="5846763"/>
          <p14:tracePt t="87799" x="1520825" y="5846763"/>
          <p14:tracePt t="87810" x="1530350" y="5846763"/>
          <p14:tracePt t="87821" x="1546225" y="5846763"/>
          <p14:tracePt t="87833" x="1546225" y="5838825"/>
          <p14:tracePt t="87844" x="1555750" y="5838825"/>
          <p14:tracePt t="87855" x="1563688" y="5838825"/>
          <p14:tracePt t="87899" x="1563688" y="5829300"/>
          <p14:tracePt t="87910" x="1581150" y="5829300"/>
          <p14:tracePt t="87912" x="1589088" y="5829300"/>
          <p14:tracePt t="87934" x="1597025" y="5821363"/>
          <p14:tracePt t="87945" x="1606550" y="5813425"/>
          <p14:tracePt t="87956" x="1614488" y="5803900"/>
          <p14:tracePt t="87968" x="1614488" y="5795963"/>
          <p14:tracePt t="87979" x="1622425" y="5788025"/>
          <p14:tracePt t="87990" x="1622425" y="5778500"/>
          <p14:tracePt t="88012" x="1622425" y="5770563"/>
          <p14:tracePt t="88990" x="1622425" y="5761038"/>
          <p14:tracePt t="90239" x="1622425" y="5753100"/>
          <p14:tracePt t="90241" x="1622425" y="5735638"/>
          <p14:tracePt t="90262" x="1622425" y="5727700"/>
          <p14:tracePt t="90274" x="1622425" y="5719763"/>
          <p14:tracePt t="90285" x="1622425" y="5710238"/>
          <p14:tracePt t="90308" x="1622425" y="5694363"/>
          <p14:tracePt t="90588" x="1614488" y="5694363"/>
          <p14:tracePt t="90666" x="1606550" y="5684838"/>
          <p14:tracePt t="90689" x="1597025" y="5684838"/>
          <p14:tracePt t="90880" x="1589088" y="5684838"/>
          <p14:tracePt t="90948" x="1589088" y="5694363"/>
          <p14:tracePt t="90960" x="1597025" y="5694363"/>
          <p14:tracePt t="90971" x="1614488" y="5694363"/>
          <p14:tracePt t="90994" x="1649413" y="5694363"/>
          <p14:tracePt t="91005" x="1690688" y="5694363"/>
          <p14:tracePt t="91016" x="1716088" y="5694363"/>
          <p14:tracePt t="91027" x="1776413" y="5694363"/>
          <p14:tracePt t="91039" x="1870075" y="5694363"/>
          <p14:tracePt t="91050" x="1997075" y="5694363"/>
          <p14:tracePt t="91061" x="2149475" y="5694363"/>
          <p14:tracePt t="91073" x="2293938" y="5694363"/>
          <p14:tracePt t="91084" x="2438400" y="5694363"/>
          <p14:tracePt t="91106" x="2633663" y="5694363"/>
          <p14:tracePt t="91118" x="2676525" y="5694363"/>
          <p14:tracePt t="91129" x="2719388" y="5694363"/>
          <p14:tracePt t="91140" x="2762250" y="5694363"/>
          <p14:tracePt t="91151" x="2805113" y="5694363"/>
          <p14:tracePt t="91163" x="2855913" y="5694363"/>
          <p14:tracePt t="91174" x="2906713" y="5694363"/>
          <p14:tracePt t="91185" x="2965450" y="5694363"/>
          <p14:tracePt t="91196" x="3051175" y="5694363"/>
          <p14:tracePt t="91208" x="3127375" y="5694363"/>
          <p14:tracePt t="91219" x="3178175" y="5694363"/>
          <p14:tracePt t="91230" x="3238500" y="5694363"/>
          <p14:tracePt t="91241" x="3279775" y="5694363"/>
          <p14:tracePt t="91252" x="3330575" y="5694363"/>
          <p14:tracePt t="91264" x="3373438" y="5684838"/>
          <p14:tracePt t="91275" x="3449638" y="5668963"/>
          <p14:tracePt t="91286" x="3517900" y="5641975"/>
          <p14:tracePt t="91298" x="3611563" y="5634038"/>
          <p14:tracePt t="91309" x="3705225" y="5634038"/>
          <p14:tracePt t="91320" x="3824288" y="5634038"/>
          <p14:tracePt t="91332" x="3935413" y="5634038"/>
          <p14:tracePt t="91343" x="4037013" y="5634038"/>
          <p14:tracePt t="91354" x="4121150" y="5634038"/>
          <p14:tracePt t="91365" x="4171950" y="5634038"/>
          <p14:tracePt t="91510" x="4181475" y="5626100"/>
          <p14:tracePt t="91512" x="4181475" y="5616575"/>
          <p14:tracePt t="91544" x="4171950" y="5616575"/>
          <p14:tracePt t="91545" x="4156075" y="5616575"/>
          <p14:tracePt t="91568" x="4146550" y="5616575"/>
          <p14:tracePt t="91579" x="4138613" y="5608638"/>
          <p14:tracePt t="91590" x="4121150" y="5608638"/>
          <p14:tracePt t="91601" x="4095750" y="5608638"/>
          <p14:tracePt t="91613" x="4044950" y="5600700"/>
          <p14:tracePt t="91624" x="4002088" y="5600700"/>
          <p14:tracePt t="91635" x="3943350" y="5591175"/>
          <p14:tracePt t="91646" x="3892550" y="5575300"/>
          <p14:tracePt t="91669" x="3917950" y="5565775"/>
          <p14:tracePt t="91680" x="3925888" y="5565775"/>
          <p14:tracePt t="91691" x="3968750" y="5565775"/>
          <p14:tracePt t="91702" x="3994150" y="5565775"/>
          <p14:tracePt t="91714" x="4027488" y="5565775"/>
          <p14:tracePt t="91725" x="4095750" y="5565775"/>
          <p14:tracePt t="91736" x="4181475" y="5565775"/>
          <p14:tracePt t="91748" x="4249738" y="5565775"/>
          <p14:tracePt t="91848" x="4257675" y="5557838"/>
          <p14:tracePt t="91860" x="4265613" y="5557838"/>
          <p14:tracePt t="91871" x="4291013" y="5549900"/>
          <p14:tracePt t="91883" x="4300538" y="5549900"/>
          <p14:tracePt t="91894" x="4333875" y="5540375"/>
          <p14:tracePt t="91905" x="4376738" y="5540375"/>
          <p14:tracePt t="91916" x="4402138" y="5532438"/>
          <p14:tracePt t="91928" x="4445000" y="5532438"/>
          <p14:tracePt t="91939" x="4478338" y="5532438"/>
          <p14:tracePt t="91950" x="4521200" y="5532438"/>
          <p14:tracePt t="91961" x="4572000" y="5532438"/>
          <p14:tracePt t="91972" x="4622800" y="5532438"/>
          <p14:tracePt t="91984" x="4665663" y="5532438"/>
          <p14:tracePt t="91995" x="4708525" y="5532438"/>
          <p14:tracePt t="92006" x="4749800" y="5532438"/>
          <p14:tracePt t="92017" x="4784725" y="5532438"/>
          <p14:tracePt t="92029" x="4827588" y="5524500"/>
          <p14:tracePt t="92040" x="4860925" y="5524500"/>
          <p14:tracePt t="92063" x="4903788" y="5514975"/>
          <p14:tracePt t="92074" x="4937125" y="5507038"/>
          <p14:tracePt t="92085" x="4997450" y="5497513"/>
          <p14:tracePt t="92096" x="5091113" y="5489575"/>
          <p14:tracePt t="92108" x="5183188" y="5481638"/>
          <p14:tracePt t="92119" x="5251450" y="5481638"/>
          <p14:tracePt t="92130" x="5319713" y="5481638"/>
          <p14:tracePt t="92141" x="5380038" y="5481638"/>
          <p14:tracePt t="92152" x="5438775" y="5481638"/>
          <p14:tracePt t="92164" x="5456238" y="5481638"/>
          <p14:tracePt t="92175" x="5472113" y="5481638"/>
          <p14:tracePt t="92208" x="5481638" y="5481638"/>
          <p14:tracePt t="92209" x="5489575" y="5481638"/>
          <p14:tracePt t="92231" x="5497513" y="5481638"/>
          <p14:tracePt t="92243" x="5514975" y="5481638"/>
          <p14:tracePt t="92254" x="5524500" y="5481638"/>
          <p14:tracePt t="92265" x="5557838" y="5481638"/>
          <p14:tracePt t="92276" x="5575300" y="5481638"/>
          <p14:tracePt t="92288" x="5583238" y="5481638"/>
          <p14:tracePt t="92365" x="5591175" y="5481638"/>
          <p14:tracePt t="92367" x="5600700" y="5481638"/>
          <p14:tracePt t="92378" x="5600700" y="5489575"/>
          <p14:tracePt t="92389" x="5600700" y="5497513"/>
          <p14:tracePt t="92411" x="5600700" y="5507038"/>
          <p14:tracePt t="92422" x="5600700" y="5524500"/>
          <p14:tracePt t="92434" x="5600700" y="5549900"/>
          <p14:tracePt t="92445" x="5600700" y="5583238"/>
          <p14:tracePt t="92456" x="5600700" y="5616575"/>
          <p14:tracePt t="92468" x="5600700" y="5634038"/>
          <p14:tracePt t="92479" x="5600700" y="5668963"/>
          <p14:tracePt t="92490" x="5600700" y="5702300"/>
          <p14:tracePt t="92501" x="5575300" y="5735638"/>
          <p14:tracePt t="92513" x="5575300" y="5745163"/>
          <p14:tracePt t="92524" x="5575300" y="5753100"/>
          <p14:tracePt t="92535" x="5575300" y="5761038"/>
          <p14:tracePt t="92590" x="5575300" y="5770563"/>
          <p14:tracePt t="92592" x="5565775" y="5770563"/>
          <p14:tracePt t="92603" x="5557838" y="5778500"/>
          <p14:tracePt t="92614" x="5549900" y="5778500"/>
          <p14:tracePt t="92625" x="5540375" y="5778500"/>
          <p14:tracePt t="92636" x="5507038" y="5778500"/>
          <p14:tracePt t="92648" x="5456238" y="5788025"/>
          <p14:tracePt t="92659" x="5421313" y="5795963"/>
          <p14:tracePt t="92670" x="5395913" y="5795963"/>
          <p14:tracePt t="92681" x="5362575" y="5803900"/>
          <p14:tracePt t="92692" x="5327650" y="5821363"/>
          <p14:tracePt t="92705" x="5286375" y="5829300"/>
          <p14:tracePt t="92715" x="5268913" y="5829300"/>
          <p14:tracePt t="92726" x="5226050" y="5829300"/>
          <p14:tracePt t="92738" x="5183188" y="5829300"/>
          <p14:tracePt t="92749" x="5149850" y="5829300"/>
          <p14:tracePt t="92760" x="5099050" y="5829300"/>
          <p14:tracePt t="92771" x="5022850" y="5821363"/>
          <p14:tracePt t="92783" x="4954588" y="5821363"/>
          <p14:tracePt t="92794" x="4868863" y="5813425"/>
          <p14:tracePt t="92805" x="4784725" y="5813425"/>
          <p14:tracePt t="92816" x="4708525" y="5813425"/>
          <p14:tracePt t="92828" x="4665663" y="5813425"/>
          <p14:tracePt t="92839" x="4657725" y="5813425"/>
          <p14:tracePt t="92850" x="4614863" y="5813425"/>
          <p14:tracePt t="92861" x="4564063" y="5813425"/>
          <p14:tracePt t="92872" x="4521200" y="5821363"/>
          <p14:tracePt t="92884" x="4486275" y="5829300"/>
          <p14:tracePt t="92895" x="4427538" y="5829300"/>
          <p14:tracePt t="92906" x="4402138" y="5829300"/>
          <p14:tracePt t="92917" x="4359275" y="5829300"/>
          <p14:tracePt t="92929" x="4291013" y="5829300"/>
          <p14:tracePt t="92940" x="4249738" y="5829300"/>
          <p14:tracePt t="92951" x="4214813" y="5829300"/>
          <p14:tracePt t="92963" x="4206875" y="5829300"/>
          <p14:tracePt t="93019" x="4197350" y="5829300"/>
          <p14:tracePt t="93030" x="4189413" y="5829300"/>
          <p14:tracePt t="93053" x="4171950" y="5829300"/>
          <p14:tracePt t="93064" x="4164013" y="5829300"/>
          <p14:tracePt t="93075" x="4156075" y="5829300"/>
          <p14:tracePt t="93086" x="4138613" y="5821363"/>
          <p14:tracePt t="93104" x="4130675" y="5821363"/>
          <p14:tracePt t="93109" x="4130675" y="5813425"/>
          <p14:tracePt t="93130" x="4121150" y="5813425"/>
          <p14:tracePt t="93164" x="4113213" y="5803900"/>
          <p14:tracePt t="93524" x="4113213" y="5795963"/>
          <p14:tracePt t="93535" x="4121150" y="5795963"/>
          <p14:tracePt t="93537" x="4121150" y="5788025"/>
          <p14:tracePt t="93548" x="4130675" y="5788025"/>
          <p14:tracePt t="93559" x="4138613" y="5778500"/>
          <p14:tracePt t="93570" x="4146550" y="5770563"/>
          <p14:tracePt t="93581" x="4164013" y="5770563"/>
          <p14:tracePt t="93593" x="4171950" y="5770563"/>
          <p14:tracePt t="93604" x="4189413" y="5753100"/>
          <p14:tracePt t="93615" x="4197350" y="5745163"/>
          <p14:tracePt t="93626" x="4206875" y="5745163"/>
          <p14:tracePt t="93638" x="4206875" y="5735638"/>
          <p14:tracePt t="93649" x="4206875" y="5727700"/>
          <p14:tracePt t="93660" x="4214813" y="5719763"/>
          <p14:tracePt t="93683" x="4214813" y="5710238"/>
          <p14:tracePt t="93694" x="4214813" y="5702300"/>
          <p14:tracePt t="93705" x="4214813" y="5694363"/>
          <p14:tracePt t="93771" x="4214813" y="5684838"/>
          <p14:tracePt t="93773" x="4214813" y="5676900"/>
          <p14:tracePt t="93840" x="4224338" y="5668963"/>
          <p14:tracePt t="93851" x="4232275" y="5659438"/>
          <p14:tracePt t="93863" x="4232275" y="5651500"/>
          <p14:tracePt t="93874" x="4240213" y="5651500"/>
          <p14:tracePt t="93885" x="4249738" y="5651500"/>
          <p14:tracePt t="93896" x="4249738" y="5641975"/>
          <p14:tracePt t="93908" x="4257675" y="5641975"/>
          <p14:tracePt t="93919" x="4283075" y="5634038"/>
          <p14:tracePt t="93930" x="4316413" y="5616575"/>
          <p14:tracePt t="93941" x="4341813" y="5616575"/>
          <p14:tracePt t="93964" x="4376738" y="5616575"/>
          <p14:tracePt t="93975" x="4427538" y="5616575"/>
          <p14:tracePt t="93987" x="4452938" y="5616575"/>
          <p14:tracePt t="93998" x="4495800" y="5608638"/>
          <p14:tracePt t="94009" x="4529138" y="5600700"/>
          <p14:tracePt t="94020" x="4546600" y="5600700"/>
          <p14:tracePt t="94031" x="4554538" y="5600700"/>
          <p14:tracePt t="94043" x="4564063" y="5600700"/>
          <p14:tracePt t="94053" x="4572000" y="5600700"/>
          <p14:tracePt t="94065" x="4579938" y="5600700"/>
          <p14:tracePt t="94076" x="4605338" y="5591175"/>
          <p14:tracePt t="94089" x="4640263" y="5591175"/>
          <p14:tracePt t="94099" x="4657725" y="5591175"/>
          <p14:tracePt t="94110" x="4691063" y="5591175"/>
          <p14:tracePt t="94121" x="4733925" y="5591175"/>
          <p14:tracePt t="94133" x="4759325" y="5591175"/>
          <p14:tracePt t="94144" x="4784725" y="5591175"/>
          <p14:tracePt t="94155" x="4810125" y="5591175"/>
          <p14:tracePt t="94166" x="4835525" y="5591175"/>
          <p14:tracePt t="94178" x="4843463" y="5591175"/>
          <p14:tracePt t="94189" x="4860925" y="5591175"/>
          <p14:tracePt t="94200" x="4878388" y="5591175"/>
          <p14:tracePt t="94211" x="4894263" y="5591175"/>
          <p14:tracePt t="94223" x="4919663" y="5591175"/>
          <p14:tracePt t="94234" x="4929188" y="5591175"/>
          <p14:tracePt t="94245" x="4946650" y="5591175"/>
          <p14:tracePt t="94256" x="4954588" y="5591175"/>
          <p14:tracePt t="94279" x="4962525" y="5591175"/>
          <p14:tracePt t="94290" x="4972050" y="5591175"/>
          <p14:tracePt t="94301" x="4979988" y="5591175"/>
          <p14:tracePt t="94367" x="4979988" y="5600700"/>
          <p14:tracePt t="94379" x="4979988" y="5608638"/>
          <p14:tracePt t="94390" x="4979988" y="5616575"/>
          <p14:tracePt t="94392" x="4979988" y="5626100"/>
          <p14:tracePt t="94414" x="4962525" y="5641975"/>
          <p14:tracePt t="94425" x="4962525" y="5651500"/>
          <p14:tracePt t="94436" x="4954588" y="5651500"/>
          <p14:tracePt t="94447" x="4946650" y="5659438"/>
          <p14:tracePt t="94459" x="4937125" y="5668963"/>
          <p14:tracePt t="94481" x="4929188" y="5676900"/>
          <p14:tracePt t="94493" x="4919663" y="5676900"/>
          <p14:tracePt t="94504" x="4911725" y="5676900"/>
          <p14:tracePt t="94515" x="4903788" y="5676900"/>
          <p14:tracePt t="94526" x="4886325" y="5676900"/>
          <p14:tracePt t="94538" x="4843463" y="5676900"/>
          <p14:tracePt t="94549" x="4810125" y="5676900"/>
          <p14:tracePt t="94560" x="4759325" y="5676900"/>
          <p14:tracePt t="94571" x="4699000" y="5676900"/>
          <p14:tracePt t="94583" x="4657725" y="5676900"/>
          <p14:tracePt t="94594" x="4622800" y="5676900"/>
          <p14:tracePt t="94605" x="4597400" y="5676900"/>
          <p14:tracePt t="94616" x="4572000" y="5676900"/>
          <p14:tracePt t="94628" x="4546600" y="5676900"/>
          <p14:tracePt t="94639" x="4503738" y="5676900"/>
          <p14:tracePt t="94650" x="4470400" y="5676900"/>
          <p14:tracePt t="94661" x="4460875" y="5676900"/>
          <p14:tracePt t="96247" x="4452938" y="5676900"/>
          <p14:tracePt t="96415" x="4452938" y="5684838"/>
          <p14:tracePt t="96426" x="4445000" y="5684838"/>
          <p14:tracePt t="96428" x="4435475" y="5694363"/>
          <p14:tracePt t="96451" x="4427538" y="5694363"/>
          <p14:tracePt t="96462" x="4419600" y="5694363"/>
          <p14:tracePt t="96484" x="4410075" y="5694363"/>
          <p14:tracePt t="96495" x="4394200" y="5694363"/>
          <p14:tracePt t="96506" x="4351338" y="5694363"/>
          <p14:tracePt t="96518" x="4291013" y="5694363"/>
          <p14:tracePt t="96529" x="4197350" y="5694363"/>
          <p14:tracePt t="96540" x="4070350" y="5694363"/>
          <p14:tracePt t="96551" x="3925888" y="5694363"/>
          <p14:tracePt t="96562" x="3756025" y="5694363"/>
          <p14:tracePt t="96574" x="3619500" y="5694363"/>
          <p14:tracePt t="96585" x="3475038" y="5694363"/>
          <p14:tracePt t="96596" x="3365500" y="5694363"/>
          <p14:tracePt t="96607" x="3263900" y="5694363"/>
          <p14:tracePt t="96619" x="3178175" y="5694363"/>
          <p14:tracePt t="96630" x="3094038" y="5694363"/>
          <p14:tracePt t="96641" x="3008313" y="5694363"/>
          <p14:tracePt t="96653" x="2897188" y="5694363"/>
          <p14:tracePt t="96664" x="2778125" y="5694363"/>
          <p14:tracePt t="96675" x="2668588" y="5694363"/>
          <p14:tracePt t="96686" x="2557463" y="5694363"/>
          <p14:tracePt t="96697" x="2473325" y="5694363"/>
          <p14:tracePt t="96709" x="2371725" y="5694363"/>
          <p14:tracePt t="96720" x="2303463" y="5694363"/>
          <p14:tracePt t="96731" x="2243138" y="5694363"/>
          <p14:tracePt t="96743" x="2200275" y="5694363"/>
          <p14:tracePt t="96754" x="2149475" y="5702300"/>
          <p14:tracePt t="96765" x="2116138" y="5727700"/>
          <p14:tracePt t="96776" x="2082800" y="5727700"/>
          <p14:tracePt t="96799" x="2055813" y="5735638"/>
          <p14:tracePt t="96810" x="1997075" y="5753100"/>
          <p14:tracePt t="96821" x="1938338" y="5761038"/>
          <p14:tracePt t="96833" x="1819275" y="5770563"/>
          <p14:tracePt t="96844" x="1716088" y="5778500"/>
          <p14:tracePt t="96855" x="1631950" y="5795963"/>
          <p14:tracePt t="96866" x="1571625" y="5795963"/>
          <p14:tracePt t="96878" x="1530350" y="5795963"/>
          <p14:tracePt t="96889" x="1487488" y="5795963"/>
          <p14:tracePt t="96901" x="1477963" y="5795963"/>
          <p14:tracePt t="96922" x="1470025" y="5795963"/>
          <p14:tracePt t="96934" x="1462088" y="5795963"/>
          <p14:tracePt t="96945" x="1452563" y="5795963"/>
          <p14:tracePt t="96956" x="1436688" y="5795963"/>
          <p14:tracePt t="96968" x="1427163" y="5795963"/>
          <p14:tracePt t="96990" x="1411288" y="5795963"/>
          <p14:tracePt t="97045" x="1401763" y="5795963"/>
          <p14:tracePt t="97068" x="1401763" y="5788025"/>
          <p14:tracePt t="97090" x="1401763" y="5778500"/>
          <p14:tracePt t="97113" x="1401763" y="5770563"/>
          <p14:tracePt t="97203" x="1401763" y="5761038"/>
          <p14:tracePt t="97226" x="1411288" y="5761038"/>
          <p14:tracePt t="97238" x="1419225" y="5761038"/>
          <p14:tracePt t="97260" x="1427163" y="5761038"/>
          <p14:tracePt t="97271" x="1444625" y="5753100"/>
          <p14:tracePt t="97283" x="1462088" y="5735638"/>
          <p14:tracePt t="97294" x="1470025" y="5727700"/>
          <p14:tracePt t="97316" x="1477963" y="5727700"/>
          <p14:tracePt t="97327" x="1487488" y="5727700"/>
          <p14:tracePt t="97339" x="1495425" y="5719763"/>
          <p14:tracePt t="97350" x="1520825" y="5702300"/>
          <p14:tracePt t="97788" x="1530350" y="5702300"/>
          <p14:tracePt t="97789" x="1538288" y="5702300"/>
          <p14:tracePt t="97800" x="1546225" y="5694363"/>
          <p14:tracePt t="97812" x="1555750" y="5694363"/>
          <p14:tracePt t="97823" x="1563688" y="5694363"/>
          <p14:tracePt t="97845" x="1571625" y="5694363"/>
          <p14:tracePt t="97856" x="1589088" y="5694363"/>
          <p14:tracePt t="97868" x="1614488" y="5694363"/>
          <p14:tracePt t="97879" x="1639888" y="5694363"/>
          <p14:tracePt t="97890" x="1657350" y="5694363"/>
          <p14:tracePt t="97901" x="1665288" y="5694363"/>
          <p14:tracePt t="97912" x="1690688" y="5684838"/>
          <p14:tracePt t="97924" x="1708150" y="5684838"/>
          <p14:tracePt t="97935" x="1733550" y="5684838"/>
          <p14:tracePt t="97946" x="1766888" y="5684838"/>
          <p14:tracePt t="97958" x="1801813" y="5684838"/>
          <p14:tracePt t="97969" x="1844675" y="5684838"/>
          <p14:tracePt t="97980" x="1903413" y="5684838"/>
          <p14:tracePt t="97991" x="1946275" y="5684838"/>
          <p14:tracePt t="98002" x="1979613" y="5684838"/>
          <p14:tracePt t="98014" x="1997075" y="5684838"/>
          <p14:tracePt t="98025" x="2030413" y="5684838"/>
          <p14:tracePt t="98036" x="2055813" y="5684838"/>
          <p14:tracePt t="98047" x="2082800" y="5684838"/>
          <p14:tracePt t="98059" x="2116138" y="5684838"/>
          <p14:tracePt t="98070" x="2159000" y="5684838"/>
          <p14:tracePt t="98081" x="2217738" y="5668963"/>
          <p14:tracePt t="98101" x="2286000" y="5668963"/>
          <p14:tracePt t="98104" x="2362200" y="5668963"/>
          <p14:tracePt t="98115" x="2447925" y="5668963"/>
          <p14:tracePt t="98126" x="2506663" y="5668963"/>
          <p14:tracePt t="98138" x="2557463" y="5668963"/>
          <p14:tracePt t="98149" x="2608263" y="5668963"/>
          <p14:tracePt t="98183" x="2617788" y="5668963"/>
          <p14:tracePt t="98194" x="2625725" y="5668963"/>
          <p14:tracePt t="98216" x="2633663" y="5676900"/>
          <p14:tracePt t="98228" x="2668588" y="5694363"/>
          <p14:tracePt t="98239" x="2676525" y="5694363"/>
          <p14:tracePt t="98250" x="2701925" y="5710238"/>
          <p14:tracePt t="98261" x="2736850" y="5735638"/>
          <p14:tracePt t="98273" x="2752725" y="5753100"/>
          <p14:tracePt t="98284" x="2752725" y="5761038"/>
          <p14:tracePt t="98295" x="2762250" y="5770563"/>
          <p14:tracePt t="98373" x="2762250" y="5778500"/>
          <p14:tracePt t="98406" x="2770188" y="5778500"/>
          <p14:tracePt t="98418" x="2778125" y="5778500"/>
          <p14:tracePt t="98429" x="2787650" y="5778500"/>
          <p14:tracePt t="98463" x="2795588" y="5778500"/>
          <p14:tracePt t="98464" x="2805113" y="5778500"/>
          <p14:tracePt t="98553" x="2805113" y="5788025"/>
          <p14:tracePt t="98575" x="2813050" y="5795963"/>
          <p14:tracePt t="98992" x="2830513" y="5795963"/>
          <p14:tracePt t="99126" x="2846388" y="5795963"/>
          <p14:tracePt t="99364" x="2838450" y="5795963"/>
          <p14:tracePt t="99375" x="2830513" y="5795963"/>
          <p14:tracePt t="99386" x="2820988" y="5795963"/>
          <p14:tracePt t="99398" x="2813050" y="5795963"/>
          <p14:tracePt t="99420" x="2805113" y="5795963"/>
          <p14:tracePt t="99442" x="2795588" y="5795963"/>
          <p14:tracePt t="99443" x="2787650" y="5795963"/>
          <p14:tracePt t="99465" x="2778125" y="5795963"/>
          <p14:tracePt t="99476" x="2770188" y="5795963"/>
          <p14:tracePt t="99488" x="2744788" y="5788025"/>
          <p14:tracePt t="99500" x="2693988" y="5778500"/>
          <p14:tracePt t="99510" x="2668588" y="5778500"/>
          <p14:tracePt t="99521" x="2608263" y="5770563"/>
          <p14:tracePt t="99533" x="2592388" y="5770563"/>
          <p14:tracePt t="99544" x="2566988" y="5753100"/>
          <p14:tracePt t="99576" x="2557463" y="5753100"/>
          <p14:tracePt t="99578" x="2549525" y="5753100"/>
          <p14:tracePt t="99600" x="2541588" y="5753100"/>
          <p14:tracePt t="99611" x="2532063" y="5753100"/>
          <p14:tracePt t="99655" x="2532063" y="5745163"/>
          <p14:tracePt t="99758" x="2541588" y="5745163"/>
          <p14:tracePt t="99780" x="2549525" y="5753100"/>
          <p14:tracePt t="99791" x="2566988" y="5753100"/>
          <p14:tracePt t="99803" x="2582863" y="5753100"/>
          <p14:tracePt t="99814" x="2617788" y="5761038"/>
          <p14:tracePt t="99825" x="2660650" y="5761038"/>
          <p14:tracePt t="99836" x="2686050" y="5770563"/>
          <p14:tracePt t="99848" x="2711450" y="5770563"/>
          <p14:tracePt t="99859" x="2719388" y="5770563"/>
          <p14:tracePt t="99903" x="2727325" y="5770563"/>
          <p14:tracePt t="99904" x="2744788" y="5770563"/>
          <p14:tracePt t="99926" x="2762250" y="5778500"/>
          <p14:tracePt t="99938" x="2770188" y="5778500"/>
          <p14:tracePt t="99960" x="2778125" y="5778500"/>
          <p14:tracePt t="99971" x="2787650" y="5778500"/>
          <p14:tracePt t="99994" x="2795588" y="5778500"/>
          <p14:tracePt t="100005" x="2805113" y="5778500"/>
          <p14:tracePt t="100016" x="2813050" y="5778500"/>
          <p14:tracePt t="100039" x="2830513" y="5778500"/>
          <p14:tracePt t="100050" x="2838450" y="5778500"/>
          <p14:tracePt t="100061" x="2863850" y="5778500"/>
          <p14:tracePt t="100073" x="2881313" y="5778500"/>
          <p14:tracePt t="100095" x="2889250" y="5778500"/>
          <p14:tracePt t="100150" x="2897188" y="5778500"/>
          <p14:tracePt t="100152" x="2906713" y="5778500"/>
          <p14:tracePt t="100174" x="2922588" y="5778500"/>
          <p14:tracePt t="100196" x="2940050" y="5778500"/>
          <p14:tracePt t="100208" x="2949575" y="5778500"/>
          <p14:tracePt t="100219" x="2957513" y="5753100"/>
          <p14:tracePt t="100230" x="2965450" y="5753100"/>
          <p14:tracePt t="100241" x="2974975" y="5753100"/>
          <p14:tracePt t="100252" x="2982913" y="5745163"/>
          <p14:tracePt t="100264" x="2990850" y="5745163"/>
          <p14:tracePt t="100275" x="3000375" y="5745163"/>
          <p14:tracePt t="100353" x="3008313" y="5745163"/>
          <p14:tracePt t="100354" x="3008313" y="5735638"/>
          <p14:tracePt t="100365" x="3008313" y="5727700"/>
          <p14:tracePt t="100388" x="3000375" y="5719763"/>
          <p14:tracePt t="100399" x="2982913" y="5710238"/>
          <p14:tracePt t="100410" x="2932113" y="5694363"/>
          <p14:tracePt t="100421" x="2881313" y="5684838"/>
          <p14:tracePt t="100433" x="2863850" y="5676900"/>
          <p14:tracePt t="100444" x="2805113" y="5668963"/>
          <p14:tracePt t="100455" x="2744788" y="5659438"/>
          <p14:tracePt t="100466" x="2686050" y="5641975"/>
          <p14:tracePt t="100477" x="2625725" y="5634038"/>
          <p14:tracePt t="100489" x="2582863" y="5626100"/>
          <p14:tracePt t="100500" x="2541588" y="5626100"/>
          <p14:tracePt t="100511" x="2498725" y="5626100"/>
          <p14:tracePt t="100523" x="2447925" y="5626100"/>
          <p14:tracePt t="100534" x="2397125" y="5626100"/>
          <p14:tracePt t="100545" x="2311400" y="5626100"/>
          <p14:tracePt t="100556" x="2227263" y="5626100"/>
          <p14:tracePt t="100568" x="2133600" y="5626100"/>
          <p14:tracePt t="100579" x="2047875" y="5626100"/>
          <p14:tracePt t="100590" x="1954213" y="5634038"/>
          <p14:tracePt t="100601" x="1878013" y="5641975"/>
          <p14:tracePt t="100613" x="1819275" y="5651500"/>
          <p14:tracePt t="100624" x="1776413" y="5659438"/>
          <p14:tracePt t="100635" x="1733550" y="5676900"/>
          <p14:tracePt t="100646" x="1725613" y="5684838"/>
          <p14:tracePt t="100669" x="1708150" y="5702300"/>
          <p14:tracePt t="100681" x="1700213" y="5710238"/>
          <p14:tracePt t="100701" x="1690688" y="5719763"/>
          <p14:tracePt t="100713" x="1690688" y="5735638"/>
          <p14:tracePt t="100735" x="1682750" y="5735638"/>
          <p14:tracePt t="100736" x="1665288" y="5735638"/>
          <p14:tracePt t="100748" x="1657350" y="5735638"/>
          <p14:tracePt t="100759" x="1649413" y="5735638"/>
          <p14:tracePt t="100770" x="1639888" y="5735638"/>
          <p14:tracePt t="100781" x="1631950" y="5735638"/>
          <p14:tracePt t="100793" x="1614488" y="5745163"/>
          <p14:tracePt t="100804" x="1606550" y="5745163"/>
          <p14:tracePt t="101063" x="1614488" y="5745163"/>
          <p14:tracePt t="101074" x="1622425" y="5745163"/>
          <p14:tracePt t="101096" x="1631950" y="5735638"/>
          <p14:tracePt t="101108" x="1649413" y="5735638"/>
          <p14:tracePt t="101119" x="1665288" y="5727700"/>
          <p14:tracePt t="101130" x="1674813" y="5719763"/>
          <p14:tracePt t="101141" x="1682750" y="5719763"/>
          <p14:tracePt t="101253" x="1682750" y="5710238"/>
          <p14:tracePt t="101254" x="1682750" y="5702300"/>
          <p14:tracePt t="101275" x="1690688" y="5702300"/>
          <p14:tracePt t="101277" x="1700213" y="5694363"/>
          <p14:tracePt t="101309" x="1708150" y="5694363"/>
          <p14:tracePt t="101310" x="1708150" y="5684838"/>
          <p14:tracePt t="101323" x="1716088" y="5684838"/>
          <p14:tracePt t="101333" x="1725613" y="5684838"/>
          <p14:tracePt t="101355" x="1733550" y="5684838"/>
          <p14:tracePt t="101366" x="1766888" y="5684838"/>
          <p14:tracePt t="101377" x="1827213" y="5684838"/>
          <p14:tracePt t="101389" x="1852613" y="5684838"/>
          <p14:tracePt t="101400" x="1903413" y="5684838"/>
          <p14:tracePt t="101411" x="1989138" y="5684838"/>
          <p14:tracePt t="101423" x="2073275" y="5684838"/>
          <p14:tracePt t="101434" x="2174875" y="5702300"/>
          <p14:tracePt t="101445" x="2278063" y="5702300"/>
          <p14:tracePt t="101456" x="2387600" y="5702300"/>
          <p14:tracePt t="101467" x="2489200" y="5702300"/>
          <p14:tracePt t="101479" x="2592388" y="5702300"/>
          <p14:tracePt t="101490" x="2676525" y="5702300"/>
          <p14:tracePt t="101513" x="2770188" y="5702300"/>
          <p14:tracePt t="101524" x="2871788" y="5710238"/>
          <p14:tracePt t="101535" x="2982913" y="5719763"/>
          <p14:tracePt t="101547" x="3246438" y="5753100"/>
          <p14:tracePt t="101558" x="3467100" y="5778500"/>
          <p14:tracePt t="101569" x="3629025" y="5803900"/>
          <p14:tracePt t="101580" x="3756025" y="5821363"/>
          <p14:tracePt t="101591" x="3875088" y="5821363"/>
          <p14:tracePt t="101603" x="3960813" y="5821363"/>
          <p14:tracePt t="101614" x="4011613" y="5821363"/>
          <p14:tracePt t="101625" x="4070350" y="5821363"/>
          <p14:tracePt t="101636" x="4130675" y="5821363"/>
          <p14:tracePt t="101648" x="4197350" y="5821363"/>
          <p14:tracePt t="101659" x="4283075" y="5829300"/>
          <p14:tracePt t="101670" x="4384675" y="5838825"/>
          <p14:tracePt t="101681" x="4486275" y="5864225"/>
          <p14:tracePt t="101692" x="4589463" y="5872163"/>
          <p14:tracePt t="101704" x="4691063" y="5897563"/>
          <p14:tracePt t="101715" x="4775200" y="5905500"/>
          <p14:tracePt t="101726" x="4852988" y="5905500"/>
          <p14:tracePt t="101738" x="4903788" y="5905500"/>
          <p14:tracePt t="101749" x="4937125" y="5905500"/>
          <p14:tracePt t="101760" x="4972050" y="5905500"/>
          <p14:tracePt t="101771" x="4997450" y="5905500"/>
          <p14:tracePt t="101783" x="5005388" y="5905500"/>
          <p14:tracePt t="101794" x="5030788" y="5905500"/>
          <p14:tracePt t="101805" x="5048250" y="5905500"/>
          <p14:tracePt t="101828" x="5064125" y="5905500"/>
          <p14:tracePt t="101839" x="5091113" y="5905500"/>
          <p14:tracePt t="101850" x="5099050" y="5905500"/>
          <p14:tracePt t="101861" x="5106988" y="5905500"/>
          <p14:tracePt t="101873" x="5116513" y="5905500"/>
          <p14:tracePt t="101884" x="5124450" y="5905500"/>
          <p14:tracePt t="101906" x="5132388" y="5897563"/>
          <p14:tracePt t="101918" x="5141913" y="5889625"/>
          <p14:tracePt t="101940" x="5157788" y="5889625"/>
          <p14:tracePt t="101951" x="5167313" y="5880100"/>
          <p14:tracePt t="102153" x="5175250" y="5872163"/>
          <p14:tracePt t="102569" x="5183188" y="5872163"/>
          <p14:tracePt t="102571" x="5167313" y="5872163"/>
          <p14:tracePt t="102581" x="5157788" y="5872163"/>
          <p14:tracePt t="102593" x="5132388" y="5864225"/>
          <p14:tracePt t="102604" x="5091113" y="5864225"/>
          <p14:tracePt t="102615" x="5073650" y="5864225"/>
          <p14:tracePt t="102626" x="5030788" y="5864225"/>
          <p14:tracePt t="102638" x="4987925" y="5864225"/>
          <p14:tracePt t="102649" x="4929188" y="5864225"/>
          <p14:tracePt t="102660" x="4886325" y="5864225"/>
          <p14:tracePt t="102671" x="4843463" y="5864225"/>
          <p14:tracePt t="102683" x="4784725" y="5864225"/>
          <p14:tracePt t="102694" x="4724400" y="5864225"/>
          <p14:tracePt t="102705" x="4640263" y="5854700"/>
          <p14:tracePt t="102716" x="4513263" y="5846763"/>
          <p14:tracePt t="102728" x="4368800" y="5829300"/>
          <p14:tracePt t="102739" x="4189413" y="5821363"/>
          <p14:tracePt t="102750" x="4011613" y="5803900"/>
          <p14:tracePt t="102762" x="3824288" y="5795963"/>
          <p14:tracePt t="102773" x="3646488" y="5778500"/>
          <p14:tracePt t="102784" x="3517900" y="5770563"/>
          <p14:tracePt t="102795" x="3398838" y="5753100"/>
          <p14:tracePt t="102806" x="3330575" y="5753100"/>
          <p14:tracePt t="102818" x="3289300" y="5753100"/>
          <p14:tracePt t="102829" x="3271838" y="5753100"/>
          <p14:tracePt t="102840" x="3263900" y="5753100"/>
          <p14:tracePt t="102851" x="3228975" y="5753100"/>
          <p14:tracePt t="102863" x="3186113" y="5753100"/>
          <p14:tracePt t="102874" x="3152775" y="5753100"/>
          <p14:tracePt t="102885" x="3101975" y="5753100"/>
          <p14:tracePt t="102896" x="3041650" y="5753100"/>
          <p14:tracePt t="102907" x="2974975" y="5753100"/>
          <p14:tracePt t="102919" x="2922588" y="5753100"/>
          <p14:tracePt t="102930" x="2881313" y="5753100"/>
          <p14:tracePt t="102941" x="2838450" y="5753100"/>
          <p14:tracePt t="102953" x="2805113" y="5753100"/>
          <p14:tracePt t="102964" x="2762250" y="5753100"/>
          <p14:tracePt t="102975" x="2719388" y="5745163"/>
          <p14:tracePt t="102986" x="2676525" y="5735638"/>
          <p14:tracePt t="102998" x="2617788" y="5735638"/>
          <p14:tracePt t="103009" x="2582863" y="5735638"/>
          <p14:tracePt t="103030" x="2574925" y="5735638"/>
          <p14:tracePt t="103043" x="2566988" y="5735638"/>
          <p14:tracePt t="103054" x="2549525" y="5735638"/>
          <p14:tracePt t="103076" x="2532063" y="5735638"/>
          <p14:tracePt t="103088" x="2498725" y="5735638"/>
          <p14:tracePt t="103099" x="2481263" y="5735638"/>
          <p14:tracePt t="103110" x="2463800" y="5735638"/>
          <p14:tracePt t="103121" x="2455863" y="5735638"/>
          <p14:tracePt t="103133" x="2430463" y="5735638"/>
          <p14:tracePt t="103176" x="2430463" y="5727700"/>
          <p14:tracePt t="103210" x="2438400" y="5727700"/>
          <p14:tracePt t="103221" x="2447925" y="5727700"/>
          <p14:tracePt t="103234" x="2455863" y="5727700"/>
          <p14:tracePt t="103245" x="2463800" y="5727700"/>
          <p14:tracePt t="103256" x="2481263" y="5727700"/>
          <p14:tracePt t="103268" x="2489200" y="5727700"/>
          <p14:tracePt t="103279" x="2506663" y="5727700"/>
          <p14:tracePt t="103290" x="2557463" y="5727700"/>
          <p14:tracePt t="103301" x="2617788" y="5727700"/>
          <p14:tracePt t="103313" x="2676525" y="5727700"/>
          <p14:tracePt t="103324" x="2701925" y="5727700"/>
          <p14:tracePt t="103335" x="2762250" y="5727700"/>
          <p14:tracePt t="103346" x="2830513" y="5727700"/>
          <p14:tracePt t="103357" x="2906713" y="5727700"/>
          <p14:tracePt t="103369" x="2990850" y="5727700"/>
          <p14:tracePt t="103380" x="3084513" y="5727700"/>
          <p14:tracePt t="103391" x="3195638" y="5727700"/>
          <p14:tracePt t="103403" x="3314700" y="5727700"/>
          <p14:tracePt t="103414" x="3441700" y="5727700"/>
          <p14:tracePt t="103425" x="3535363" y="5727700"/>
          <p14:tracePt t="103436" x="3654425" y="5727700"/>
          <p14:tracePt t="103448" x="3763963" y="5727700"/>
          <p14:tracePt t="103459" x="3875088" y="5727700"/>
          <p14:tracePt t="103470" x="3986213" y="5727700"/>
          <p14:tracePt t="103481" x="4070350" y="5727700"/>
          <p14:tracePt t="103492" x="4164013" y="5727700"/>
          <p14:tracePt t="103504" x="4232275" y="5727700"/>
          <p14:tracePt t="103515" x="4316413" y="5727700"/>
          <p14:tracePt t="103526" x="4402138" y="5727700"/>
          <p14:tracePt t="103538" x="4486275" y="5727700"/>
          <p14:tracePt t="103549" x="4572000" y="5727700"/>
          <p14:tracePt t="103560" x="4657725" y="5727700"/>
          <p14:tracePt t="103571" x="4741863" y="5727700"/>
          <p14:tracePt t="103582" x="4827588" y="5727700"/>
          <p14:tracePt t="103595" x="4903788" y="5727700"/>
          <p14:tracePt t="103605" x="4954588" y="5727700"/>
          <p14:tracePt t="103616" x="5013325" y="5727700"/>
          <p14:tracePt t="103628" x="5056188" y="5727700"/>
          <p14:tracePt t="103639" x="5091113" y="5727700"/>
          <p14:tracePt t="103650" x="5106988" y="5727700"/>
          <p14:tracePt t="104448" x="5116513" y="5727700"/>
          <p14:tracePt t="104561" x="5116513" y="5710238"/>
          <p14:tracePt t="104573" x="5116513" y="5694363"/>
          <p14:tracePt t="104595" x="5091113" y="5676900"/>
          <p14:tracePt t="104606" x="5081588" y="5676900"/>
          <p14:tracePt t="104618" x="5056188" y="5676900"/>
          <p14:tracePt t="104629" x="4962525" y="5668963"/>
          <p14:tracePt t="104640" x="4818063" y="5651500"/>
          <p14:tracePt t="104651" x="4648200" y="5651500"/>
          <p14:tracePt t="104663" x="4445000" y="5651500"/>
          <p14:tracePt t="104674" x="4240213" y="5651500"/>
          <p14:tracePt t="104685" x="4070350" y="5651500"/>
          <p14:tracePt t="104696" x="3917950" y="5651500"/>
          <p14:tracePt t="104708" x="3773488" y="5651500"/>
          <p14:tracePt t="104719" x="3629025" y="5651500"/>
          <p14:tracePt t="104730" x="3459163" y="5641975"/>
          <p14:tracePt t="104741" x="3246438" y="5626100"/>
          <p14:tracePt t="104753" x="2974975" y="5608638"/>
          <p14:tracePt t="104764" x="2711450" y="5591175"/>
          <p14:tracePt t="104775" x="2473325" y="5583238"/>
          <p14:tracePt t="104786" x="2252663" y="5549900"/>
          <p14:tracePt t="104798" x="2124075" y="5540375"/>
          <p14:tracePt t="104809" x="2116138" y="5540375"/>
          <p14:tracePt t="104820" x="2108200" y="5540375"/>
          <p14:tracePt t="104832" x="2098675" y="5540375"/>
          <p14:tracePt t="104876" x="2108200" y="5540375"/>
          <p14:tracePt t="104899" x="2133600" y="5540375"/>
          <p14:tracePt t="104910" x="2149475" y="5540375"/>
          <p14:tracePt t="104921" x="2209800" y="5540375"/>
          <p14:tracePt t="104933" x="2235200" y="5540375"/>
          <p14:tracePt t="104944" x="2260600" y="5540375"/>
          <p14:tracePt t="104955" x="2286000" y="5549900"/>
          <p14:tracePt t="104966" x="2293938" y="5549900"/>
          <p14:tracePt t="104989" x="2311400" y="5549900"/>
          <p14:tracePt t="105000" x="2319338" y="5557838"/>
          <p14:tracePt t="105011" x="2336800" y="5565775"/>
          <p14:tracePt t="105023" x="2379663" y="5575300"/>
          <p14:tracePt t="105034" x="2481263" y="5583238"/>
          <p14:tracePt t="105045" x="2686050" y="5626100"/>
          <p14:tracePt t="105056" x="3101975" y="5659438"/>
          <p14:tracePt t="105068" x="3543300" y="5702300"/>
          <p14:tracePt t="105079" x="4011613" y="5745163"/>
          <p14:tracePt t="105090" x="4452938" y="5778500"/>
          <p14:tracePt t="105110" x="4749800" y="5795963"/>
          <p14:tracePt t="105113" x="4868863" y="5795963"/>
          <p14:tracePt t="105190" x="4860925" y="5795963"/>
          <p14:tracePt t="105224" x="4860925" y="5788025"/>
          <p14:tracePt t="105226" x="4860925" y="5778500"/>
          <p14:tracePt t="107103" x="4860925" y="5770563"/>
          <p14:tracePt t="107105" x="4860925" y="5761038"/>
          <p14:tracePt t="107115" x="4852988" y="5753100"/>
          <p14:tracePt t="107126" x="4827588" y="5745163"/>
          <p14:tracePt t="107138" x="4818063" y="5745163"/>
          <p14:tracePt t="107149" x="4810125" y="5735638"/>
          <p14:tracePt t="107160" x="4792663" y="5727700"/>
          <p14:tracePt t="107171" x="4784725" y="5719763"/>
          <p14:tracePt t="107238" x="4775200" y="5719763"/>
          <p14:tracePt t="107239" x="4767263" y="5702300"/>
          <p14:tracePt t="107250" x="4767263" y="5694363"/>
          <p14:tracePt t="107261" x="4759325" y="5684838"/>
          <p14:tracePt t="107272" x="4759325" y="5676900"/>
          <p14:tracePt t="107284" x="4749800" y="5641975"/>
          <p14:tracePt t="107295" x="4741863" y="5608638"/>
          <p14:tracePt t="107306" x="4741863" y="5575300"/>
          <p14:tracePt t="107318" x="4741863" y="5532438"/>
          <p14:tracePt t="107329" x="4741863" y="5489575"/>
          <p14:tracePt t="107340" x="4741863" y="5464175"/>
          <p14:tracePt t="107351" x="4741863" y="5438775"/>
          <p14:tracePt t="107363" x="4741863" y="5395913"/>
          <p14:tracePt t="107375" x="4749800" y="5337175"/>
          <p14:tracePt t="107385" x="4749800" y="5286375"/>
          <p14:tracePt t="107396" x="4749800" y="5235575"/>
          <p14:tracePt t="107408" x="4749800" y="5167313"/>
          <p14:tracePt t="107419" x="4759325" y="5064125"/>
          <p14:tracePt t="107430" x="4775200" y="4937125"/>
          <p14:tracePt t="107441" x="4792663" y="4810125"/>
          <p14:tracePt t="107453" x="4818063" y="4683125"/>
          <p14:tracePt t="107464" x="4827588" y="4554538"/>
          <p14:tracePt t="107475" x="4843463" y="4435475"/>
          <p14:tracePt t="107486" x="4852988" y="4325938"/>
          <p14:tracePt t="107498" x="4852988" y="4224338"/>
          <p14:tracePt t="107509" x="4852988" y="4130675"/>
          <p14:tracePt t="107520" x="4843463" y="4027488"/>
          <p14:tracePt t="107531" x="4802188" y="3908425"/>
          <p14:tracePt t="107543" x="4767263" y="3806825"/>
          <p14:tracePt t="107554" x="4733925" y="3687763"/>
          <p14:tracePt t="107565" x="4716463" y="3578225"/>
          <p14:tracePt t="107577" x="4691063" y="3475038"/>
          <p14:tracePt t="107587" x="4665663" y="3355975"/>
          <p14:tracePt t="107599" x="4648200" y="3271838"/>
          <p14:tracePt t="107610" x="4630738" y="3170238"/>
          <p14:tracePt t="107621" x="4622800" y="3059113"/>
          <p14:tracePt t="107633" x="4622800" y="2940050"/>
          <p14:tracePt t="107644" x="4622800" y="2813050"/>
          <p14:tracePt t="107655" x="4648200" y="2701925"/>
          <p14:tracePt t="107666" x="4657725" y="2574925"/>
          <p14:tracePt t="107678" x="4657725" y="2447925"/>
          <p14:tracePt t="107689" x="4657725" y="2319338"/>
          <p14:tracePt t="107700" x="4657725" y="2209800"/>
          <p14:tracePt t="107711" x="4622800" y="2098675"/>
          <p14:tracePt t="107722" x="4589463" y="2030413"/>
          <p14:tracePt t="107734" x="4538663" y="1963738"/>
          <p14:tracePt t="107745" x="4470400" y="1903413"/>
          <p14:tracePt t="107756" x="4410075" y="1852613"/>
          <p14:tracePt t="107768" x="4325938" y="1809750"/>
          <p14:tracePt t="107779" x="4265613" y="1758950"/>
          <p14:tracePt t="107791" x="4224338" y="1708150"/>
          <p14:tracePt t="107801" x="4206875" y="1690688"/>
          <p14:tracePt t="107813" x="4206875" y="1665288"/>
          <p14:tracePt t="107825" x="4206875" y="1657350"/>
          <p14:tracePt t="107835" x="4206875" y="1639888"/>
          <p14:tracePt t="107846" x="4206875" y="1631950"/>
          <p14:tracePt t="107858" x="4214813" y="1606550"/>
          <p14:tracePt t="107869" x="4240213" y="1563688"/>
          <p14:tracePt t="107880" x="4265613" y="1530350"/>
          <p14:tracePt t="107891" x="4291013" y="1477963"/>
          <p14:tracePt t="107903" x="4300538" y="1393825"/>
          <p14:tracePt t="107914" x="4300538" y="1282700"/>
          <p14:tracePt t="107925" x="4300538" y="1138238"/>
          <p14:tracePt t="107936" x="4300538" y="985838"/>
          <p14:tracePt t="107948" x="4308475" y="849313"/>
          <p14:tracePt t="107959" x="4333875" y="714375"/>
          <p14:tracePt t="107970" x="4384675" y="603250"/>
          <p14:tracePt t="107981" x="4427538" y="509588"/>
          <p14:tracePt t="107992" x="4478338" y="441325"/>
          <p14:tracePt t="108004" x="4529138" y="407988"/>
          <p14:tracePt t="108015" x="4579938" y="382588"/>
          <p14:tracePt t="108026" x="4614863" y="374650"/>
          <p14:tracePt t="108038" x="4648200" y="374650"/>
          <p14:tracePt t="108060" x="4665663" y="374650"/>
          <p14:tracePt t="108071" x="4708525" y="374650"/>
          <p14:tracePt t="108083" x="4767263" y="365125"/>
          <p14:tracePt t="108094" x="4792663" y="357188"/>
          <p14:tracePt t="108109" x="4818063" y="347663"/>
          <p14:tracePt t="108116" x="4852988" y="339725"/>
          <p14:tracePt t="108128" x="4860925" y="339725"/>
          <p14:tracePt t="108139" x="4868863" y="339725"/>
          <p14:tracePt t="108161" x="4886325" y="339725"/>
          <p14:tracePt t="108173" x="4911725" y="339725"/>
          <p14:tracePt t="108184" x="4962525" y="339725"/>
          <p14:tracePt t="108195" x="5005388" y="339725"/>
          <p14:tracePt t="108207" x="5048250" y="339725"/>
          <p14:tracePt t="108217" x="5081588" y="347663"/>
          <p14:tracePt t="108229" x="5132388" y="365125"/>
          <p14:tracePt t="108241" x="5167313" y="382588"/>
          <p14:tracePt t="108251" x="5183188" y="400050"/>
          <p14:tracePt t="108263" x="5183188" y="407988"/>
          <p14:tracePt t="108274" x="5183188" y="415925"/>
          <p14:tracePt t="108285" x="5183188" y="425450"/>
          <p14:tracePt t="108296" x="5183188" y="433388"/>
          <p14:tracePt t="108351" x="5183188" y="441325"/>
          <p14:tracePt t="108353" x="5183188" y="450850"/>
          <p14:tracePt t="108364" x="5183188" y="458788"/>
          <p14:tracePt t="108375" x="5183188" y="466725"/>
          <p14:tracePt t="108386" x="5175250" y="484188"/>
          <p14:tracePt t="108409" x="5141913" y="509588"/>
          <p14:tracePt t="108421" x="5106988" y="534988"/>
          <p14:tracePt t="108431" x="5073650" y="552450"/>
          <p14:tracePt t="108443" x="5056188" y="569913"/>
          <p14:tracePt t="108454" x="5048250" y="585788"/>
          <p14:tracePt t="108622" x="5038725" y="577850"/>
          <p14:tracePt t="108746" x="5038725" y="569913"/>
          <p14:tracePt t="108757" x="5048250" y="560388"/>
          <p14:tracePt t="108780" x="5064125" y="560388"/>
          <p14:tracePt t="108791" x="5073650" y="560388"/>
          <p14:tracePt t="108814" x="5106988" y="560388"/>
          <p14:tracePt t="108825" x="5132388" y="560388"/>
          <p14:tracePt t="108836" x="5157788" y="560388"/>
          <p14:tracePt t="108848" x="5192713" y="560388"/>
          <p14:tracePt t="108859" x="5235575" y="560388"/>
          <p14:tracePt t="108870" x="5260975" y="560388"/>
          <p14:tracePt t="108881" x="5286375" y="560388"/>
          <p14:tracePt t="108893" x="5294313" y="560388"/>
          <p14:tracePt t="108904" x="5302250" y="560388"/>
          <p14:tracePt t="108915" x="5311775" y="560388"/>
          <p14:tracePt t="108926" x="5327650" y="560388"/>
          <p14:tracePt t="108937" x="5353050" y="560388"/>
          <p14:tracePt t="108960" x="5380038" y="560388"/>
          <p14:tracePt t="108972" x="5421313" y="560388"/>
          <p14:tracePt t="108983" x="5456238" y="560388"/>
          <p14:tracePt t="108994" x="5481638" y="560388"/>
          <p14:tracePt t="109016" x="5489575" y="560388"/>
          <p14:tracePt t="109038" x="5497513" y="560388"/>
          <p14:tracePt t="109039" x="5507038" y="560388"/>
          <p14:tracePt t="109050" x="5514975" y="560388"/>
          <p14:tracePt t="109061" x="5524500" y="560388"/>
          <p14:tracePt t="109084" x="5540375" y="560388"/>
          <p14:tracePt t="109095" x="5549900" y="560388"/>
          <p14:tracePt t="109109" x="5583238" y="560388"/>
          <p14:tracePt t="109184" x="5591175" y="560388"/>
          <p14:tracePt t="109195" x="5600700" y="560388"/>
          <p14:tracePt t="109240" x="5608638" y="560388"/>
          <p14:tracePt t="109242" x="5616575" y="560388"/>
          <p14:tracePt t="109264" x="5626100" y="560388"/>
          <p14:tracePt t="109275" x="5634038" y="560388"/>
          <p14:tracePt t="109286" x="5641975" y="560388"/>
          <p14:tracePt t="109309" x="5659438" y="560388"/>
          <p14:tracePt t="109320" x="5676900" y="560388"/>
          <p14:tracePt t="109331" x="5684838" y="560388"/>
          <p14:tracePt t="109343" x="5694363" y="560388"/>
          <p14:tracePt t="109354" x="5702300" y="560388"/>
          <p14:tracePt t="109376" x="5710238" y="560388"/>
          <p14:tracePt t="109388" x="5719763" y="560388"/>
          <p14:tracePt t="109410" x="5727700" y="560388"/>
          <p14:tracePt t="109421" x="5735638" y="560388"/>
          <p14:tracePt t="109433" x="5745163" y="560388"/>
          <p14:tracePt t="109444" x="5753100" y="560388"/>
          <p14:tracePt t="109455" x="5761038" y="560388"/>
          <p14:tracePt t="109466" x="5770563" y="560388"/>
          <p14:tracePt t="109500" x="5795963" y="560388"/>
          <p14:tracePt t="109523" x="5803900" y="552450"/>
          <p14:tracePt t="109534" x="5813425" y="544513"/>
          <p14:tracePt t="109545" x="5813425" y="534988"/>
          <p14:tracePt t="109556" x="5821363" y="534988"/>
          <p14:tracePt t="109568" x="5829300" y="509588"/>
          <p14:tracePt t="109579" x="5838825" y="509588"/>
          <p14:tracePt t="109591" x="5854700" y="476250"/>
          <p14:tracePt t="109601" x="5854700" y="466725"/>
          <p14:tracePt t="109613" x="5864225" y="466725"/>
          <p14:tracePt t="109624" x="5872163" y="458788"/>
          <p14:tracePt t="109645" x="5872163" y="450850"/>
          <p14:tracePt t="109669" x="5872163" y="441325"/>
          <p14:tracePt t="109701" x="5872163" y="433388"/>
          <p14:tracePt t="109703" x="5872163" y="425450"/>
          <p14:tracePt t="109792" x="5872163" y="415925"/>
          <p14:tracePt t="110175" x="5864225" y="415925"/>
          <p14:tracePt t="110198" x="5854700" y="415925"/>
          <p14:tracePt t="110209" x="5846763" y="425450"/>
          <p14:tracePt t="110220" x="5838825" y="433388"/>
          <p14:tracePt t="110231" x="5829300" y="441325"/>
          <p14:tracePt t="110243" x="5813425" y="492125"/>
          <p14:tracePt t="110254" x="5788025" y="519113"/>
          <p14:tracePt t="110265" x="5745163" y="552450"/>
          <p14:tracePt t="110276" x="5710238" y="603250"/>
          <p14:tracePt t="110288" x="5702300" y="628650"/>
          <p14:tracePt t="110299" x="5684838" y="671513"/>
          <p14:tracePt t="110310" x="5641975" y="739775"/>
          <p14:tracePt t="110322" x="5591175" y="815975"/>
          <p14:tracePt t="110333" x="5549900" y="892175"/>
          <p14:tracePt t="110346" x="5507038" y="993775"/>
          <p14:tracePt t="110356" x="5446713" y="1096963"/>
          <p14:tracePt t="110366" x="5380038" y="1206500"/>
          <p14:tracePt t="110378" x="5302250" y="1300163"/>
          <p14:tracePt t="110389" x="5226050" y="1385888"/>
          <p14:tracePt t="110400" x="5149850" y="1470025"/>
          <p14:tracePt t="110411" x="5056188" y="1538288"/>
          <p14:tracePt t="110423" x="4962525" y="1606550"/>
          <p14:tracePt t="110434" x="4868863" y="1674813"/>
          <p14:tracePt t="110445" x="4775200" y="1741488"/>
          <p14:tracePt t="110457" x="4673600" y="1819275"/>
          <p14:tracePt t="110468" x="4579938" y="1885950"/>
          <p14:tracePt t="110479" x="4503738" y="1963738"/>
          <p14:tracePt t="110490" x="4419600" y="2047875"/>
          <p14:tracePt t="110501" x="4351338" y="2124075"/>
          <p14:tracePt t="110513" x="4275138" y="2200275"/>
          <p14:tracePt t="110524" x="4189413" y="2293938"/>
          <p14:tracePt t="110535" x="4113213" y="2362200"/>
          <p14:tracePt t="110546" x="4044950" y="2430463"/>
          <p14:tracePt t="110558" x="3986213" y="2473325"/>
          <p14:tracePt t="110569" x="3935413" y="2516188"/>
          <p14:tracePt t="110580" x="3925888" y="2516188"/>
          <p14:tracePt t="110591" x="3908425" y="2516188"/>
          <p14:tracePt t="110614" x="3900488" y="2516188"/>
          <p14:tracePt t="110625" x="3892550" y="2524125"/>
          <p14:tracePt t="110648" x="3857625" y="2524125"/>
          <p14:tracePt t="110659" x="3816350" y="2532063"/>
          <p14:tracePt t="110670" x="3763963" y="2549525"/>
          <p14:tracePt t="110681" x="3730625" y="2574925"/>
          <p14:tracePt t="110693" x="3671888" y="2592388"/>
          <p14:tracePt t="110704" x="3619500" y="2608263"/>
          <p14:tracePt t="110715" x="3586163" y="2633663"/>
          <p14:tracePt t="110726" x="3535363" y="2668588"/>
          <p14:tracePt t="110738" x="3475038" y="2686050"/>
          <p14:tracePt t="110749" x="3459163" y="2701925"/>
          <p14:tracePt t="110760" x="3441700" y="2719388"/>
          <p14:tracePt t="110772" x="3408363" y="2727325"/>
          <p14:tracePt t="110783" x="3382963" y="2736850"/>
          <p14:tracePt t="110794" x="3365500" y="2744788"/>
          <p14:tracePt t="110805" x="3355975" y="2744788"/>
          <p14:tracePt t="110816" x="3322638" y="2744788"/>
          <p14:tracePt t="110828" x="3305175" y="2744788"/>
          <p14:tracePt t="110839" x="3289300" y="2744788"/>
          <p14:tracePt t="110850" x="3238500" y="2752725"/>
          <p14:tracePt t="110873" x="3195638" y="2762250"/>
          <p14:tracePt t="110884" x="3178175" y="2770188"/>
          <p14:tracePt t="110895" x="3160713" y="2770188"/>
          <p14:tracePt t="110907" x="3144838" y="2778125"/>
          <p14:tracePt t="110918" x="3127375" y="2795588"/>
          <p14:tracePt t="111648" x="3119438" y="2795588"/>
          <p14:tracePt t="111660" x="3127375" y="2787650"/>
          <p14:tracePt t="111671" x="3170238" y="2752725"/>
          <p14:tracePt t="111683" x="3178175" y="2744788"/>
          <p14:tracePt t="111694" x="3203575" y="2736850"/>
          <p14:tracePt t="111705" x="3279775" y="2676525"/>
          <p14:tracePt t="111716" x="3416300" y="2600325"/>
          <p14:tracePt t="111728" x="3671888" y="2447925"/>
          <p14:tracePt t="111739" x="3986213" y="2286000"/>
          <p14:tracePt t="111750" x="4341813" y="2116138"/>
          <p14:tracePt t="111761" x="4708525" y="1920875"/>
          <p14:tracePt t="111773" x="5048250" y="1733550"/>
          <p14:tracePt t="111784" x="5327650" y="1555750"/>
          <p14:tracePt t="111795" x="5507038" y="1444625"/>
          <p14:tracePt t="111806" x="5600700" y="1376363"/>
          <p14:tracePt t="111817" x="5676900" y="1292225"/>
          <p14:tracePt t="111829" x="5727700" y="1223963"/>
          <p14:tracePt t="111840" x="5788025" y="1147763"/>
          <p14:tracePt t="111851" x="5846763" y="1069975"/>
          <p14:tracePt t="111863" x="5897563" y="1003300"/>
          <p14:tracePt t="111874" x="5940425" y="952500"/>
          <p14:tracePt t="111885" x="5991225" y="900113"/>
          <p14:tracePt t="111896" x="6042025" y="858838"/>
          <p14:tracePt t="111908" x="6059488" y="849313"/>
          <p14:tracePt t="111919" x="6084888" y="823913"/>
          <p14:tracePt t="111930" x="6102350" y="765175"/>
          <p14:tracePt t="111941" x="6118225" y="739775"/>
          <p14:tracePt t="111953" x="6143625" y="688975"/>
          <p14:tracePt t="111964" x="6153150" y="663575"/>
          <p14:tracePt t="111975" x="6194425" y="611188"/>
          <p14:tracePt t="111987" x="6262688" y="544513"/>
          <p14:tracePt t="111998" x="6338888" y="450850"/>
          <p14:tracePt t="112009" x="6424613" y="357188"/>
          <p14:tracePt t="112021" x="6518275" y="246063"/>
          <p14:tracePt t="112031" x="6611938" y="152400"/>
          <p14:tracePt t="112043" x="6680200" y="58738"/>
          <p14:tracePt t="112054" x="6713538" y="0"/>
          <p14:tracePt t="112380" x="6705600" y="58738"/>
          <p14:tracePt t="112391" x="6688138" y="119063"/>
          <p14:tracePt t="112403" x="6654800" y="220663"/>
          <p14:tracePt t="112414" x="6619875" y="331788"/>
          <p14:tracePt t="112425" x="6543675" y="492125"/>
          <p14:tracePt t="112437" x="6442075" y="688975"/>
          <p14:tracePt t="112448" x="6280150" y="968375"/>
          <p14:tracePt t="112459" x="6067425" y="1308100"/>
          <p14:tracePt t="112470" x="5813425" y="1682750"/>
          <p14:tracePt t="112481" x="5456238" y="2124075"/>
          <p14:tracePt t="112493" x="5056188" y="2541588"/>
          <p14:tracePt t="112504" x="4630738" y="2990850"/>
          <p14:tracePt t="112515" x="4206875" y="3433763"/>
          <p14:tracePt t="112526" x="3867150" y="3798888"/>
          <p14:tracePt t="112538" x="3578225" y="4130675"/>
          <p14:tracePt t="112549" x="3355975" y="4419600"/>
          <p14:tracePt t="112560" x="3246438" y="4640263"/>
          <p14:tracePt t="112571" x="3195638" y="4792663"/>
          <p14:tracePt t="112583" x="3170238" y="4903788"/>
          <p14:tracePt t="112594" x="3160713" y="5005388"/>
          <p14:tracePt t="112605" x="3152775" y="5091113"/>
          <p14:tracePt t="112616" x="3152775" y="5167313"/>
          <p14:tracePt t="112628" x="3152775" y="5235575"/>
          <p14:tracePt t="112639" x="3119438" y="5311775"/>
          <p14:tracePt t="112650" x="3076575" y="5387975"/>
          <p14:tracePt t="112661" x="3016250" y="5464175"/>
          <p14:tracePt t="112673" x="2965450" y="5532438"/>
          <p14:tracePt t="112684" x="2906713" y="5600700"/>
          <p14:tracePt t="112695" x="2863850" y="5659438"/>
          <p14:tracePt t="112706" x="2820988" y="5727700"/>
          <p14:tracePt t="112729" x="2778125" y="5788025"/>
          <p14:tracePt t="112740" x="2727325" y="5854700"/>
          <p14:tracePt t="112751" x="2686050" y="5915025"/>
          <p14:tracePt t="112763" x="2633663" y="6024563"/>
          <p14:tracePt t="112774" x="2617788" y="6092825"/>
          <p14:tracePt t="112785" x="2608263" y="6143625"/>
          <p14:tracePt t="112808" x="2608263" y="6153150"/>
          <p14:tracePt t="112863" x="2608263" y="6161088"/>
          <p14:tracePt t="112864" x="2608263" y="6169025"/>
          <p14:tracePt t="112886" x="2608263" y="6178550"/>
          <p14:tracePt t="112898" x="2608263" y="6186488"/>
          <p14:tracePt t="112920" x="2608263" y="6194425"/>
          <p14:tracePt t="112964" x="2608263" y="6203950"/>
          <p14:tracePt t="112975" x="2608263" y="6211888"/>
          <p14:tracePt t="112977" x="2608263" y="6229350"/>
          <p14:tracePt t="112988" x="2608263" y="6237288"/>
          <p14:tracePt t="112999" x="2608263" y="6246813"/>
          <p14:tracePt t="113010" x="2608263" y="6254750"/>
          <p14:tracePt t="113021" x="2608263" y="6272213"/>
          <p14:tracePt t="113033" x="2617788" y="6272213"/>
          <p14:tracePt t="113065" x="2625725" y="6272213"/>
          <p14:tracePt t="113078" x="2625725" y="6254750"/>
          <p14:tracePt t="113100" x="2625725" y="6246813"/>
          <p14:tracePt t="113111" x="2625725" y="6229350"/>
          <p14:tracePt t="113200" x="2625725" y="6221413"/>
          <p14:tracePt t="113202" x="2625725" y="6211888"/>
          <p14:tracePt t="113774" x="2625725" y="6203950"/>
          <p14:tracePt t="113797" x="2633663" y="6194425"/>
          <p14:tracePt t="113808" x="2633663" y="6186488"/>
          <p14:tracePt t="113809" x="2633663" y="6178550"/>
          <p14:tracePt t="113820" x="2643188" y="6169025"/>
          <p14:tracePt t="113831" x="2660650" y="6153150"/>
          <p14:tracePt t="113854" x="2693988" y="6110288"/>
          <p14:tracePt t="113865" x="2762250" y="6042025"/>
          <p14:tracePt t="113876" x="2813050" y="5999163"/>
          <p14:tracePt t="113888" x="2906713" y="5922963"/>
          <p14:tracePt t="113899" x="3067050" y="5788025"/>
          <p14:tracePt t="113910" x="3365500" y="5583238"/>
          <p14:tracePt t="113921" x="3738563" y="5327650"/>
          <p14:tracePt t="113933" x="4164013" y="5064125"/>
          <p14:tracePt t="113944" x="4572000" y="4759325"/>
          <p14:tracePt t="113955" x="5005388" y="4427538"/>
          <p14:tracePt t="113966" x="5421313" y="4070350"/>
          <p14:tracePt t="113978" x="5838825" y="3671888"/>
          <p14:tracePt t="113989" x="6237288" y="3254375"/>
          <p14:tracePt t="114000" x="6561138" y="2871788"/>
          <p14:tracePt t="114011" x="6824663" y="2473325"/>
          <p14:tracePt t="114023" x="7035800" y="2098675"/>
          <p14:tracePt t="114034" x="7180263" y="1766888"/>
          <p14:tracePt t="114045" x="7283450" y="1504950"/>
          <p14:tracePt t="114056" x="7359650" y="1292225"/>
          <p14:tracePt t="114068" x="7392988" y="1163638"/>
          <p14:tracePt t="114079" x="7427913" y="1079500"/>
          <p14:tracePt t="114090" x="7461250" y="1003300"/>
          <p14:tracePt t="114104" x="7461250" y="985838"/>
          <p14:tracePt t="114113" x="7461250" y="977900"/>
          <p14:tracePt t="114146" x="7453313" y="977900"/>
          <p14:tracePt t="114246" x="7443788" y="968375"/>
          <p14:tracePt t="114248" x="7427913" y="952500"/>
          <p14:tracePt t="114259" x="7418388" y="942975"/>
          <p14:tracePt t="114270" x="7410450" y="917575"/>
          <p14:tracePt t="114281" x="7402513" y="900113"/>
          <p14:tracePt t="114293" x="7402513" y="892175"/>
          <p14:tracePt t="114304" x="7392988" y="874713"/>
          <p14:tracePt t="114315" x="7392988" y="849313"/>
          <p14:tracePt t="114326" x="7392988" y="815975"/>
          <p14:tracePt t="114338" x="7392988" y="790575"/>
          <p14:tracePt t="114349" x="7392988" y="747713"/>
          <p14:tracePt t="114360" x="7392988" y="714375"/>
          <p14:tracePt t="114371" x="7410450" y="671513"/>
          <p14:tracePt t="114382" x="7418388" y="603250"/>
          <p14:tracePt t="114394" x="7461250" y="569913"/>
          <p14:tracePt t="114405" x="7469188" y="552450"/>
          <p14:tracePt t="114416" x="7494588" y="527050"/>
          <p14:tracePt t="114428" x="7504113" y="509588"/>
          <p14:tracePt t="114439" x="7512050" y="466725"/>
          <p14:tracePt t="114450" x="7512050" y="441325"/>
          <p14:tracePt t="114461" x="7512050" y="407988"/>
          <p14:tracePt t="114473" x="7512050" y="374650"/>
          <p14:tracePt t="114484" x="7478713" y="322263"/>
          <p14:tracePt t="114495" x="7453313" y="314325"/>
          <p14:tracePt t="114506" x="7443788" y="288925"/>
          <p14:tracePt t="114518" x="7418388" y="280988"/>
          <p14:tracePt t="114529" x="7402513" y="263525"/>
          <p14:tracePt t="114540" x="7385050" y="246063"/>
          <p14:tracePt t="114563" x="7367588" y="246063"/>
          <p14:tracePt t="114574" x="7342188" y="238125"/>
          <p14:tracePt t="114585" x="7334250" y="230188"/>
          <p14:tracePt t="114597" x="7308850" y="230188"/>
          <p14:tracePt t="114608" x="7273925" y="230188"/>
          <p14:tracePt t="114629" x="7232650" y="230188"/>
          <p14:tracePt t="114630" x="7172325" y="230188"/>
          <p14:tracePt t="114641" x="7121525" y="230188"/>
          <p14:tracePt t="114653" x="7088188" y="230188"/>
          <p14:tracePt t="114664" x="7045325" y="230188"/>
          <p14:tracePt t="114696" x="7035800" y="230188"/>
          <p14:tracePt t="114698" x="7027863" y="230188"/>
          <p14:tracePt t="114720" x="7010400" y="230188"/>
          <p14:tracePt t="114743" x="6994525" y="230188"/>
          <p14:tracePt t="114754" x="6969125" y="246063"/>
          <p14:tracePt t="114765" x="6943725" y="255588"/>
          <p14:tracePt t="114776" x="6900863" y="271463"/>
          <p14:tracePt t="114788" x="6875463" y="280988"/>
          <p14:tracePt t="114799" x="6865938" y="288925"/>
          <p14:tracePt t="114810" x="6858000" y="296863"/>
          <p14:tracePt t="114821" x="6850063" y="306388"/>
          <p14:tracePt t="114833" x="6840538" y="314325"/>
          <p14:tracePt t="114844" x="6840538" y="322263"/>
          <p14:tracePt t="114855" x="6840538" y="331788"/>
          <p14:tracePt t="114866" x="6840538" y="339725"/>
          <p14:tracePt t="114878" x="6840538" y="365125"/>
          <p14:tracePt t="114889" x="6840538" y="382588"/>
          <p14:tracePt t="114900" x="6840538" y="400050"/>
          <p14:tracePt t="114911" x="6832600" y="425450"/>
          <p14:tracePt t="114923" x="6832600" y="458788"/>
          <p14:tracePt t="114935" x="6824663" y="466725"/>
          <p14:tracePt t="114945" x="6824663" y="492125"/>
          <p14:tracePt t="114956" x="6824663" y="527050"/>
          <p14:tracePt t="114968" x="6824663" y="552450"/>
          <p14:tracePt t="114979" x="6832600" y="585788"/>
          <p14:tracePt t="114990" x="6858000" y="611188"/>
          <p14:tracePt t="115001" x="6891338" y="646113"/>
          <p14:tracePt t="115013" x="6916738" y="646113"/>
          <p14:tracePt t="115024" x="6959600" y="671513"/>
          <p14:tracePt t="115035" x="7010400" y="688975"/>
          <p14:tracePt t="115046" x="7070725" y="704850"/>
          <p14:tracePt t="115058" x="7113588" y="714375"/>
          <p14:tracePt t="115069" x="7146925" y="722313"/>
          <p14:tracePt t="115080" x="7164388" y="722313"/>
          <p14:tracePt t="115091" x="7197725" y="722313"/>
          <p14:tracePt t="115103" x="7215188" y="722313"/>
          <p14:tracePt t="115114" x="7248525" y="722313"/>
          <p14:tracePt t="115125" x="7291388" y="722313"/>
          <p14:tracePt t="115136" x="7316788" y="722313"/>
          <p14:tracePt t="115147" x="7342188" y="722313"/>
          <p14:tracePt t="115159" x="7392988" y="722313"/>
          <p14:tracePt t="115170" x="7418388" y="714375"/>
          <p14:tracePt t="115181" x="7435850" y="714375"/>
          <p14:tracePt t="115193" x="7443788" y="714375"/>
          <p14:tracePt t="115237" x="7443788" y="722313"/>
          <p14:tracePt t="115248" x="7443788" y="730250"/>
          <p14:tracePt t="115249" x="7427913" y="747713"/>
          <p14:tracePt t="115260" x="7427913" y="755650"/>
          <p14:tracePt t="115271" x="7418388" y="755650"/>
          <p14:tracePt t="115282" x="7410450" y="765175"/>
          <p14:tracePt t="115294" x="7402513" y="790575"/>
          <p14:tracePt t="115305" x="7350125" y="815975"/>
          <p14:tracePt t="115316" x="7308850" y="849313"/>
          <p14:tracePt t="115328" x="7232650" y="909638"/>
          <p14:tracePt t="115339" x="7113588" y="993775"/>
          <p14:tracePt t="115351" x="6951663" y="1096963"/>
          <p14:tracePt t="115361" x="6688138" y="1292225"/>
          <p14:tracePt t="115373" x="6391275" y="1512888"/>
          <p14:tracePt t="115384" x="6067425" y="1784350"/>
          <p14:tracePt t="115395" x="5745163" y="2047875"/>
          <p14:tracePt t="115406" x="5446713" y="2293938"/>
          <p14:tracePt t="115418" x="5175250" y="2506663"/>
          <p14:tracePt t="115429" x="4972050" y="2651125"/>
          <p14:tracePt t="115440" x="4818063" y="2778125"/>
          <p14:tracePt t="115451" x="4724400" y="2846388"/>
          <p14:tracePt t="115463" x="4673600" y="2897188"/>
          <p14:tracePt t="115474" x="4657725" y="2914650"/>
          <p14:tracePt t="115485" x="4648200" y="2940050"/>
          <p14:tracePt t="115496" x="4648200" y="2957513"/>
          <p14:tracePt t="115508" x="4630738" y="2974975"/>
          <p14:tracePt t="115519" x="4630738" y="2982913"/>
          <p14:tracePt t="115541" x="4630738" y="2990850"/>
          <p14:tracePt t="115553" x="4630738" y="3000375"/>
          <p14:tracePt t="115575" x="4622800" y="3008313"/>
          <p14:tracePt t="115587" x="4605338" y="3033713"/>
          <p14:tracePt t="115598" x="4589463" y="3051175"/>
          <p14:tracePt t="115609" x="4564063" y="3076575"/>
          <p14:tracePt t="115620" x="4546600" y="3101975"/>
          <p14:tracePt t="115653" x="4538663" y="3101975"/>
          <p14:tracePt t="115676" x="4538663" y="3094038"/>
          <p14:tracePt t="115688" x="4538663" y="3084513"/>
          <p14:tracePt t="115699" x="4538663" y="3076575"/>
          <p14:tracePt t="115710" x="4538663" y="3067050"/>
          <p14:tracePt t="115721" x="4538663" y="3059113"/>
          <p14:tracePt t="115744" x="4538663" y="3051175"/>
          <p14:tracePt t="115755" x="4538663" y="3041650"/>
          <p14:tracePt t="115778" x="4564063" y="3016250"/>
          <p14:tracePt t="115789" x="4572000" y="2982913"/>
          <p14:tracePt t="115801" x="4579938" y="2965450"/>
          <p14:tracePt t="115811" x="4579938" y="2940050"/>
          <p14:tracePt t="115834" x="4579938" y="2932113"/>
          <p14:tracePt t="115845" x="4579938" y="2922588"/>
          <p14:tracePt t="115868" x="4579938" y="2914650"/>
          <p14:tracePt t="115879" x="4589463" y="2897188"/>
          <p14:tracePt t="115890" x="4597400" y="2897188"/>
          <p14:tracePt t="115901" x="4597400" y="2889250"/>
          <p14:tracePt t="115913" x="4614863" y="2881313"/>
          <p14:tracePt t="115968" x="4622800" y="2863850"/>
          <p14:tracePt t="115990" x="4622800" y="2855913"/>
          <p14:tracePt t="115992" x="4622800" y="2846388"/>
          <p14:tracePt t="116003" x="4622800" y="2838450"/>
          <p14:tracePt t="116014" x="4630738" y="2838450"/>
          <p14:tracePt t="116025" x="4630738" y="2830513"/>
          <p14:tracePt t="116395" x="4630738" y="2820988"/>
          <p14:tracePt t="116397" x="4622800" y="2820988"/>
          <p14:tracePt t="116408" x="4614863" y="2813050"/>
          <p14:tracePt t="116419" x="4589463" y="2805113"/>
          <p14:tracePt t="116441" x="4564063" y="2805113"/>
          <p14:tracePt t="116453" x="4521200" y="2795588"/>
          <p14:tracePt t="116464" x="4486275" y="2795588"/>
          <p14:tracePt t="116475" x="4470400" y="2787650"/>
          <p14:tracePt t="116554" x="4478338" y="2787650"/>
          <p14:tracePt t="116565" x="4486275" y="2787650"/>
          <p14:tracePt t="116576" x="4495800" y="2787650"/>
          <p14:tracePt t="116588" x="4513263" y="2787650"/>
          <p14:tracePt t="116599" x="4529138" y="2787650"/>
          <p14:tracePt t="116610" x="4589463" y="2787650"/>
          <p14:tracePt t="116621" x="4630738" y="2795588"/>
          <p14:tracePt t="116633" x="4724400" y="2805113"/>
          <p14:tracePt t="116644" x="4835525" y="2830513"/>
          <p14:tracePt t="116655" x="4979988" y="2855913"/>
          <p14:tracePt t="116667" x="5141913" y="2889250"/>
          <p14:tracePt t="116678" x="5302250" y="2914650"/>
          <p14:tracePt t="116689" x="5446713" y="2932113"/>
          <p14:tracePt t="116711" x="5532438" y="2940050"/>
          <p14:tracePt t="116723" x="5549900" y="2940050"/>
          <p14:tracePt t="116745" x="5549900" y="2906713"/>
          <p14:tracePt t="116756" x="5549900" y="2846388"/>
          <p14:tracePt t="116768" x="5507038" y="2795588"/>
          <p14:tracePt t="116779" x="5481638" y="2744788"/>
          <p14:tracePt t="116790" x="5456238" y="2701925"/>
          <p14:tracePt t="116801" x="5395913" y="2643188"/>
          <p14:tracePt t="116813" x="5345113" y="2608263"/>
          <p14:tracePt t="116824" x="5243513" y="2566988"/>
          <p14:tracePt t="116835" x="5073650" y="2498725"/>
          <p14:tracePt t="116846" x="4843463" y="2438400"/>
          <p14:tracePt t="116858" x="4648200" y="2397125"/>
          <p14:tracePt t="116869" x="4486275" y="2371725"/>
          <p14:tracePt t="116880" x="4359275" y="2362200"/>
          <p14:tracePt t="116891" x="4257675" y="2344738"/>
          <p14:tracePt t="116903" x="4197350" y="2344738"/>
          <p14:tracePt t="116914" x="4181475" y="2344738"/>
          <p14:tracePt t="116936" x="4138613" y="2362200"/>
          <p14:tracePt t="116948" x="4121150" y="2371725"/>
          <p14:tracePt t="116959" x="4087813" y="2405063"/>
          <p14:tracePt t="116970" x="4070350" y="2430463"/>
          <p14:tracePt t="116981" x="4062413" y="2463800"/>
          <p14:tracePt t="116993" x="4062413" y="2524125"/>
          <p14:tracePt t="117004" x="4062413" y="2549525"/>
          <p14:tracePt t="117015" x="4062413" y="2592388"/>
          <p14:tracePt t="117026" x="4121150" y="2660650"/>
          <p14:tracePt t="117038" x="4156075" y="2668588"/>
          <p14:tracePt t="117049" x="4197350" y="2686050"/>
          <p14:tracePt t="117060" x="4291013" y="2711450"/>
          <p14:tracePt t="117071" x="4376738" y="2719388"/>
          <p14:tracePt t="117083" x="4478338" y="2727325"/>
          <p14:tracePt t="117102" x="4546600" y="2727325"/>
          <p14:tracePt t="117105" x="4589463" y="2727325"/>
          <p14:tracePt t="117117" x="4597400" y="2727325"/>
          <p14:tracePt t="117128" x="4597400" y="2701925"/>
          <p14:tracePt t="117139" x="4597400" y="2676525"/>
          <p14:tracePt t="117150" x="4597400" y="2668588"/>
          <p14:tracePt t="117554" x="4597400" y="2660650"/>
          <p14:tracePt t="118837" x="4614863" y="2643188"/>
          <p14:tracePt t="118848" x="4622800" y="2643188"/>
          <p14:tracePt t="118849" x="4648200" y="2625725"/>
          <p14:tracePt t="118860" x="4657725" y="2617788"/>
          <p14:tracePt t="118871" x="4665663" y="2600325"/>
          <p14:tracePt t="118883" x="4673600" y="2600325"/>
          <p14:tracePt t="118894" x="4699000" y="2592388"/>
          <p14:tracePt t="118905" x="4733925" y="2557463"/>
          <p14:tracePt t="118916" x="4792663" y="2524125"/>
          <p14:tracePt t="118928" x="4818063" y="2498725"/>
          <p14:tracePt t="118939" x="4835525" y="2473325"/>
          <p14:tracePt t="118950" x="4843463" y="2447925"/>
          <p14:tracePt t="118961" x="4852988" y="2430463"/>
          <p14:tracePt t="118973" x="4860925" y="2387600"/>
          <p14:tracePt t="118984" x="4860925" y="2311400"/>
          <p14:tracePt t="118995" x="4868863" y="2252663"/>
          <p14:tracePt t="119006" x="4878388" y="2209800"/>
          <p14:tracePt t="119018" x="4903788" y="2133600"/>
          <p14:tracePt t="119029" x="4919663" y="2082800"/>
          <p14:tracePt t="119040" x="4937125" y="2039938"/>
          <p14:tracePt t="119051" x="4972050" y="1989138"/>
          <p14:tracePt t="119063" x="4997450" y="1938338"/>
          <p14:tracePt t="119074" x="5022850" y="1903413"/>
          <p14:tracePt t="119085" x="5056188" y="1852613"/>
          <p14:tracePt t="119097" x="5081588" y="1801813"/>
          <p14:tracePt t="119116" x="5106988" y="1751013"/>
          <p14:tracePt t="119119" x="5116513" y="1708150"/>
          <p14:tracePt t="119131" x="5124450" y="1649413"/>
          <p14:tracePt t="119141" x="5132388" y="1597025"/>
          <p14:tracePt t="119153" x="5141913" y="1555750"/>
          <p14:tracePt t="119164" x="5141913" y="1520825"/>
          <p14:tracePt t="119175" x="5149850" y="1477963"/>
          <p14:tracePt t="119186" x="5157788" y="1444625"/>
          <p14:tracePt t="119198" x="5175250" y="1401763"/>
          <p14:tracePt t="119209" x="5192713" y="1360488"/>
          <p14:tracePt t="119220" x="5208588" y="1325563"/>
          <p14:tracePt t="119231" x="5235575" y="1292225"/>
          <p14:tracePt t="119243" x="5243513" y="1257300"/>
          <p14:tracePt t="119254" x="5243513" y="1231900"/>
          <p14:tracePt t="119265" x="5251450" y="1198563"/>
          <p14:tracePt t="119276" x="5251450" y="1163638"/>
          <p14:tracePt t="119288" x="5251450" y="1130300"/>
          <p14:tracePt t="119299" x="5251450" y="1096963"/>
          <p14:tracePt t="119310" x="5251450" y="1087438"/>
          <p14:tracePt t="119321" x="5243513" y="1079500"/>
          <p14:tracePt t="119333" x="5235575" y="1054100"/>
          <p14:tracePt t="119344" x="5226050" y="1054100"/>
          <p14:tracePt t="119355" x="5226050" y="1044575"/>
          <p14:tracePt t="119366" x="5208588" y="1028700"/>
          <p14:tracePt t="119378" x="5183188" y="1028700"/>
          <p14:tracePt t="119389" x="5157788" y="1019175"/>
          <p14:tracePt t="119400" x="5099050" y="1019175"/>
          <p14:tracePt t="119411" x="5073650" y="1019175"/>
          <p14:tracePt t="119423" x="5030788" y="1019175"/>
          <p14:tracePt t="119434" x="4972050" y="1019175"/>
          <p14:tracePt t="119445" x="4919663" y="1019175"/>
          <p14:tracePt t="119457" x="4860925" y="1019175"/>
          <p14:tracePt t="119468" x="4818063" y="1019175"/>
          <p14:tracePt t="119479" x="4810125" y="1019175"/>
          <p14:tracePt t="119490" x="4792663" y="1019175"/>
          <p14:tracePt t="119513" x="4784725" y="1019175"/>
          <p14:tracePt t="119524" x="4767263" y="1019175"/>
          <p14:tracePt t="119535" x="4767263" y="1028700"/>
          <p14:tracePt t="119546" x="4767263" y="1036638"/>
          <p14:tracePt t="119558" x="4749800" y="1069975"/>
          <p14:tracePt t="119569" x="4708525" y="1096963"/>
          <p14:tracePt t="119581" x="4708525" y="1112838"/>
          <p14:tracePt t="119591" x="4683125" y="1147763"/>
          <p14:tracePt t="119603" x="4673600" y="1181100"/>
          <p14:tracePt t="119614" x="4648200" y="1231900"/>
          <p14:tracePt t="119625" x="4640263" y="1266825"/>
          <p14:tracePt t="119636" x="4622800" y="1282700"/>
          <p14:tracePt t="119648" x="4614863" y="1333500"/>
          <p14:tracePt t="119659" x="4597400" y="1376363"/>
          <p14:tracePt t="119670" x="4589463" y="1401763"/>
          <p14:tracePt t="119682" x="4589463" y="1411288"/>
          <p14:tracePt t="119693" x="4579938" y="1419225"/>
          <p14:tracePt t="119704" x="4572000" y="1444625"/>
          <p14:tracePt t="119715" x="4554538" y="1470025"/>
          <p14:tracePt t="119727" x="4538663" y="1520825"/>
          <p14:tracePt t="119738" x="4529138" y="1546225"/>
          <p14:tracePt t="119749" x="4521200" y="1571625"/>
          <p14:tracePt t="119760" x="4503738" y="1606550"/>
          <p14:tracePt t="119771" x="4478338" y="1665288"/>
          <p14:tracePt t="119783" x="4460875" y="1716088"/>
          <p14:tracePt t="119794" x="4452938" y="1751013"/>
          <p14:tracePt t="119805" x="4445000" y="1766888"/>
          <p14:tracePt t="119816" x="4427538" y="1819275"/>
          <p14:tracePt t="119828" x="4419600" y="1860550"/>
          <p14:tracePt t="119839" x="4402138" y="1920875"/>
          <p14:tracePt t="119850" x="4394200" y="1979613"/>
          <p14:tracePt t="119861" x="4376738" y="2039938"/>
          <p14:tracePt t="119873" x="4376738" y="2098675"/>
          <p14:tracePt t="119884" x="4368800" y="2149475"/>
          <p14:tracePt t="119895" x="4368800" y="2174875"/>
          <p14:tracePt t="119906" x="4368800" y="2209800"/>
          <p14:tracePt t="119918" x="4359275" y="2243138"/>
          <p14:tracePt t="119929" x="4351338" y="2268538"/>
          <p14:tracePt t="119940" x="4341813" y="2293938"/>
          <p14:tracePt t="119951" x="4333875" y="2328863"/>
          <p14:tracePt t="119963" x="4316413" y="2362200"/>
          <p14:tracePt t="119974" x="4316413" y="2379663"/>
          <p14:tracePt t="119985" x="4291013" y="2397125"/>
          <p14:tracePt t="119997" x="4275138" y="2430463"/>
          <p14:tracePt t="120008" x="4257675" y="2455863"/>
          <p14:tracePt t="120019" x="4240213" y="2473325"/>
          <p14:tracePt t="120030" x="4232275" y="2473325"/>
          <p14:tracePt t="120053" x="4214813" y="2473325"/>
          <p14:tracePt t="120064" x="4164013" y="2481263"/>
          <p14:tracePt t="120075" x="4138613" y="2498725"/>
          <p14:tracePt t="120086" x="4113213" y="2498725"/>
          <p14:tracePt t="120114" x="4052888" y="2532063"/>
          <p14:tracePt t="120120" x="4019550" y="2549525"/>
          <p14:tracePt t="120131" x="3994150" y="2557463"/>
          <p14:tracePt t="120143" x="3951288" y="2600325"/>
          <p14:tracePt t="120154" x="3935413" y="2625725"/>
          <p14:tracePt t="120165" x="3900488" y="2668588"/>
          <p14:tracePt t="120176" x="3849688" y="2711450"/>
          <p14:tracePt t="120188" x="3832225" y="2736850"/>
          <p14:tracePt t="120199" x="3824288" y="2736850"/>
          <p14:tracePt t="120210" x="3806825" y="2762250"/>
          <p14:tracePt t="120221" x="3806825" y="2770188"/>
          <p14:tracePt t="120233" x="3806825" y="2778125"/>
          <p14:tracePt t="120244" x="3806825" y="2787650"/>
          <p14:tracePt t="120266" x="3806825" y="2795588"/>
          <p14:tracePt t="120289" x="3806825" y="2820988"/>
          <p14:tracePt t="120300" x="3816350" y="2838450"/>
          <p14:tracePt t="120311" x="3824288" y="2871788"/>
          <p14:tracePt t="120323" x="3832225" y="2922588"/>
          <p14:tracePt t="120334" x="3832225" y="2965450"/>
          <p14:tracePt t="120345" x="3832225" y="3033713"/>
          <p14:tracePt t="120356" x="3832225" y="3109913"/>
          <p14:tracePt t="120368" x="3824288" y="3211513"/>
          <p14:tracePt t="120379" x="3790950" y="3314700"/>
          <p14:tracePt t="120390" x="3730625" y="3398838"/>
          <p14:tracePt t="120401" x="3687763" y="3484563"/>
          <p14:tracePt t="120413" x="3654425" y="3527425"/>
          <p14:tracePt t="120424" x="3629025" y="3578225"/>
          <p14:tracePt t="120435" x="3619500" y="3586163"/>
          <p14:tracePt t="120456" x="3611563" y="3594100"/>
          <p14:tracePt t="120457" x="3611563" y="3603625"/>
          <p14:tracePt t="120469" x="3611563" y="3611563"/>
          <p14:tracePt t="120480" x="3611563" y="3619500"/>
          <p14:tracePt t="120503" x="3611563" y="3646488"/>
          <p14:tracePt t="120514" x="3611563" y="3662363"/>
          <p14:tracePt t="120525" x="3611563" y="3697288"/>
          <p14:tracePt t="120536" x="3611563" y="3748088"/>
          <p14:tracePt t="120548" x="3611563" y="3773488"/>
          <p14:tracePt t="120559" x="3611563" y="3790950"/>
          <p14:tracePt t="120570" x="3611563" y="3798888"/>
          <p14:tracePt t="120581" x="3611563" y="3824288"/>
          <p14:tracePt t="120593" x="3611563" y="3832225"/>
          <p14:tracePt t="120604" x="3619500" y="3849688"/>
          <p14:tracePt t="120615" x="3646488" y="3875088"/>
          <p14:tracePt t="120626" x="3671888" y="3883025"/>
          <p14:tracePt t="120638" x="3705225" y="3892550"/>
          <p14:tracePt t="120649" x="3748088" y="3908425"/>
          <p14:tracePt t="120660" x="3806825" y="3917950"/>
          <p14:tracePt t="120672" x="3857625" y="3917950"/>
          <p14:tracePt t="120683" x="3883025" y="3917950"/>
          <p14:tracePt t="120694" x="3892550" y="3917950"/>
          <p14:tracePt t="120705" x="3900488" y="3917950"/>
          <p14:tracePt t="120716" x="3900488" y="3900488"/>
          <p14:tracePt t="120728" x="3892550" y="3867150"/>
          <p14:tracePt t="120739" x="3867150" y="3849688"/>
          <p14:tracePt t="120750" x="3806825" y="3841750"/>
          <p14:tracePt t="120761" x="3773488" y="3816350"/>
          <p14:tracePt t="120773" x="3748088" y="3816350"/>
          <p14:tracePt t="120795" x="3705225" y="3816350"/>
          <p14:tracePt t="120806" x="3662363" y="3806825"/>
          <p14:tracePt t="120818" x="3603625" y="3806825"/>
          <p14:tracePt t="120830" x="3517900" y="3798888"/>
          <p14:tracePt t="120840" x="3416300" y="3781425"/>
          <p14:tracePt t="120851" x="3305175" y="3763963"/>
          <p14:tracePt t="120863" x="3186113" y="3748088"/>
          <p14:tracePt t="120874" x="3101975" y="3738563"/>
          <p14:tracePt t="120885" x="3041650" y="3730625"/>
          <p14:tracePt t="120941" x="3051175" y="3730625"/>
          <p14:tracePt t="121008" x="3059113" y="3730625"/>
          <p14:tracePt t="121019" x="3067050" y="3730625"/>
          <p14:tracePt t="121266" x="3076575" y="3730625"/>
          <p14:tracePt t="121268" x="3084513" y="3730625"/>
          <p14:tracePt t="121424" x="3094038" y="3730625"/>
          <p14:tracePt t="121435" x="3109913" y="3730625"/>
          <p14:tracePt t="122313" x="3119438" y="3730625"/>
          <p14:tracePt t="122324" x="3127375" y="3730625"/>
          <p14:tracePt t="125058" x="3135313" y="3730625"/>
          <p14:tracePt t="125059" x="3144838" y="3730625"/>
          <p14:tracePt t="125070" x="3152775" y="3730625"/>
          <p14:tracePt t="125093" x="3160713" y="3730625"/>
          <p14:tracePt t="125104" x="3170238" y="3730625"/>
          <p14:tracePt t="125126" x="3178175" y="3730625"/>
          <p14:tracePt t="125204" x="3186113" y="3730625"/>
          <p14:tracePt t="126115" x="3195638" y="3730625"/>
          <p14:tracePt t="127420" x="3211513" y="3730625"/>
          <p14:tracePt t="128298" x="3221038" y="3730625"/>
          <p14:tracePt t="128299" x="3228975" y="3738563"/>
          <p14:tracePt t="128321" x="3238500" y="3748088"/>
          <p14:tracePt t="128332" x="3246438" y="3748088"/>
          <p14:tracePt t="128511" x="3254375" y="3748088"/>
          <p14:tracePt t="128523" x="3263900" y="3748088"/>
          <p14:tracePt t="128534" x="3263900" y="3756025"/>
          <p14:tracePt t="128613" x="3271838" y="3763963"/>
          <p14:tracePt t="128872" x="3279775" y="3763963"/>
          <p14:tracePt t="128883" x="3289300" y="3773488"/>
          <p14:tracePt t="129018" x="3289300" y="3790950"/>
          <p14:tracePt t="130458" x="3297238" y="3790950"/>
          <p14:tracePt t="130459" x="3305175" y="3790950"/>
          <p14:tracePt t="130615" x="3322638" y="3790950"/>
          <p14:tracePt t="130617" x="3330575" y="3790950"/>
          <p14:tracePt t="131200" x="3340100" y="3790950"/>
          <p14:tracePt t="131202" x="3340100" y="3798888"/>
          <p14:tracePt t="131594" x="3348038" y="3798888"/>
          <p14:tracePt t="131786" x="3355975" y="3798888"/>
          <p14:tracePt t="132562" x="3355975" y="3806825"/>
          <p14:tracePt t="132563" x="3382963" y="3806825"/>
          <p14:tracePt t="132574" x="3390900" y="3816350"/>
          <p14:tracePt t="132585" x="3390900" y="3824288"/>
          <p14:tracePt t="133293" x="3398838" y="3824288"/>
          <p14:tracePt t="133295" x="3408363" y="3824288"/>
          <p14:tracePt t="133305" x="3408363" y="3832225"/>
          <p14:tracePt t="133317" x="3424238" y="3832225"/>
          <p14:tracePt t="133328" x="3433763" y="3832225"/>
          <p14:tracePt t="133339" x="3433763" y="3841750"/>
          <p14:tracePt t="133350" x="3449638" y="3849688"/>
          <p14:tracePt t="133361" x="3459163" y="3849688"/>
          <p14:tracePt t="133373" x="3467100" y="3849688"/>
          <p14:tracePt t="133384" x="3492500" y="3849688"/>
          <p14:tracePt t="133395" x="3527425" y="3867150"/>
          <p14:tracePt t="133406" x="3568700" y="3883025"/>
          <p14:tracePt t="133419" x="3611563" y="3908425"/>
          <p14:tracePt t="133429" x="3654425" y="3917950"/>
          <p14:tracePt t="133452" x="3713163" y="3925888"/>
          <p14:tracePt t="133463" x="3756025" y="3925888"/>
          <p14:tracePt t="133474" x="3790950" y="3935413"/>
          <p14:tracePt t="133485" x="3824288" y="3935413"/>
          <p14:tracePt t="133496" x="3867150" y="3935413"/>
          <p14:tracePt t="133508" x="3925888" y="3925888"/>
          <p14:tracePt t="133519" x="4011613" y="3900488"/>
          <p14:tracePt t="133530" x="4087813" y="3875088"/>
          <p14:tracePt t="133541" x="4181475" y="3849688"/>
          <p14:tracePt t="133553" x="4265613" y="3798888"/>
          <p14:tracePt t="133564" x="4376738" y="3730625"/>
          <p14:tracePt t="133575" x="4460875" y="3671888"/>
          <p14:tracePt t="133586" x="4572000" y="3594100"/>
          <p14:tracePt t="133598" x="4648200" y="3502025"/>
          <p14:tracePt t="133609" x="4708525" y="3408363"/>
          <p14:tracePt t="133810" x="4716463" y="3416300"/>
          <p14:tracePt t="133812" x="4716463" y="3433763"/>
          <p14:tracePt t="133823" x="4716463" y="3441700"/>
          <p14:tracePt t="133834" x="4716463" y="3449638"/>
          <p14:tracePt t="133856" x="4716463" y="3459163"/>
          <p14:tracePt t="133889" x="4716463" y="3467100"/>
          <p14:tracePt t="133891" x="4733925" y="3467100"/>
          <p14:tracePt t="133901" x="4741863" y="3459163"/>
          <p14:tracePt t="133913" x="4767263" y="3441700"/>
          <p14:tracePt t="133924" x="4767263" y="3433763"/>
          <p14:tracePt t="133935" x="4802188" y="3390900"/>
          <p14:tracePt t="133946" x="4827588" y="3355975"/>
          <p14:tracePt t="133958" x="4878388" y="3263900"/>
          <p14:tracePt t="133969" x="4937125" y="3135313"/>
          <p14:tracePt t="133980" x="5005388" y="2965450"/>
          <p14:tracePt t="133991" x="5048250" y="2736850"/>
          <p14:tracePt t="134003" x="5064125" y="2498725"/>
          <p14:tracePt t="134014" x="5064125" y="2268538"/>
          <p14:tracePt t="134025" x="5022850" y="2014538"/>
          <p14:tracePt t="134036" x="4903788" y="1766888"/>
          <p14:tracePt t="134048" x="4802188" y="1546225"/>
          <p14:tracePt t="134059" x="4691063" y="1401763"/>
          <p14:tracePt t="134070" x="4622800" y="1308100"/>
          <p14:tracePt t="134081" x="4605338" y="1292225"/>
          <p14:tracePt t="134093" x="4605338" y="1282700"/>
          <p14:tracePt t="134118" x="4597400" y="1241425"/>
          <p14:tracePt t="134126" x="4597400" y="1198563"/>
          <p14:tracePt t="134138" x="4597400" y="1130300"/>
          <p14:tracePt t="134149" x="4597400" y="1062038"/>
          <p14:tracePt t="134160" x="4589463" y="1003300"/>
          <p14:tracePt t="134171" x="4554538" y="935038"/>
          <p14:tracePt t="134183" x="4538663" y="892175"/>
          <p14:tracePt t="134194" x="4521200" y="849313"/>
          <p14:tracePt t="134205" x="4503738" y="808038"/>
          <p14:tracePt t="134216" x="4486275" y="755650"/>
          <p14:tracePt t="134228" x="4478338" y="714375"/>
          <p14:tracePt t="134239" x="4470400" y="663575"/>
          <p14:tracePt t="134251" x="4470400" y="620713"/>
          <p14:tracePt t="134261" x="4470400" y="595313"/>
          <p14:tracePt t="134273" x="4470400" y="577850"/>
          <p14:tracePt t="134317" x="4470400" y="569913"/>
          <p14:tracePt t="134318" x="4470400" y="560388"/>
          <p14:tracePt t="134329" x="4470400" y="552450"/>
          <p14:tracePt t="134340" x="4470400" y="534988"/>
          <p14:tracePt t="134351" x="4470400" y="519113"/>
          <p14:tracePt t="134363" x="4470400" y="476250"/>
          <p14:tracePt t="134374" x="4470400" y="433388"/>
          <p14:tracePt t="134385" x="4470400" y="374650"/>
          <p14:tracePt t="134396" x="4470400" y="339725"/>
          <p14:tracePt t="134408" x="4460875" y="322263"/>
          <p14:tracePt t="134419" x="4452938" y="296863"/>
          <p14:tracePt t="134430" x="4452938" y="288925"/>
          <p14:tracePt t="134441" x="4445000" y="288925"/>
          <p14:tracePt t="134453" x="4435475" y="288925"/>
          <p14:tracePt t="134464" x="4419600" y="280988"/>
          <p14:tracePt t="134475" x="4402138" y="280988"/>
          <p14:tracePt t="134508" x="4394200" y="271463"/>
          <p14:tracePt t="134519" x="4394200" y="263525"/>
          <p14:tracePt t="134520" x="4394200" y="255588"/>
          <p14:tracePt t="134543" x="4384675" y="246063"/>
          <p14:tracePt t="134554" x="4384675" y="238125"/>
          <p14:tracePt t="134565" x="4376738" y="230188"/>
          <p14:tracePt t="134576" x="4376738" y="203200"/>
          <p14:tracePt t="134599" x="4359275" y="195263"/>
          <p14:tracePt t="134610" x="4351338" y="187325"/>
          <p14:tracePt t="134621" x="4333875" y="169863"/>
          <p14:tracePt t="134633" x="4325938" y="161925"/>
          <p14:tracePt t="134644" x="4316413" y="152400"/>
          <p14:tracePt t="134665" x="4308475" y="152400"/>
          <p14:tracePt t="134678" x="4291013" y="152400"/>
          <p14:tracePt t="134689" x="4275138" y="152400"/>
          <p14:tracePt t="134711" x="4257675" y="152400"/>
          <p14:tracePt t="134723" x="4240213" y="152400"/>
          <p14:tracePt t="134734" x="4232275" y="144463"/>
          <p14:tracePt t="134745" x="4224338" y="144463"/>
          <p14:tracePt t="134789" x="4214813" y="144463"/>
          <p14:tracePt t="134790" x="4197350" y="144463"/>
          <p14:tracePt t="134801" x="4189413" y="144463"/>
          <p14:tracePt t="134813" x="4156075" y="144463"/>
          <p14:tracePt t="134824" x="4146550" y="144463"/>
          <p14:tracePt t="134835" x="4130675" y="144463"/>
          <p14:tracePt t="134846" x="4095750" y="144463"/>
          <p14:tracePt t="134858" x="4070350" y="144463"/>
          <p14:tracePt t="134869" x="4037013" y="152400"/>
          <p14:tracePt t="134880" x="4037013" y="161925"/>
          <p14:tracePt t="134903" x="4037013" y="169863"/>
          <p14:tracePt t="134914" x="4037013" y="177800"/>
          <p14:tracePt t="134925" x="4037013" y="187325"/>
          <p14:tracePt t="134936" x="4037013" y="195263"/>
          <p14:tracePt t="134948" x="4037013" y="203200"/>
          <p14:tracePt t="134970" x="4037013" y="230188"/>
          <p14:tracePt t="134981" x="4037013" y="238125"/>
          <p14:tracePt t="135015" x="4044950" y="255588"/>
          <p14:tracePt t="135026" x="4044950" y="263525"/>
          <p14:tracePt t="135049" x="4052888" y="306388"/>
          <p14:tracePt t="135060" x="4052888" y="347663"/>
          <p14:tracePt t="135071" x="4062413" y="374650"/>
          <p14:tracePt t="135083" x="4079875" y="382588"/>
          <p14:tracePt t="135094" x="4079875" y="390525"/>
          <p14:tracePt t="135105" x="4087813" y="425450"/>
          <p14:tracePt t="135128" x="4087813" y="433388"/>
          <p14:tracePt t="135139" x="4087813" y="441325"/>
          <p14:tracePt t="135161" x="4087813" y="450850"/>
          <p14:tracePt t="135173" x="4087813" y="466725"/>
          <p14:tracePt t="135184" x="4095750" y="476250"/>
          <p14:tracePt t="135195" x="4095750" y="501650"/>
          <p14:tracePt t="135206" x="4105275" y="509588"/>
          <p14:tracePt t="135218" x="4113213" y="527050"/>
          <p14:tracePt t="135229" x="4113213" y="534988"/>
          <p14:tracePt t="135273" x="4121150" y="544513"/>
          <p14:tracePt t="135274" x="4130675" y="544513"/>
          <p14:tracePt t="135295" x="4138613" y="552450"/>
          <p14:tracePt t="135308" x="4156075" y="560388"/>
          <p14:tracePt t="135319" x="4164013" y="569913"/>
          <p14:tracePt t="135341" x="4171950" y="569913"/>
          <p14:tracePt t="135353" x="4189413" y="569913"/>
          <p14:tracePt t="135364" x="4214813" y="577850"/>
          <p14:tracePt t="135375" x="4257675" y="577850"/>
          <p14:tracePt t="135386" x="4316413" y="577850"/>
          <p14:tracePt t="135398" x="4359275" y="577850"/>
          <p14:tracePt t="135409" x="4394200" y="595313"/>
          <p14:tracePt t="135420" x="4419600" y="595313"/>
          <p14:tracePt t="135431" x="4460875" y="603250"/>
          <p14:tracePt t="135443" x="4495800" y="628650"/>
          <p14:tracePt t="135454" x="4529138" y="636588"/>
          <p14:tracePt t="135465" x="4564063" y="636588"/>
          <p14:tracePt t="135476" x="4597400" y="636588"/>
          <p14:tracePt t="135488" x="4605338" y="646113"/>
          <p14:tracePt t="135499" x="4630738" y="646113"/>
          <p14:tracePt t="135510" x="4657725" y="654050"/>
          <p14:tracePt t="135521" x="4673600" y="663575"/>
          <p14:tracePt t="135533" x="4683125" y="663575"/>
          <p14:tracePt t="135544" x="4691063" y="663575"/>
          <p14:tracePt t="135555" x="4699000" y="671513"/>
          <p14:tracePt t="135567" x="4708525" y="671513"/>
          <p14:tracePt t="135578" x="4716463" y="671513"/>
          <p14:tracePt t="135589" x="4724400" y="671513"/>
          <p14:tracePt t="135600" x="4733925" y="679450"/>
          <p14:tracePt t="135611" x="4759325" y="688975"/>
          <p14:tracePt t="135623" x="4775200" y="696913"/>
          <p14:tracePt t="135634" x="4784725" y="696913"/>
          <p14:tracePt t="135645" x="4802188" y="696913"/>
          <p14:tracePt t="135668" x="4818063" y="696913"/>
          <p14:tracePt t="135679" x="4827588" y="696913"/>
          <p14:tracePt t="135690" x="4843463" y="714375"/>
          <p14:tracePt t="135701" x="4860925" y="714375"/>
          <p14:tracePt t="135713" x="4868863" y="714375"/>
          <p14:tracePt t="135724" x="4886325" y="714375"/>
          <p14:tracePt t="135756" x="4894263" y="714375"/>
          <p14:tracePt t="135769" x="4894263" y="704850"/>
          <p14:tracePt t="135780" x="4903788" y="704850"/>
          <p14:tracePt t="135792" x="4911725" y="696913"/>
          <p14:tracePt t="135803" x="4911725" y="688975"/>
          <p14:tracePt t="135825" x="4919663" y="671513"/>
          <p14:tracePt t="135836" x="4929188" y="663575"/>
          <p14:tracePt t="135848" x="4937125" y="654050"/>
          <p14:tracePt t="135859" x="4946650" y="636588"/>
          <p14:tracePt t="135870" x="4954588" y="620713"/>
          <p14:tracePt t="135881" x="4954588" y="611188"/>
          <p14:tracePt t="135893" x="4954588" y="603250"/>
          <p14:tracePt t="135904" x="4962525" y="585788"/>
          <p14:tracePt t="135916" x="4962525" y="577850"/>
          <p14:tracePt t="135926" x="4962525" y="569913"/>
          <p14:tracePt t="135938" x="4962525" y="552450"/>
          <p14:tracePt t="135950" x="4962525" y="544513"/>
          <p14:tracePt t="135960" x="4962525" y="534988"/>
          <p14:tracePt t="135971" x="4962525" y="519113"/>
          <p14:tracePt t="135983" x="4962525" y="509588"/>
          <p14:tracePt t="135994" x="4962525" y="501650"/>
          <p14:tracePt t="136005" x="4962525" y="492125"/>
          <p14:tracePt t="136017" x="4962525" y="484188"/>
          <p14:tracePt t="136039" x="4962525" y="476250"/>
          <p14:tracePt t="136050" x="4962525" y="466725"/>
          <p14:tracePt t="136061" x="4962525" y="458788"/>
          <p14:tracePt t="136084" x="4962525" y="450850"/>
          <p14:tracePt t="136100" x="4962525" y="441325"/>
          <p14:tracePt t="136106" x="4962525" y="433388"/>
          <p14:tracePt t="136118" x="4962525" y="407988"/>
          <p14:tracePt t="136129" x="4962525" y="374650"/>
          <p14:tracePt t="136140" x="4962525" y="357188"/>
          <p14:tracePt t="136151" x="4962525" y="331788"/>
          <p14:tracePt t="136163" x="4962525" y="314325"/>
          <p14:tracePt t="136185" x="4962525" y="306388"/>
          <p14:tracePt t="136251" x="4962525" y="296863"/>
          <p14:tracePt t="136296" x="4962525" y="288925"/>
          <p14:tracePt t="136308" x="4962525" y="280988"/>
          <p14:tracePt t="136319" x="4962525" y="271463"/>
          <p14:tracePt t="136353" x="4962525" y="263525"/>
          <p14:tracePt t="136354" x="4962525" y="255588"/>
          <p14:tracePt t="136365" x="4954588" y="255588"/>
          <p14:tracePt t="136376" x="4929188" y="246063"/>
          <p14:tracePt t="136388" x="4919663" y="246063"/>
          <p14:tracePt t="136399" x="4911725" y="246063"/>
          <p14:tracePt t="136410" x="4894263" y="246063"/>
          <p14:tracePt t="136421" x="4868863" y="246063"/>
          <p14:tracePt t="136433" x="4860925" y="246063"/>
          <p14:tracePt t="136444" x="4852988" y="246063"/>
          <p14:tracePt t="136455" x="4827588" y="246063"/>
          <p14:tracePt t="136466" x="4802188" y="246063"/>
          <p14:tracePt t="136489" x="4775200" y="246063"/>
          <p14:tracePt t="136500" x="4759325" y="246063"/>
          <p14:tracePt t="136511" x="4724400" y="246063"/>
          <p14:tracePt t="136523" x="4691063" y="246063"/>
          <p14:tracePt t="136534" x="4683125" y="246063"/>
          <p14:tracePt t="136545" x="4673600" y="246063"/>
          <p14:tracePt t="136556" x="4665663" y="246063"/>
          <p14:tracePt t="136568" x="4657725" y="246063"/>
          <p14:tracePt t="136579" x="4648200" y="246063"/>
          <p14:tracePt t="136590" x="4630738" y="246063"/>
          <p14:tracePt t="136601" x="4605338" y="246063"/>
          <p14:tracePt t="136613" x="4579938" y="246063"/>
          <p14:tracePt t="136624" x="4572000" y="246063"/>
          <p14:tracePt t="136635" x="4554538" y="246063"/>
          <p14:tracePt t="136646" x="4538663" y="246063"/>
          <p14:tracePt t="136658" x="4529138" y="246063"/>
          <p14:tracePt t="136669" x="4513263" y="246063"/>
          <p14:tracePt t="136691" x="4486275" y="246063"/>
          <p14:tracePt t="136703" x="4478338" y="246063"/>
          <p14:tracePt t="136725" x="4470400" y="246063"/>
          <p14:tracePt t="136736" x="4452938" y="246063"/>
          <p14:tracePt t="136748" x="4419600" y="246063"/>
          <p14:tracePt t="136759" x="4402138" y="246063"/>
          <p14:tracePt t="136770" x="4384675" y="246063"/>
          <p14:tracePt t="136782" x="4368800" y="246063"/>
          <p14:tracePt t="136793" x="4359275" y="246063"/>
          <p14:tracePt t="136815" x="4351338" y="246063"/>
          <p14:tracePt t="136826" x="4341813" y="246063"/>
          <p14:tracePt t="136838" x="4333875" y="246063"/>
          <p14:tracePt t="136849" x="4300538" y="246063"/>
          <p14:tracePt t="136860" x="4275138" y="246063"/>
          <p14:tracePt t="136938" x="4265613" y="246063"/>
          <p14:tracePt t="136939" x="4249738" y="246063"/>
          <p14:tracePt t="136950" x="4240213" y="255588"/>
          <p14:tracePt t="136961" x="4232275" y="263525"/>
          <p14:tracePt t="136973" x="4224338" y="271463"/>
          <p14:tracePt t="136984" x="4224338" y="280988"/>
          <p14:tracePt t="136995" x="4214813" y="288925"/>
          <p14:tracePt t="137006" x="4206875" y="288925"/>
          <p14:tracePt t="137028" x="4206875" y="296863"/>
          <p14:tracePt t="137039" x="4206875" y="306388"/>
          <p14:tracePt t="137061" x="4206875" y="314325"/>
          <p14:tracePt t="137062" x="4206875" y="322263"/>
          <p14:tracePt t="137074" x="4197350" y="331788"/>
          <p14:tracePt t="137096" x="4197350" y="339725"/>
          <p14:tracePt t="137108" x="4197350" y="347663"/>
          <p14:tracePt t="137130" x="4197350" y="357188"/>
          <p14:tracePt t="137141" x="4197350" y="374650"/>
          <p14:tracePt t="137164" x="4197350" y="390525"/>
          <p14:tracePt t="137175" x="4197350" y="400050"/>
          <p14:tracePt t="137198" x="4197350" y="407988"/>
          <p14:tracePt t="137220" x="4197350" y="415925"/>
          <p14:tracePt t="137231" x="4197350" y="425450"/>
          <p14:tracePt t="137243" x="4197350" y="433388"/>
          <p14:tracePt t="137254" x="4197350" y="441325"/>
          <p14:tracePt t="137265" x="4197350" y="450850"/>
          <p14:tracePt t="137276" x="4197350" y="458788"/>
          <p14:tracePt t="137288" x="4197350" y="466725"/>
          <p14:tracePt t="137320" x="4197350" y="476250"/>
          <p14:tracePt t="137331" x="4197350" y="484188"/>
          <p14:tracePt t="137343" x="4197350" y="492125"/>
          <p14:tracePt t="137366" x="4206875" y="492125"/>
          <p14:tracePt t="137378" x="4214813" y="492125"/>
          <p14:tracePt t="137389" x="4224338" y="501650"/>
          <p14:tracePt t="137400" x="4249738" y="509588"/>
          <p14:tracePt t="137436" x="4275138" y="519113"/>
          <p14:tracePt t="137445" x="4283075" y="519113"/>
          <p14:tracePt t="137456" x="4308475" y="519113"/>
          <p14:tracePt t="137468" x="4341813" y="519113"/>
          <p14:tracePt t="137479" x="4376738" y="527050"/>
          <p14:tracePt t="137490" x="4384675" y="527050"/>
          <p14:tracePt t="137501" x="4402138" y="527050"/>
          <p14:tracePt t="137513" x="4419600" y="527050"/>
          <p14:tracePt t="137524" x="4427538" y="527050"/>
          <p14:tracePt t="137535" x="4445000" y="527050"/>
          <p14:tracePt t="137558" x="4470400" y="527050"/>
          <p14:tracePt t="137569" x="4503738" y="527050"/>
          <p14:tracePt t="137580" x="4521200" y="534988"/>
          <p14:tracePt t="137591" x="4538663" y="534988"/>
          <p14:tracePt t="137603" x="4564063" y="534988"/>
          <p14:tracePt t="137615" x="4589463" y="544513"/>
          <p14:tracePt t="137625" x="4597400" y="544513"/>
          <p14:tracePt t="137636" x="4622800" y="544513"/>
          <p14:tracePt t="137648" x="4630738" y="544513"/>
          <p14:tracePt t="137659" x="4657725" y="544513"/>
          <p14:tracePt t="137670" x="4683125" y="552450"/>
          <p14:tracePt t="137681" x="4699000" y="552450"/>
          <p14:tracePt t="137693" x="4733925" y="560388"/>
          <p14:tracePt t="137704" x="4759325" y="560388"/>
          <p14:tracePt t="137726" x="4784725" y="560388"/>
          <p14:tracePt t="137738" x="4792663" y="560388"/>
          <p14:tracePt t="137749" x="4802188" y="560388"/>
          <p14:tracePt t="137760" x="4827588" y="560388"/>
          <p14:tracePt t="137771" x="4835525" y="560388"/>
          <p14:tracePt t="137783" x="4852988" y="560388"/>
          <p14:tracePt t="137794" x="4878388" y="560388"/>
          <p14:tracePt t="137816" x="4886325" y="560388"/>
          <p14:tracePt t="137828" x="4894263" y="560388"/>
          <p14:tracePt t="137850" x="4903788" y="560388"/>
          <p14:tracePt t="137861" x="4911725" y="560388"/>
          <p14:tracePt t="137873" x="4929188" y="560388"/>
          <p14:tracePt t="137884" x="4937125" y="560388"/>
          <p14:tracePt t="137895" x="4946650" y="560388"/>
          <p14:tracePt t="139075" x="4954588" y="560388"/>
          <p14:tracePt t="139099" x="4954588" y="552450"/>
          <p14:tracePt t="139110" x="4962525" y="544513"/>
          <p14:tracePt t="139133" x="4962525" y="534988"/>
          <p14:tracePt t="139144" x="4962525" y="527050"/>
          <p14:tracePt t="139188" x="4962525" y="519113"/>
          <p14:tracePt t="139189" x="4962525" y="509588"/>
          <p14:tracePt t="139210" x="4962525" y="501650"/>
          <p14:tracePt t="139212" x="4962525" y="492125"/>
          <p14:tracePt t="139223" x="4962525" y="484188"/>
          <p14:tracePt t="139244" x="4962525" y="476250"/>
          <p14:tracePt t="139256" x="4962525" y="466725"/>
          <p14:tracePt t="139268" x="4962525" y="458788"/>
          <p14:tracePt t="139279" x="4962525" y="450850"/>
          <p14:tracePt t="139290" x="4962525" y="441325"/>
          <p14:tracePt t="139301" x="4962525" y="433388"/>
          <p14:tracePt t="139313" x="4972050" y="415925"/>
          <p14:tracePt t="139324" x="4972050" y="382588"/>
          <p14:tracePt t="139335" x="4979988" y="374650"/>
          <p14:tracePt t="139347" x="4979988" y="357188"/>
          <p14:tracePt t="139358" x="4979988" y="347663"/>
          <p14:tracePt t="139369" x="4979988" y="339725"/>
          <p14:tracePt t="139380" x="4979988" y="322263"/>
          <p14:tracePt t="139391" x="4962525" y="306388"/>
          <p14:tracePt t="139403" x="4954588" y="306388"/>
          <p14:tracePt t="139425" x="4946650" y="306388"/>
          <p14:tracePt t="139436" x="4946650" y="296863"/>
          <p14:tracePt t="139448" x="4937125" y="296863"/>
          <p14:tracePt t="139459" x="4903788" y="288925"/>
          <p14:tracePt t="139470" x="4886325" y="288925"/>
          <p14:tracePt t="139481" x="4860925" y="288925"/>
          <p14:tracePt t="139493" x="4835525" y="288925"/>
          <p14:tracePt t="139504" x="4827588" y="288925"/>
          <p14:tracePt t="139515" x="4818063" y="280988"/>
          <p14:tracePt t="139593" x="4810125" y="280988"/>
          <p14:tracePt t="139605" x="4802188" y="280988"/>
          <p14:tracePt t="139616" x="4792663" y="280988"/>
          <p14:tracePt t="139639" x="4784725" y="280988"/>
          <p14:tracePt t="139650" x="4775200" y="280988"/>
          <p14:tracePt t="139661" x="4767263" y="280988"/>
          <p14:tracePt t="139684" x="4749800" y="280988"/>
          <p14:tracePt t="139695" x="4741863" y="280988"/>
          <p14:tracePt t="139706" x="4733925" y="280988"/>
          <p14:tracePt t="139784" x="4724400" y="280988"/>
          <p14:tracePt t="139785" x="4716463" y="280988"/>
          <p14:tracePt t="139830" x="4708525" y="288925"/>
          <p14:tracePt t="139863" x="4708525" y="296863"/>
          <p14:tracePt t="139864" x="4708525" y="306388"/>
          <p14:tracePt t="139896" x="4708525" y="314325"/>
          <p14:tracePt t="139908" x="4708525" y="322263"/>
          <p14:tracePt t="139931" x="4699000" y="347663"/>
          <p14:tracePt t="139953" x="4699000" y="357188"/>
          <p14:tracePt t="139954" x="4699000" y="365125"/>
          <p14:tracePt t="139965" x="4699000" y="374650"/>
          <p14:tracePt t="139988" x="4699000" y="382588"/>
          <p14:tracePt t="139999" x="4699000" y="390525"/>
          <p14:tracePt t="140010" x="4699000" y="400050"/>
          <p14:tracePt t="140021" x="4699000" y="407988"/>
          <p14:tracePt t="140033" x="4699000" y="425450"/>
          <p14:tracePt t="140055" x="4699000" y="433388"/>
          <p14:tracePt t="140066" x="4699000" y="441325"/>
          <p14:tracePt t="140089" x="4699000" y="458788"/>
          <p14:tracePt t="140144" x="4699000" y="476250"/>
          <p14:tracePt t="140301" x="4699000" y="484188"/>
          <p14:tracePt t="140303" x="4699000" y="492125"/>
          <p14:tracePt t="140325" x="4708525" y="492125"/>
          <p14:tracePt t="140348" x="4716463" y="492125"/>
          <p14:tracePt t="140359" x="4724400" y="492125"/>
          <p14:tracePt t="140370" x="4724400" y="501650"/>
          <p14:tracePt t="140381" x="4741863" y="509588"/>
          <p14:tracePt t="140393" x="4759325" y="509588"/>
          <p14:tracePt t="140404" x="4759325" y="519113"/>
          <p14:tracePt t="140415" x="4767263" y="519113"/>
          <p14:tracePt t="140426" x="4775200" y="519113"/>
          <p14:tracePt t="140438" x="4784725" y="519113"/>
          <p14:tracePt t="140460" x="4792663" y="519113"/>
          <p14:tracePt t="140594" x="4802188" y="519113"/>
          <p14:tracePt t="140605" x="4810125" y="519113"/>
          <p14:tracePt t="140616" x="4818063" y="519113"/>
          <p14:tracePt t="140639" x="4827588" y="519113"/>
          <p14:tracePt t="140695" x="4835525" y="519113"/>
          <p14:tracePt t="142169" x="4852988" y="519113"/>
          <p14:tracePt t="142204" x="4860925" y="527050"/>
          <p14:tracePt t="142225" x="4860925" y="534988"/>
          <p14:tracePt t="142238" x="4860925" y="544513"/>
          <p14:tracePt t="142249" x="4860925" y="552450"/>
          <p14:tracePt t="142260" x="4860925" y="560388"/>
          <p14:tracePt t="142271" x="4868863" y="577850"/>
          <p14:tracePt t="142283" x="4878388" y="603250"/>
          <p14:tracePt t="142294" x="4886325" y="636588"/>
          <p14:tracePt t="142305" x="4886325" y="679450"/>
          <p14:tracePt t="142316" x="4894263" y="739775"/>
          <p14:tracePt t="142328" x="4894263" y="781050"/>
          <p14:tracePt t="142339" x="4894263" y="808038"/>
          <p14:tracePt t="142350" x="4903788" y="858838"/>
          <p14:tracePt t="142361" x="4903788" y="942975"/>
          <p14:tracePt t="142373" x="4903788" y="1044575"/>
          <p14:tracePt t="142384" x="4903788" y="1173163"/>
          <p14:tracePt t="142395" x="4903788" y="1300163"/>
          <p14:tracePt t="142406" x="4903788" y="1419225"/>
          <p14:tracePt t="142418" x="4886325" y="1581150"/>
          <p14:tracePt t="142429" x="4835525" y="1758950"/>
          <p14:tracePt t="142440" x="4759325" y="1971675"/>
          <p14:tracePt t="142451" x="4683125" y="2174875"/>
          <p14:tracePt t="142474" x="4622800" y="2379663"/>
          <p14:tracePt t="142485" x="4579938" y="2574925"/>
          <p14:tracePt t="142496" x="4538663" y="2805113"/>
          <p14:tracePt t="142508" x="4521200" y="3152775"/>
          <p14:tracePt t="142519" x="4503738" y="3424238"/>
          <p14:tracePt t="142530" x="4503738" y="3629025"/>
          <p14:tracePt t="142541" x="4486275" y="3806825"/>
          <p14:tracePt t="142553" x="4445000" y="4037013"/>
          <p14:tracePt t="142564" x="4333875" y="4283075"/>
          <p14:tracePt t="142575" x="4156075" y="4538663"/>
          <p14:tracePt t="142586" x="3994150" y="4775200"/>
          <p14:tracePt t="142598" x="3824288" y="5005388"/>
          <p14:tracePt t="142609" x="3705225" y="5183188"/>
          <p14:tracePt t="142620" x="3594100" y="5327650"/>
          <p14:tracePt t="142631" x="3517900" y="5446713"/>
          <p14:tracePt t="142643" x="3449638" y="5532438"/>
          <p14:tracePt t="142654" x="3408363" y="5591175"/>
          <p14:tracePt t="142665" x="3365500" y="5641975"/>
          <p14:tracePt t="142677" x="3348038" y="5659438"/>
          <p14:tracePt t="142688" x="3322638" y="5676900"/>
          <p14:tracePt t="142699" x="3289300" y="5676900"/>
          <p14:tracePt t="142710" x="3263900" y="5676900"/>
          <p14:tracePt t="142721" x="3221038" y="5676900"/>
          <p14:tracePt t="142733" x="3135313" y="5676900"/>
          <p14:tracePt t="142744" x="3033713" y="5676900"/>
          <p14:tracePt t="142755" x="2906713" y="5684838"/>
          <p14:tracePt t="142766" x="2762250" y="5719763"/>
          <p14:tracePt t="142778" x="2633663" y="5770563"/>
          <p14:tracePt t="142789" x="2481263" y="5829300"/>
          <p14:tracePt t="142800" x="2344738" y="5905500"/>
          <p14:tracePt t="142811" x="2227263" y="5983288"/>
          <p14:tracePt t="142823" x="2124075" y="6042025"/>
          <p14:tracePt t="142834" x="2014538" y="6092825"/>
          <p14:tracePt t="142845" x="1911350" y="6143625"/>
          <p14:tracePt t="142857" x="1827213" y="6161088"/>
          <p14:tracePt t="142868" x="1733550" y="6178550"/>
          <p14:tracePt t="142879" x="1674813" y="6186488"/>
          <p14:tracePt t="142890" x="1631950" y="6186488"/>
          <p14:tracePt t="142901" x="1622425" y="6178550"/>
          <p14:tracePt t="142913" x="1597025" y="6153150"/>
          <p14:tracePt t="142924" x="1571625" y="6143625"/>
          <p14:tracePt t="142935" x="1555750" y="6127750"/>
          <p14:tracePt t="142946" x="1546225" y="6127750"/>
          <p14:tracePt t="142958" x="1538288" y="6110288"/>
          <p14:tracePt t="142969" x="1530350" y="6102350"/>
          <p14:tracePt t="142980" x="1520825" y="6092825"/>
          <p14:tracePt t="142991" x="1520825" y="6084888"/>
          <p14:tracePt t="143003" x="1512888" y="6076950"/>
          <p14:tracePt t="143014" x="1504950" y="6076950"/>
          <p14:tracePt t="143025" x="1495425" y="6067425"/>
          <p14:tracePt t="143036" x="1487488" y="6049963"/>
          <p14:tracePt t="143048" x="1477963" y="6042025"/>
          <p14:tracePt t="143059" x="1477963" y="6034088"/>
          <p14:tracePt t="143070" x="1477963" y="6016625"/>
          <p14:tracePt t="143081" x="1477963" y="6008688"/>
          <p14:tracePt t="143093" x="1477963" y="5973763"/>
          <p14:tracePt t="143111" x="1487488" y="5948363"/>
          <p14:tracePt t="143115" x="1504950" y="5940425"/>
          <p14:tracePt t="143127" x="1530350" y="5889625"/>
          <p14:tracePt t="143138" x="1530350" y="5872163"/>
          <p14:tracePt t="143149" x="1546225" y="5821363"/>
          <p14:tracePt t="143160" x="1555750" y="5813425"/>
          <p14:tracePt t="143171" x="1555750" y="5795963"/>
          <p14:tracePt t="143183" x="1555750" y="5788025"/>
          <p14:tracePt t="143205" x="1563688" y="5778500"/>
          <p14:tracePt t="143216" x="1581150" y="5770563"/>
          <p14:tracePt t="143228" x="1589088" y="5770563"/>
          <p14:tracePt t="143239" x="1589088" y="5761038"/>
          <p14:tracePt t="143250" x="1597025" y="5761038"/>
          <p14:tracePt t="143261" x="1622425" y="5745163"/>
          <p14:tracePt t="143273" x="1639888" y="5702300"/>
          <p14:tracePt t="143284" x="1649413" y="5676900"/>
          <p14:tracePt t="143295" x="1665288" y="5634038"/>
          <p14:tracePt t="143306" x="1674813" y="5608638"/>
          <p14:tracePt t="143318" x="1674813" y="5583238"/>
          <p14:tracePt t="143329" x="1682750" y="5557838"/>
          <p14:tracePt t="143351" x="1682750" y="5540375"/>
          <p14:tracePt t="143395" x="1682750" y="5532438"/>
          <p14:tracePt t="143419" x="1665288" y="5540375"/>
          <p14:tracePt t="143430" x="1665288" y="5549900"/>
          <p14:tracePt t="143441" x="1665288" y="5557838"/>
          <p14:tracePt t="143455" x="1665288" y="5565775"/>
          <p14:tracePt t="143464" x="1665288" y="5575300"/>
          <p14:tracePt t="143475" x="1665288" y="5583238"/>
          <p14:tracePt t="143486" x="1657350" y="5583238"/>
          <p14:tracePt t="143564" x="1649413" y="5583238"/>
          <p14:tracePt t="143566" x="1639888" y="5583238"/>
          <p14:tracePt t="143598" x="1631950" y="5583238"/>
          <p14:tracePt t="143609" x="1622425" y="5583238"/>
          <p14:tracePt t="143621" x="1606550" y="5583238"/>
          <p14:tracePt t="143633" x="1606550" y="5591175"/>
          <p14:tracePt t="143654" x="1606550" y="5600700"/>
          <p14:tracePt t="143845" x="1606550" y="5608638"/>
          <p14:tracePt t="144183" x="1622425" y="5616575"/>
          <p14:tracePt t="144194" x="1631950" y="5616575"/>
          <p14:tracePt t="144250" x="1639888" y="5626100"/>
          <p14:tracePt t="144252" x="1649413" y="5626100"/>
          <p14:tracePt t="144273" x="1657350" y="5626100"/>
          <p14:tracePt t="144274" x="1665288" y="5626100"/>
          <p14:tracePt t="144285" x="1674813" y="5626100"/>
          <p14:tracePt t="144296" x="1690688" y="5626100"/>
          <p14:tracePt t="144308" x="1708150" y="5626100"/>
          <p14:tracePt t="144319" x="1716088" y="5626100"/>
          <p14:tracePt t="144330" x="1733550" y="5626100"/>
          <p14:tracePt t="144342" x="1741488" y="5626100"/>
          <p14:tracePt t="144364" x="1751013" y="5626100"/>
          <p14:tracePt t="144376" x="1758950" y="5626100"/>
          <p14:tracePt t="144386" x="1766888" y="5626100"/>
          <p14:tracePt t="144398" x="1776413" y="5626100"/>
          <p14:tracePt t="144409" x="1793875" y="5626100"/>
          <p14:tracePt t="144420" x="1819275" y="5626100"/>
          <p14:tracePt t="144431" x="1860550" y="5626100"/>
          <p14:tracePt t="144443" x="1895475" y="5626100"/>
          <p14:tracePt t="144454" x="1928813" y="5626100"/>
          <p14:tracePt t="144465" x="1979613" y="5626100"/>
          <p14:tracePt t="144476" x="2014538" y="5626100"/>
          <p14:tracePt t="144488" x="2055813" y="5626100"/>
          <p14:tracePt t="144499" x="2116138" y="5626100"/>
          <p14:tracePt t="144510" x="2159000" y="5626100"/>
          <p14:tracePt t="144521" x="2192338" y="5626100"/>
          <p14:tracePt t="144533" x="2217738" y="5626100"/>
          <p14:tracePt t="144544" x="2235200" y="5626100"/>
          <p14:tracePt t="144555" x="2260600" y="5616575"/>
          <p14:tracePt t="144566" x="2268538" y="5616575"/>
          <p14:tracePt t="144589" x="2278063" y="5608638"/>
          <p14:tracePt t="144600" x="2286000" y="5608638"/>
          <p14:tracePt t="144623" x="2303463" y="5608638"/>
          <p14:tracePt t="144634" x="2311400" y="5608638"/>
          <p14:tracePt t="144690" x="2319338" y="5608638"/>
          <p14:tracePt t="144701" x="2328863" y="5608638"/>
          <p14:tracePt t="144713" x="2336800" y="5608638"/>
          <p14:tracePt t="144724" x="2344738" y="5608638"/>
          <p14:tracePt t="144735" x="2379663" y="5608638"/>
          <p14:tracePt t="144746" x="2413000" y="5608638"/>
          <p14:tracePt t="144758" x="2463800" y="5608638"/>
          <p14:tracePt t="144769" x="2498725" y="5608638"/>
          <p14:tracePt t="144780" x="2524125" y="5608638"/>
          <p14:tracePt t="144803" x="2532063" y="5608638"/>
          <p14:tracePt t="144814" x="2541588" y="5608638"/>
          <p14:tracePt t="144825" x="2549525" y="5608638"/>
          <p14:tracePt t="144836" x="2582863" y="5608638"/>
          <p14:tracePt t="144848" x="2608263" y="5608638"/>
          <p14:tracePt t="144860" x="2651125" y="5608638"/>
          <p14:tracePt t="144870" x="2668588" y="5608638"/>
          <p14:tracePt t="144881" x="2701925" y="5608638"/>
          <p14:tracePt t="144893" x="2719388" y="5608638"/>
          <p14:tracePt t="144904" x="2736850" y="5608638"/>
          <p14:tracePt t="144915" x="2770188" y="5608638"/>
          <p14:tracePt t="144926" x="2787650" y="5608638"/>
          <p14:tracePt t="144938" x="2813050" y="5608638"/>
          <p14:tracePt t="144949" x="2830513" y="5608638"/>
          <p14:tracePt t="144960" x="2855913" y="5608638"/>
          <p14:tracePt t="144971" x="2897188" y="5608638"/>
          <p14:tracePt t="144983" x="2932113" y="5608638"/>
          <p14:tracePt t="144994" x="2949575" y="5600700"/>
          <p14:tracePt t="145005" x="2974975" y="5600700"/>
          <p14:tracePt t="145016" x="3000375" y="5600700"/>
          <p14:tracePt t="145028" x="3025775" y="5600700"/>
          <p14:tracePt t="145039" x="3059113" y="5600700"/>
          <p14:tracePt t="145050" x="3094038" y="5600700"/>
          <p14:tracePt t="145061" x="3119438" y="5600700"/>
          <p14:tracePt t="145073" x="3127375" y="5600700"/>
          <p14:tracePt t="145084" x="3170238" y="5600700"/>
          <p14:tracePt t="145095" x="3195638" y="5600700"/>
          <p14:tracePt t="145110" x="3246438" y="5600700"/>
          <p14:tracePt t="145118" x="3271838" y="5600700"/>
          <p14:tracePt t="145129" x="3314700" y="5600700"/>
          <p14:tracePt t="145140" x="3373438" y="5608638"/>
          <p14:tracePt t="145151" x="3433763" y="5608638"/>
          <p14:tracePt t="145163" x="3475038" y="5608638"/>
          <p14:tracePt t="145175" x="3509963" y="5616575"/>
          <p14:tracePt t="145185" x="3517900" y="5616575"/>
          <p14:tracePt t="145196" x="3535363" y="5616575"/>
          <p14:tracePt t="145208" x="3543300" y="5616575"/>
          <p14:tracePt t="145219" x="3586163" y="5616575"/>
          <p14:tracePt t="145230" x="3619500" y="5616575"/>
          <p14:tracePt t="145241" x="3671888" y="5616575"/>
          <p14:tracePt t="145253" x="3697288" y="5616575"/>
          <p14:tracePt t="145264" x="3738563" y="5616575"/>
          <p14:tracePt t="145275" x="3798888" y="5616575"/>
          <p14:tracePt t="145286" x="3841750" y="5616575"/>
          <p14:tracePt t="145298" x="3875088" y="5616575"/>
          <p14:tracePt t="145320" x="3883025" y="5616575"/>
          <p14:tracePt t="145331" x="3900488" y="5616575"/>
          <p14:tracePt t="145343" x="3917950" y="5616575"/>
          <p14:tracePt t="145354" x="3960813" y="5616575"/>
          <p14:tracePt t="145365" x="4002088" y="5616575"/>
          <p14:tracePt t="145377" x="4027488" y="5616575"/>
          <p14:tracePt t="145388" x="4070350" y="5616575"/>
          <p14:tracePt t="145399" x="4113213" y="5616575"/>
          <p14:tracePt t="145410" x="4130675" y="5616575"/>
          <p14:tracePt t="145421" x="4138613" y="5616575"/>
          <p14:tracePt t="145433" x="4146550" y="5616575"/>
          <p14:tracePt t="145444" x="4156075" y="5616575"/>
          <p14:tracePt t="145455" x="4164013" y="5616575"/>
          <p14:tracePt t="145466" x="4181475" y="5616575"/>
          <p14:tracePt t="145478" x="4214813" y="5616575"/>
          <p14:tracePt t="145489" x="4275138" y="5616575"/>
          <p14:tracePt t="145500" x="4325938" y="5616575"/>
          <p14:tracePt t="145511" x="4359275" y="5616575"/>
          <p14:tracePt t="145523" x="4402138" y="5626100"/>
          <p14:tracePt t="145534" x="4460875" y="5626100"/>
          <p14:tracePt t="145545" x="4503738" y="5626100"/>
          <p14:tracePt t="145556" x="4513263" y="5626100"/>
          <p14:tracePt t="145600" x="4521200" y="5626100"/>
          <p14:tracePt t="145611" x="4521200" y="5634038"/>
          <p14:tracePt t="145613" x="4529138" y="5634038"/>
          <p14:tracePt t="145624" x="4538663" y="5634038"/>
          <p14:tracePt t="145635" x="4538663" y="5641975"/>
          <p14:tracePt t="145646" x="4546600" y="5641975"/>
          <p14:tracePt t="145658" x="4564063" y="5651500"/>
          <p14:tracePt t="145669" x="4589463" y="5651500"/>
          <p14:tracePt t="145680" x="4605338" y="5651500"/>
          <p14:tracePt t="145692" x="4614863" y="5659438"/>
          <p14:tracePt t="145703" x="4622800" y="5659438"/>
          <p14:tracePt t="145746" x="4630738" y="5659438"/>
          <p14:tracePt t="145757" x="4640263" y="5659438"/>
          <p14:tracePt t="145759" x="4648200" y="5659438"/>
          <p14:tracePt t="145781" x="4657725" y="5659438"/>
          <p14:tracePt t="145793" x="4665663" y="5659438"/>
          <p14:tracePt t="145815" x="4699000" y="5659438"/>
          <p14:tracePt t="145826" x="4708525" y="5659438"/>
          <p14:tracePt t="145838" x="4716463" y="5659438"/>
          <p14:tracePt t="145904" x="4724400" y="5659438"/>
          <p14:tracePt t="145916" x="4733925" y="5659438"/>
          <p14:tracePt t="145928" x="4749800" y="5659438"/>
          <p14:tracePt t="145950" x="4759325" y="5659438"/>
          <p14:tracePt t="145961" x="4767263" y="5659438"/>
          <p14:tracePt t="145973" x="4775200" y="5659438"/>
          <p14:tracePt t="146816" x="4724400" y="5668963"/>
          <p14:tracePt t="146828" x="4716463" y="5668963"/>
          <p14:tracePt t="146839" x="4683125" y="5668963"/>
          <p14:tracePt t="146851" x="4657725" y="5668963"/>
          <p14:tracePt t="146862" x="4614863" y="5668963"/>
          <p14:tracePt t="146873" x="4513263" y="5684838"/>
          <p14:tracePt t="146884" x="4402138" y="5684838"/>
          <p14:tracePt t="146895" x="4291013" y="5694363"/>
          <p14:tracePt t="146907" x="4138613" y="5694363"/>
          <p14:tracePt t="146918" x="3960813" y="5694363"/>
          <p14:tracePt t="146929" x="3790950" y="5694363"/>
          <p14:tracePt t="146940" x="3646488" y="5702300"/>
          <p14:tracePt t="146951" x="3517900" y="5702300"/>
          <p14:tracePt t="146963" x="3408363" y="5719763"/>
          <p14:tracePt t="146974" x="3322638" y="5719763"/>
          <p14:tracePt t="146985" x="3238500" y="5719763"/>
          <p14:tracePt t="146996" x="3152775" y="5719763"/>
          <p14:tracePt t="147008" x="3076575" y="5719763"/>
          <p14:tracePt t="147019" x="3008313" y="5719763"/>
          <p14:tracePt t="147030" x="2965450" y="5719763"/>
          <p14:tracePt t="147051" x="2957513" y="5719763"/>
          <p14:tracePt t="147063" x="2949575" y="5719763"/>
          <p14:tracePt t="147064" x="2940050" y="5719763"/>
          <p14:tracePt t="147075" x="2932113" y="5719763"/>
          <p14:tracePt t="147086" x="2914650" y="5719763"/>
          <p14:tracePt t="147107" x="2897188" y="5719763"/>
          <p14:tracePt t="147109" x="2863850" y="5719763"/>
          <p14:tracePt t="147120" x="2838450" y="5719763"/>
          <p14:tracePt t="147131" x="2778125" y="5719763"/>
          <p14:tracePt t="147143" x="2711450" y="5719763"/>
          <p14:tracePt t="147154" x="2668588" y="5719763"/>
          <p14:tracePt t="147165" x="2651125" y="5719763"/>
          <p14:tracePt t="147255" x="2660650" y="5719763"/>
          <p14:tracePt t="147266" x="2676525" y="5719763"/>
          <p14:tracePt t="147289" x="2686050" y="5719763"/>
          <p14:tracePt t="147300" x="2693988" y="5719763"/>
          <p14:tracePt t="147311" x="2701925" y="5719763"/>
          <p14:tracePt t="147323" x="2719388" y="5719763"/>
          <p14:tracePt t="147334" x="2744788" y="5719763"/>
          <p14:tracePt t="147345" x="2762250" y="5719763"/>
          <p14:tracePt t="147356" x="2820988" y="5719763"/>
          <p14:tracePt t="147368" x="2871788" y="5719763"/>
          <p14:tracePt t="147379" x="2906713" y="5719763"/>
          <p14:tracePt t="147401" x="2974975" y="5719763"/>
          <p14:tracePt t="147413" x="3076575" y="5719763"/>
          <p14:tracePt t="147424" x="3195638" y="5719763"/>
          <p14:tracePt t="147435" x="3502025" y="5719763"/>
          <p14:tracePt t="147446" x="3756025" y="5719763"/>
          <p14:tracePt t="147458" x="3935413" y="5719763"/>
          <p14:tracePt t="147469" x="4044950" y="5719763"/>
          <p14:tracePt t="147480" x="4130675" y="5719763"/>
          <p14:tracePt t="147491" x="4189413" y="5719763"/>
          <p14:tracePt t="147503" x="4249738" y="5719763"/>
          <p14:tracePt t="147514" x="4308475" y="5694363"/>
          <p14:tracePt t="147525" x="4384675" y="5684838"/>
          <p14:tracePt t="147536" x="4452938" y="5676900"/>
          <p14:tracePt t="147548" x="4513263" y="5676900"/>
          <p14:tracePt t="147559" x="4589463" y="5668963"/>
          <p14:tracePt t="147570" x="4657725" y="5668963"/>
          <p14:tracePt t="147581" x="4716463" y="5668963"/>
          <p14:tracePt t="147593" x="4759325" y="5659438"/>
          <p14:tracePt t="147604" x="4802188" y="5659438"/>
          <p14:tracePt t="147615" x="4860925" y="5659438"/>
          <p14:tracePt t="147626" x="4937125" y="5659438"/>
          <p14:tracePt t="147638" x="5005388" y="5659438"/>
          <p14:tracePt t="147649" x="5073650" y="5659438"/>
          <p14:tracePt t="147660" x="5149850" y="5659438"/>
          <p14:tracePt t="147672" x="5208588" y="5659438"/>
          <p14:tracePt t="147683" x="5251450" y="5659438"/>
          <p14:tracePt t="148380" x="5235575" y="5659438"/>
          <p14:tracePt t="148403" x="5208588" y="5659438"/>
          <p14:tracePt t="148425" x="5183188" y="5659438"/>
          <p14:tracePt t="148437" x="5116513" y="5659438"/>
          <p14:tracePt t="148448" x="5030788" y="5659438"/>
          <p14:tracePt t="148459" x="4937125" y="5659438"/>
          <p14:tracePt t="148470" x="4835525" y="5659438"/>
          <p14:tracePt t="148481" x="4724400" y="5659438"/>
          <p14:tracePt t="148493" x="4614863" y="5659438"/>
          <p14:tracePt t="148504" x="4495800" y="5659438"/>
          <p14:tracePt t="148515" x="4384675" y="5668963"/>
          <p14:tracePt t="148526" x="4265613" y="5684838"/>
          <p14:tracePt t="148538" x="4156075" y="5702300"/>
          <p14:tracePt t="148560" x="4052888" y="5719763"/>
          <p14:tracePt t="148572" x="3935413" y="5727700"/>
          <p14:tracePt t="148583" x="3824288" y="5735638"/>
          <p14:tracePt t="148594" x="3687763" y="5735638"/>
          <p14:tracePt t="148605" x="3586163" y="5735638"/>
          <p14:tracePt t="148616" x="3502025" y="5735638"/>
          <p14:tracePt t="148628" x="3424238" y="5735638"/>
          <p14:tracePt t="148639" x="3373438" y="5735638"/>
          <p14:tracePt t="148650" x="3322638" y="5735638"/>
          <p14:tracePt t="148661" x="3279775" y="5735638"/>
          <p14:tracePt t="148673" x="3238500" y="5735638"/>
          <p14:tracePt t="148684" x="3203575" y="5735638"/>
          <p14:tracePt t="148695" x="3160713" y="5735638"/>
          <p14:tracePt t="148706" x="3119438" y="5735638"/>
          <p14:tracePt t="148718" x="3076575" y="5735638"/>
          <p14:tracePt t="148729" x="3033713" y="5735638"/>
          <p14:tracePt t="148740" x="3000375" y="5735638"/>
          <p14:tracePt t="148774" x="2990850" y="5735638"/>
          <p14:tracePt t="148785" x="2974975" y="5735638"/>
          <p14:tracePt t="148808" x="2965450" y="5735638"/>
          <p14:tracePt t="148819" x="2957513" y="5735638"/>
          <p14:tracePt t="148875" x="2965450" y="5735638"/>
          <p14:tracePt t="148887" x="2974975" y="5735638"/>
          <p14:tracePt t="148898" x="2982913" y="5735638"/>
          <p14:tracePt t="148909" x="2990850" y="5735638"/>
          <p14:tracePt t="148953" x="3000375" y="5735638"/>
          <p14:tracePt t="148954" x="3008313" y="5735638"/>
          <p14:tracePt t="148966" x="3016250" y="5735638"/>
          <p14:tracePt t="148976" x="3041650" y="5735638"/>
          <p14:tracePt t="148999" x="3067050" y="5735638"/>
          <p14:tracePt t="149010" x="3084513" y="5735638"/>
          <p14:tracePt t="149022" x="3144838" y="5735638"/>
          <p14:tracePt t="149033" x="3238500" y="5735638"/>
          <p14:tracePt t="149044" x="3355975" y="5735638"/>
          <p14:tracePt t="149055" x="3467100" y="5719763"/>
          <p14:tracePt t="149066" x="3594100" y="5710238"/>
          <p14:tracePt t="149078" x="3713163" y="5702300"/>
          <p14:tracePt t="149089" x="3806825" y="5684838"/>
          <p14:tracePt t="149105" x="3883025" y="5684838"/>
          <p14:tracePt t="149111" x="3943350" y="5684838"/>
          <p14:tracePt t="149123" x="4002088" y="5676900"/>
          <p14:tracePt t="149134" x="4070350" y="5676900"/>
          <p14:tracePt t="149145" x="4156075" y="5676900"/>
          <p14:tracePt t="149156" x="4265613" y="5676900"/>
          <p14:tracePt t="149168" x="4384675" y="5676900"/>
          <p14:tracePt t="149179" x="4495800" y="5676900"/>
          <p14:tracePt t="149190" x="4589463" y="5676900"/>
          <p14:tracePt t="149201" x="4691063" y="5676900"/>
          <p14:tracePt t="149213" x="4767263" y="5676900"/>
          <p14:tracePt t="149224" x="4818063" y="5676900"/>
          <p14:tracePt t="149235" x="4878388" y="5676900"/>
          <p14:tracePt t="149247" x="4946650" y="5676900"/>
          <p14:tracePt t="149258" x="5038725" y="5676900"/>
          <p14:tracePt t="149269" x="5124450" y="5676900"/>
          <p14:tracePt t="149291" x="5235575" y="5676900"/>
          <p14:tracePt t="149303" x="5319713" y="5676900"/>
          <p14:tracePt t="149314" x="5387975" y="5676900"/>
          <p14:tracePt t="149325" x="5430838" y="5676900"/>
          <p14:tracePt t="149337" x="5438775" y="5676900"/>
          <p14:tracePt t="149348" x="5446713" y="5676900"/>
          <p14:tracePt t="149359" x="5456238" y="5676900"/>
          <p14:tracePt t="149381" x="5481638" y="5676900"/>
          <p14:tracePt t="149393" x="5532438" y="5676900"/>
          <p14:tracePt t="149404" x="5557838" y="5676900"/>
          <p14:tracePt t="149415" x="5616575" y="5676900"/>
          <p14:tracePt t="149426" x="5676900" y="5676900"/>
          <p14:tracePt t="149438" x="5735638" y="5676900"/>
          <p14:tracePt t="149449" x="5778500" y="5676900"/>
          <p14:tracePt t="149460" x="5795963" y="5676900"/>
          <p14:tracePt t="150404" x="5788025" y="5676900"/>
          <p14:tracePt t="150406" x="5753100" y="5676900"/>
          <p14:tracePt t="150417" x="5727700" y="5676900"/>
          <p14:tracePt t="150428" x="5659438" y="5676900"/>
          <p14:tracePt t="150439" x="5616575" y="5676900"/>
          <p14:tracePt t="150450" x="5532438" y="5684838"/>
          <p14:tracePt t="150461" x="5405438" y="5694363"/>
          <p14:tracePt t="150473" x="5268913" y="5702300"/>
          <p14:tracePt t="150484" x="5149850" y="5702300"/>
          <p14:tracePt t="150495" x="5005388" y="5719763"/>
          <p14:tracePt t="150507" x="4860925" y="5719763"/>
          <p14:tracePt t="150518" x="4691063" y="5719763"/>
          <p14:tracePt t="150529" x="4460875" y="5719763"/>
          <p14:tracePt t="150540" x="4197350" y="5719763"/>
          <p14:tracePt t="150551" x="3968750" y="5719763"/>
          <p14:tracePt t="150563" x="3730625" y="5719763"/>
          <p14:tracePt t="150574" x="3560763" y="5719763"/>
          <p14:tracePt t="150585" x="3416300" y="5727700"/>
          <p14:tracePt t="150596" x="3314700" y="5727700"/>
          <p14:tracePt t="150608" x="3246438" y="5727700"/>
          <p14:tracePt t="150620" x="3178175" y="5727700"/>
          <p14:tracePt t="150630" x="3135313" y="5727700"/>
          <p14:tracePt t="150641" x="3101975" y="5735638"/>
          <p14:tracePt t="150653" x="3084513" y="5735638"/>
          <p14:tracePt t="150664" x="3059113" y="5753100"/>
          <p14:tracePt t="150675" x="3059113" y="5761038"/>
          <p14:tracePt t="150687" x="3041650" y="5761038"/>
          <p14:tracePt t="150698" x="3016250" y="5770563"/>
          <p14:tracePt t="150720" x="3008313" y="5770563"/>
          <p14:tracePt t="150731" x="3000375" y="5770563"/>
          <p14:tracePt t="150743" x="2982913" y="5770563"/>
          <p14:tracePt t="150754" x="2940050" y="5770563"/>
          <p14:tracePt t="150765" x="2881313" y="5770563"/>
          <p14:tracePt t="150776" x="2855913" y="5770563"/>
          <p14:tracePt t="150788" x="2846388" y="5770563"/>
          <p14:tracePt t="150955" x="2846388" y="5761038"/>
          <p14:tracePt t="150989" x="2846388" y="5753100"/>
          <p14:tracePt t="150990" x="2846388" y="5745163"/>
          <p14:tracePt t="152058" x="2855913" y="5735638"/>
          <p14:tracePt t="152981" x="2871788" y="5719763"/>
          <p14:tracePt t="154600" x="2881313" y="5710238"/>
          <p14:tracePt t="154736" x="2889250" y="5702300"/>
          <p14:tracePt t="154737" x="2897188" y="5694363"/>
          <p14:tracePt t="154748" x="2906713" y="5694363"/>
          <p14:tracePt t="154759" x="2914650" y="5694363"/>
          <p14:tracePt t="154782" x="2922588" y="5694363"/>
          <p14:tracePt t="154793" x="2932113" y="5694363"/>
          <p14:tracePt t="165628" x="2889250" y="5694363"/>
          <p14:tracePt t="165649" x="2881313" y="5694363"/>
          <p14:tracePt t="165783" x="2881313" y="5684838"/>
          <p14:tracePt t="165795" x="2881313" y="5676900"/>
          <p14:tracePt t="165806" x="2897188" y="5676900"/>
          <p14:tracePt t="165818" x="2906713" y="5676900"/>
          <p14:tracePt t="165829" x="2914650" y="5676900"/>
          <p14:tracePt t="165840" x="2940050" y="5676900"/>
          <p14:tracePt t="165851" x="3000375" y="5668963"/>
          <p14:tracePt t="165863" x="3033713" y="5659438"/>
          <p14:tracePt t="165874" x="3076575" y="5659438"/>
          <p14:tracePt t="165885" x="3101975" y="5659438"/>
          <p14:tracePt t="165896" x="3135313" y="5659438"/>
          <p14:tracePt t="165908" x="3144838" y="5659438"/>
          <p14:tracePt t="165919" x="3152775" y="5659438"/>
          <p14:tracePt t="165930" x="3178175" y="5659438"/>
          <p14:tracePt t="165942" x="3221038" y="5659438"/>
          <p14:tracePt t="165953" x="3246438" y="5659438"/>
          <p14:tracePt t="165964" x="3289300" y="5659438"/>
          <p14:tracePt t="165975" x="3382963" y="5659438"/>
          <p14:tracePt t="165987" x="3509963" y="5659438"/>
          <p14:tracePt t="165998" x="3654425" y="5659438"/>
          <p14:tracePt t="166009" x="3790950" y="5659438"/>
          <p14:tracePt t="166020" x="3935413" y="5659438"/>
          <p14:tracePt t="166031" x="4044950" y="5659438"/>
          <p14:tracePt t="166043" x="4146550" y="5659438"/>
          <p14:tracePt t="166054" x="4214813" y="5659438"/>
          <p14:tracePt t="166065" x="4265613" y="5676900"/>
          <p14:tracePt t="166076" x="4275138" y="5676900"/>
          <p14:tracePt t="166088" x="4283075" y="5676900"/>
          <p14:tracePt t="166099" x="4308475" y="5676900"/>
          <p14:tracePt t="166110" x="4333875" y="5676900"/>
          <p14:tracePt t="166121" x="4368800" y="5676900"/>
          <p14:tracePt t="166133" x="4427538" y="5676900"/>
          <p14:tracePt t="166144" x="4445000" y="5676900"/>
          <p14:tracePt t="166156" x="4478338" y="5676900"/>
          <p14:tracePt t="166166" x="4503738" y="5676900"/>
          <p14:tracePt t="166897" x="4513263" y="5676900"/>
          <p14:tracePt t="167168" x="4478338" y="5676900"/>
          <p14:tracePt t="167179" x="4470400" y="5676900"/>
          <p14:tracePt t="167191" x="4445000" y="5676900"/>
          <p14:tracePt t="167201" x="4435475" y="5676900"/>
          <p14:tracePt t="167213" x="4419600" y="5676900"/>
          <p14:tracePt t="167224" x="4376738" y="5676900"/>
          <p14:tracePt t="167235" x="4341813" y="5676900"/>
          <p14:tracePt t="167247" x="4300538" y="5676900"/>
          <p14:tracePt t="167258" x="4265613" y="5676900"/>
          <p14:tracePt t="167269" x="4240213" y="5668963"/>
          <p14:tracePt t="167280" x="4214813" y="5659438"/>
          <p14:tracePt t="167291" x="4181475" y="5659438"/>
          <p14:tracePt t="167303" x="4146550" y="5659438"/>
          <p14:tracePt t="167314" x="4095750" y="5659438"/>
          <p14:tracePt t="167325" x="4019550" y="5659438"/>
          <p14:tracePt t="167336" x="3935413" y="5659438"/>
          <p14:tracePt t="167348" x="3849688" y="5659438"/>
          <p14:tracePt t="167359" x="3763963" y="5659438"/>
          <p14:tracePt t="167371" x="3679825" y="5659438"/>
          <p14:tracePt t="167381" x="3594100" y="5659438"/>
          <p14:tracePt t="167393" x="3492500" y="5659438"/>
          <p14:tracePt t="167404" x="3424238" y="5659438"/>
          <p14:tracePt t="167415" x="3340100" y="5659438"/>
          <p14:tracePt t="167427" x="3279775" y="5659438"/>
          <p14:tracePt t="167439" x="3238500" y="5651500"/>
          <p14:tracePt t="167449" x="3221038" y="5651500"/>
          <p14:tracePt t="167471" x="3203575" y="5651500"/>
          <p14:tracePt t="167483" x="3195638" y="5651500"/>
          <p14:tracePt t="167505" x="3186113" y="5651500"/>
          <p14:tracePt t="167517" x="3178175" y="5651500"/>
          <p14:tracePt t="167528" x="3170238" y="5651500"/>
          <p14:tracePt t="167550" x="3160713" y="5641975"/>
          <p14:tracePt t="167561" x="3144838" y="5641975"/>
          <p14:tracePt t="167573" x="3109913" y="5641975"/>
          <p14:tracePt t="167584" x="3076575" y="5641975"/>
          <p14:tracePt t="167595" x="3067050" y="5641975"/>
          <p14:tracePt t="167607" x="3059113" y="5641975"/>
          <p14:tracePt t="167909" x="3033713" y="5641975"/>
          <p14:tracePt t="167911" x="3008313" y="5641975"/>
          <p14:tracePt t="167921" x="2990850" y="5641975"/>
          <p14:tracePt t="167933" x="2957513" y="5634038"/>
          <p14:tracePt t="167944" x="2949575" y="5634038"/>
          <p14:tracePt t="167955" x="2922588" y="5626100"/>
          <p14:tracePt t="167966" x="2871788" y="5626100"/>
          <p14:tracePt t="167978" x="2795588" y="5626100"/>
          <p14:tracePt t="167989" x="2711450" y="5626100"/>
          <p14:tracePt t="168001" x="2643188" y="5626100"/>
          <p14:tracePt t="168011" x="2574925" y="5626100"/>
          <p14:tracePt t="168023" x="2498725" y="5616575"/>
          <p14:tracePt t="168034" x="2422525" y="5591175"/>
          <p14:tracePt t="168045" x="2344738" y="5557838"/>
          <p14:tracePt t="168057" x="2252663" y="5489575"/>
          <p14:tracePt t="168068" x="2133600" y="5395913"/>
          <p14:tracePt t="168079" x="2014538" y="5260975"/>
          <p14:tracePt t="168090" x="1878013" y="5081588"/>
          <p14:tracePt t="168106" x="1766888" y="4911725"/>
          <p14:tracePt t="168113" x="1657350" y="4716463"/>
          <p14:tracePt t="168124" x="1581150" y="4503738"/>
          <p14:tracePt t="168135" x="1530350" y="4325938"/>
          <p14:tracePt t="168147" x="1487488" y="4130675"/>
          <p14:tracePt t="168158" x="1462088" y="3968750"/>
          <p14:tracePt t="168169" x="1452563" y="3790950"/>
          <p14:tracePt t="168191" x="1452563" y="3586163"/>
          <p14:tracePt t="168203" x="1452563" y="3382963"/>
          <p14:tracePt t="168214" x="1452563" y="3144838"/>
          <p14:tracePt t="168225" x="1452563" y="2686050"/>
          <p14:tracePt t="168236" x="1452563" y="2371725"/>
          <p14:tracePt t="168248" x="1436688" y="2098675"/>
          <p14:tracePt t="168259" x="1436688" y="1946275"/>
          <p14:tracePt t="168271" x="1411288" y="1784350"/>
          <p14:tracePt t="168281" x="1401763" y="1674813"/>
          <p14:tracePt t="168293" x="1401763" y="1571625"/>
          <p14:tracePt t="168304" x="1401763" y="1504950"/>
          <p14:tracePt t="168315" x="1401763" y="1427163"/>
          <p14:tracePt t="168327" x="1401763" y="1368425"/>
          <p14:tracePt t="168338" x="1411288" y="1308100"/>
          <p14:tracePt t="168349" x="1419225" y="1266825"/>
          <p14:tracePt t="168360" x="1427163" y="1216025"/>
          <p14:tracePt t="168372" x="1436688" y="1189038"/>
          <p14:tracePt t="168383" x="1436688" y="1181100"/>
          <p14:tracePt t="168394" x="1444625" y="1155700"/>
          <p14:tracePt t="168405" x="1444625" y="1138238"/>
          <p14:tracePt t="168417" x="1452563" y="1104900"/>
          <p14:tracePt t="168428" x="1470025" y="1054100"/>
          <p14:tracePt t="168439" x="1477963" y="1019175"/>
          <p14:tracePt t="168450" x="1495425" y="977900"/>
          <p14:tracePt t="168461" x="1504950" y="925513"/>
          <p14:tracePt t="168473" x="1530350" y="900113"/>
          <p14:tracePt t="168484" x="1546225" y="866775"/>
          <p14:tracePt t="168495" x="1563688" y="858838"/>
          <p14:tracePt t="168506" x="1571625" y="849313"/>
          <p14:tracePt t="168518" x="1581150" y="841375"/>
          <p14:tracePt t="168573" x="1571625" y="849313"/>
          <p14:tracePt t="168574" x="1563688" y="866775"/>
          <p14:tracePt t="168585" x="1563688" y="874713"/>
          <p14:tracePt t="168597" x="1555750" y="892175"/>
          <p14:tracePt t="168608" x="1555750" y="900113"/>
          <p14:tracePt t="168619" x="1555750" y="909638"/>
          <p14:tracePt t="168630" x="1546225" y="942975"/>
          <p14:tracePt t="168641" x="1538288" y="977900"/>
          <p14:tracePt t="168653" x="1530350" y="1054100"/>
          <p14:tracePt t="168664" x="1512888" y="1138238"/>
          <p14:tracePt t="168675" x="1504950" y="1223963"/>
          <p14:tracePt t="168687" x="1495425" y="1325563"/>
          <p14:tracePt t="168698" x="1495425" y="1452563"/>
          <p14:tracePt t="168709" x="1495425" y="1589088"/>
          <p14:tracePt t="168721" x="1495425" y="1741488"/>
          <p14:tracePt t="168731" x="1495425" y="1938338"/>
          <p14:tracePt t="168743" x="1495425" y="2141538"/>
          <p14:tracePt t="168754" x="1495425" y="2344738"/>
          <p14:tracePt t="168765" x="1495425" y="2549525"/>
          <p14:tracePt t="168776" x="1512888" y="2770188"/>
          <p14:tracePt t="168788" x="1530350" y="2982913"/>
          <p14:tracePt t="168799" x="1538288" y="3160713"/>
          <p14:tracePt t="168810" x="1555750" y="3314700"/>
          <p14:tracePt t="168822" x="1563688" y="3441700"/>
          <p14:tracePt t="168833" x="1571625" y="3578225"/>
          <p14:tracePt t="168844" x="1571625" y="3697288"/>
          <p14:tracePt t="168855" x="1571625" y="3824288"/>
          <p14:tracePt t="168867" x="1571625" y="3925888"/>
          <p14:tracePt t="168878" x="1571625" y="4027488"/>
          <p14:tracePt t="168889" x="1571625" y="4121150"/>
          <p14:tracePt t="168910" x="1571625" y="4206875"/>
          <p14:tracePt t="168911" x="1589088" y="4308475"/>
          <p14:tracePt t="168923" x="1597025" y="4410075"/>
          <p14:tracePt t="168934" x="1622425" y="4513263"/>
          <p14:tracePt t="168945" x="1657350" y="4614863"/>
          <p14:tracePt t="168956" x="1700213" y="4716463"/>
          <p14:tracePt t="168968" x="1733550" y="4810125"/>
          <p14:tracePt t="168979" x="1741488" y="4894263"/>
          <p14:tracePt t="168990" x="1758950" y="4962525"/>
          <p14:tracePt t="169001" x="1758950" y="5038725"/>
          <p14:tracePt t="169013" x="1758950" y="5081588"/>
          <p14:tracePt t="169024" x="1758950" y="5141913"/>
          <p14:tracePt t="169035" x="1758950" y="5183188"/>
          <p14:tracePt t="169046" x="1758950" y="5226050"/>
          <p14:tracePt t="169058" x="1758950" y="5260975"/>
          <p14:tracePt t="169069" x="1758950" y="5268913"/>
          <p14:tracePt t="169080" x="1758950" y="5294313"/>
          <p14:tracePt t="169104" x="1741488" y="5337175"/>
          <p14:tracePt t="169114" x="1741488" y="5345113"/>
          <p14:tracePt t="169137" x="1741488" y="5380038"/>
          <p14:tracePt t="169148" x="1741488" y="5405438"/>
          <p14:tracePt t="169170" x="1733550" y="5456238"/>
          <p14:tracePt t="169182" x="1733550" y="5464175"/>
          <p14:tracePt t="169193" x="1733550" y="5472113"/>
          <p14:tracePt t="169204" x="1733550" y="5507038"/>
          <p14:tracePt t="169215" x="1733550" y="5524500"/>
          <p14:tracePt t="169227" x="1733550" y="5540375"/>
          <p14:tracePt t="169238" x="1733550" y="5565775"/>
          <p14:tracePt t="169249" x="1733550" y="5583238"/>
          <p14:tracePt t="169260" x="1733550" y="5591175"/>
          <p14:tracePt t="169271" x="1733550" y="5608638"/>
          <p14:tracePt t="169283" x="1725613" y="5608638"/>
          <p14:tracePt t="169294" x="1716088" y="5626100"/>
          <p14:tracePt t="169305" x="1716088" y="5634038"/>
          <p14:tracePt t="169317" x="1708150" y="5634038"/>
          <p14:tracePt t="169328" x="1700213" y="5641975"/>
          <p14:tracePt t="169339" x="1700213" y="5651500"/>
          <p14:tracePt t="169405" x="1700213" y="5659438"/>
          <p14:tracePt t="169710" x="1700213" y="5668963"/>
          <p14:tracePt t="169731" x="1708150" y="5676900"/>
          <p14:tracePt t="169788" x="1716088" y="5676900"/>
          <p14:tracePt t="169789" x="1733550" y="5676900"/>
          <p14:tracePt t="169812" x="1741488" y="5676900"/>
          <p14:tracePt t="169823" x="1751013" y="5676900"/>
          <p14:tracePt t="169834" x="1766888" y="5684838"/>
          <p14:tracePt t="169845" x="1809750" y="5684838"/>
          <p14:tracePt t="169857" x="1844675" y="5694363"/>
          <p14:tracePt t="169868" x="1870075" y="5694363"/>
          <p14:tracePt t="169879" x="1911350" y="5694363"/>
          <p14:tracePt t="169890" x="1971675" y="5694363"/>
          <p14:tracePt t="169901" x="2055813" y="5702300"/>
          <p14:tracePt t="169913" x="2141538" y="5702300"/>
          <p14:tracePt t="169924" x="2227263" y="5719763"/>
          <p14:tracePt t="169936" x="2286000" y="5719763"/>
          <p14:tracePt t="169947" x="2328863" y="5719763"/>
          <p14:tracePt t="169958" x="2336800" y="5719763"/>
          <p14:tracePt t="169969" x="2344738" y="5719763"/>
          <p14:tracePt t="169980" x="2354263" y="5719763"/>
          <p14:tracePt t="169991" x="2362200" y="5719763"/>
          <p14:tracePt t="170014" x="2371725" y="5719763"/>
          <p14:tracePt t="170025" x="2387600" y="5719763"/>
          <p14:tracePt t="170037" x="2405063" y="5719763"/>
          <p14:tracePt t="170048" x="2422525" y="5719763"/>
          <p14:tracePt t="170059" x="2430463" y="5719763"/>
          <p14:tracePt t="170070" x="2447925" y="5719763"/>
          <p14:tracePt t="170081" x="2455863" y="5719763"/>
          <p14:tracePt t="170440" x="2463800" y="5719763"/>
          <p14:tracePt t="170442" x="2473325" y="5719763"/>
          <p14:tracePt t="170453" x="2481263" y="5719763"/>
          <p14:tracePt t="170475" x="2489200" y="5735638"/>
          <p14:tracePt t="170497" x="2498725" y="5735638"/>
          <p14:tracePt t="170498" x="2506663" y="5735638"/>
          <p14:tracePt t="170520" x="2516188" y="5735638"/>
          <p14:tracePt t="170531" x="2532063" y="5735638"/>
          <p14:tracePt t="170546" x="2549525" y="5735638"/>
          <p14:tracePt t="170554" x="2582863" y="5735638"/>
          <p14:tracePt t="170565" x="2617788" y="5735638"/>
          <p14:tracePt t="170576" x="2668588" y="5735638"/>
          <p14:tracePt t="170588" x="2701925" y="5735638"/>
          <p14:tracePt t="170599" x="2752725" y="5735638"/>
          <p14:tracePt t="170610" x="2838450" y="5735638"/>
          <p14:tracePt t="170621" x="2949575" y="5735638"/>
          <p14:tracePt t="170633" x="3051175" y="5735638"/>
          <p14:tracePt t="170644" x="3152775" y="5735638"/>
          <p14:tracePt t="170655" x="3238500" y="5735638"/>
          <p14:tracePt t="170667" x="3322638" y="5735638"/>
          <p14:tracePt t="170678" x="3408363" y="5735638"/>
          <p14:tracePt t="170689" x="3475038" y="5735638"/>
          <p14:tracePt t="170700" x="3560763" y="5735638"/>
          <p14:tracePt t="170711" x="3636963" y="5735638"/>
          <p14:tracePt t="170723" x="3705225" y="5735638"/>
          <p14:tracePt t="170734" x="3763963" y="5735638"/>
          <p14:tracePt t="170745" x="3806825" y="5735638"/>
          <p14:tracePt t="170757" x="3849688" y="5735638"/>
          <p14:tracePt t="170768" x="3908425" y="5735638"/>
          <p14:tracePt t="170779" x="3968750" y="5735638"/>
          <p14:tracePt t="170790" x="4019550" y="5735638"/>
          <p14:tracePt t="170813" x="4079875" y="5735638"/>
          <p14:tracePt t="170824" x="4121150" y="5735638"/>
          <p14:tracePt t="170836" x="4156075" y="5735638"/>
          <p14:tracePt t="170846" x="4164013" y="5735638"/>
          <p14:tracePt t="170858" x="4181475" y="5745163"/>
          <p14:tracePt t="170869" x="4197350" y="5753100"/>
          <p14:tracePt t="170880" x="4214813" y="5761038"/>
          <p14:tracePt t="170892" x="4232275" y="5761038"/>
          <p14:tracePt t="170903" x="4283075" y="5770563"/>
          <p14:tracePt t="170914" x="4341813" y="5788025"/>
          <p14:tracePt t="170925" x="4368800" y="5788025"/>
          <p14:tracePt t="170937" x="4384675" y="5788025"/>
          <p14:tracePt t="170948" x="4394200" y="5788025"/>
          <p14:tracePt t="170959" x="4402138" y="5788025"/>
          <p14:tracePt t="170970" x="4410075" y="5788025"/>
          <p14:tracePt t="170981" x="4419600" y="5788025"/>
          <p14:tracePt t="171004" x="4427538" y="5788025"/>
          <p14:tracePt t="171016" x="4445000" y="5788025"/>
          <p14:tracePt t="171026" x="4460875" y="5788025"/>
          <p14:tracePt t="171038" x="4486275" y="5788025"/>
          <p14:tracePt t="171049" x="4495800" y="5788025"/>
          <p14:tracePt t="171060" x="4521200" y="5788025"/>
          <p14:tracePt t="171071" x="4529138" y="5788025"/>
          <p14:tracePt t="171959" x="4538663" y="5788025"/>
          <p14:tracePt t="172162" x="4554538" y="5788025"/>
          <p14:tracePt t="172163" x="4564063" y="5788025"/>
          <p14:tracePt t="172229" x="4572000" y="5788025"/>
          <p14:tracePt t="172252" x="4579938" y="5788025"/>
          <p14:tracePt t="172264" x="4589463" y="5788025"/>
          <p14:tracePt t="172275" x="4597400" y="5788025"/>
          <p14:tracePt t="172477" x="4597400" y="5778500"/>
          <p14:tracePt t="173174" x="4597400" y="5770563"/>
          <p14:tracePt t="173197" x="4597400" y="5761038"/>
          <p14:tracePt t="173198" x="4589463" y="5761038"/>
          <p14:tracePt t="173265" x="4579938" y="5761038"/>
          <p14:tracePt t="173277" x="4564063" y="5761038"/>
          <p14:tracePt t="173478" x="4554538" y="5761038"/>
          <p14:tracePt t="173480" x="4546600" y="5745163"/>
          <p14:tracePt t="173500" x="4538663" y="5745163"/>
          <p14:tracePt t="173534" x="4538663" y="5735638"/>
          <p14:tracePt t="173536" x="4529138" y="5727700"/>
          <p14:tracePt t="173547" x="4521200" y="5727700"/>
          <p14:tracePt t="173568" x="4521200" y="5719763"/>
          <p14:tracePt t="173569" x="4513263" y="5702300"/>
          <p14:tracePt t="173580" x="4503738" y="5702300"/>
          <p14:tracePt t="173591" x="4495800" y="5702300"/>
          <p14:tracePt t="173603" x="4486275" y="5694363"/>
          <p14:tracePt t="173614" x="4486275" y="5684838"/>
          <p14:tracePt t="173625" x="4478338" y="5684838"/>
          <p14:tracePt t="173636" x="4452938" y="5684838"/>
          <p14:tracePt t="173648" x="4435475" y="5676900"/>
          <p14:tracePt t="173659" x="4410075" y="5676900"/>
          <p14:tracePt t="173670" x="4402138" y="5676900"/>
          <p14:tracePt t="173682" x="4384675" y="5676900"/>
          <p14:tracePt t="173693" x="4376738" y="5676900"/>
          <p14:tracePt t="173715" x="4368800" y="5676900"/>
          <p14:tracePt t="173805" x="4368800" y="5684838"/>
          <p14:tracePt t="173838" x="4376738" y="5684838"/>
          <p14:tracePt t="173839" x="4384675" y="5684838"/>
          <p14:tracePt t="173860" x="4384675" y="5694363"/>
          <p14:tracePt t="173905" x="4394200" y="5694363"/>
          <p14:tracePt t="173928" x="4402138" y="5694363"/>
          <p14:tracePt t="173929" x="4410075" y="5694363"/>
          <p14:tracePt t="175885" x="4427538" y="5694363"/>
          <p14:tracePt t="175908" x="4435475" y="5694363"/>
          <p14:tracePt t="175919" x="4445000" y="5694363"/>
          <p14:tracePt t="175921" x="4452938" y="5694363"/>
          <p14:tracePt t="175931" x="4460875" y="5694363"/>
          <p14:tracePt t="175943" x="4470400" y="5694363"/>
          <p14:tracePt t="175954" x="4478338" y="5694363"/>
          <p14:tracePt t="175965" x="4503738" y="5684838"/>
          <p14:tracePt t="175976" x="4538663" y="5668963"/>
          <p14:tracePt t="175988" x="4605338" y="5626100"/>
          <p14:tracePt t="175999" x="4699000" y="5565775"/>
          <p14:tracePt t="176010" x="4818063" y="5464175"/>
          <p14:tracePt t="176022" x="4972050" y="5337175"/>
          <p14:tracePt t="176034" x="5132388" y="5192713"/>
          <p14:tracePt t="176044" x="5268913" y="5013325"/>
          <p14:tracePt t="176055" x="5380038" y="4868863"/>
          <p14:tracePt t="176067" x="5481638" y="4673600"/>
          <p14:tracePt t="176078" x="5575300" y="4452938"/>
          <p14:tracePt t="176089" x="5668963" y="4214813"/>
          <p14:tracePt t="176100" x="5753100" y="3976688"/>
          <p14:tracePt t="176116" x="5829300" y="3748088"/>
          <p14:tracePt t="176123" x="5889625" y="3509963"/>
          <p14:tracePt t="176134" x="5915025" y="3297238"/>
          <p14:tracePt t="176145" x="5932488" y="3109913"/>
          <p14:tracePt t="176157" x="5932488" y="2974975"/>
          <p14:tracePt t="176168" x="5915025" y="2830513"/>
          <p14:tracePt t="176179" x="5854700" y="2701925"/>
          <p14:tracePt t="176190" x="5788025" y="2582863"/>
          <p14:tracePt t="176202" x="5659438" y="2463800"/>
          <p14:tracePt t="176213" x="5507038" y="2354263"/>
          <p14:tracePt t="176224" x="5362575" y="2268538"/>
          <p14:tracePt t="176235" x="5192713" y="2149475"/>
          <p14:tracePt t="176247" x="5038725" y="2039938"/>
          <p14:tracePt t="176258" x="4886325" y="1911350"/>
          <p14:tracePt t="176269" x="4792663" y="1835150"/>
          <p14:tracePt t="176281" x="4699000" y="1725613"/>
          <p14:tracePt t="176291" x="4589463" y="1622425"/>
          <p14:tracePt t="176303" x="4460875" y="1470025"/>
          <p14:tracePt t="176314" x="4300538" y="1325563"/>
          <p14:tracePt t="176325" x="4113213" y="1155700"/>
          <p14:tracePt t="176336" x="3900488" y="993775"/>
          <p14:tracePt t="176348" x="3662363" y="823913"/>
          <p14:tracePt t="176359" x="3408363" y="671513"/>
          <p14:tracePt t="176370" x="3178175" y="527050"/>
          <p14:tracePt t="176382" x="3025775" y="400050"/>
          <p14:tracePt t="176393" x="2906713" y="314325"/>
          <p14:tracePt t="176404" x="2770188" y="230188"/>
          <p14:tracePt t="176415" x="2660650" y="152400"/>
          <p14:tracePt t="176426" x="2574925" y="111125"/>
          <p14:tracePt t="176438" x="2473325" y="76200"/>
          <p14:tracePt t="176449" x="2354263" y="50800"/>
          <p14:tracePt t="176460" x="2252663" y="33338"/>
          <p14:tracePt t="176472" x="2124075" y="17463"/>
          <p14:tracePt t="176483" x="1997075" y="17463"/>
          <p14:tracePt t="176494" x="1870075" y="25400"/>
          <p14:tracePt t="176505" x="1741488" y="42863"/>
          <p14:tracePt t="176516" x="1614488" y="93663"/>
          <p14:tracePt t="176528" x="1495425" y="144463"/>
          <p14:tracePt t="176539" x="1376363" y="187325"/>
          <p14:tracePt t="176550" x="1292225" y="220663"/>
          <p14:tracePt t="176561" x="1198563" y="255588"/>
          <p14:tracePt t="176573" x="1112838" y="296863"/>
          <p14:tracePt t="176584" x="1044575" y="339725"/>
          <p14:tracePt t="176595" x="977900" y="425450"/>
          <p14:tracePt t="176607" x="909638" y="509588"/>
          <p14:tracePt t="176618" x="858838" y="646113"/>
          <p14:tracePt t="176629" x="798513" y="790575"/>
          <p14:tracePt t="176640" x="714375" y="960438"/>
          <p14:tracePt t="176651" x="654050" y="1087438"/>
          <p14:tracePt t="176674" x="585788" y="1223963"/>
          <p14:tracePt t="176685" x="527050" y="1343025"/>
          <p14:tracePt t="176697" x="466725" y="1436688"/>
          <p14:tracePt t="176708" x="382588" y="1555750"/>
          <p14:tracePt t="176719" x="314325" y="1657350"/>
          <p14:tracePt t="176730" x="255588" y="1733550"/>
          <p14:tracePt t="176741" x="212725" y="1827213"/>
          <p14:tracePt t="176753" x="177800" y="1911350"/>
          <p14:tracePt t="176764" x="169863" y="1989138"/>
          <p14:tracePt t="176775" x="144463" y="2108200"/>
          <p14:tracePt t="176787" x="136525" y="2235200"/>
          <p14:tracePt t="176798" x="136525" y="2344738"/>
          <p14:tracePt t="176809" x="136525" y="2455863"/>
          <p14:tracePt t="176820" x="136525" y="2582863"/>
          <p14:tracePt t="176831" x="136525" y="2693988"/>
          <p14:tracePt t="176843" x="144463" y="2820988"/>
          <p14:tracePt t="176854" x="161925" y="2957513"/>
          <p14:tracePt t="176865" x="187325" y="3094038"/>
          <p14:tracePt t="176876" x="212725" y="3254375"/>
          <p14:tracePt t="176888" x="220663" y="3408363"/>
          <p14:tracePt t="176899" x="246063" y="3568700"/>
          <p14:tracePt t="176910" x="280988" y="3738563"/>
          <p14:tracePt t="176922" x="322263" y="3935413"/>
          <p14:tracePt t="176933" x="382588" y="4113213"/>
          <p14:tracePt t="176944" x="441325" y="4240213"/>
          <p14:tracePt t="176955" x="501650" y="4359275"/>
          <p14:tracePt t="176967" x="560388" y="4478338"/>
          <p14:tracePt t="176978" x="611188" y="4554538"/>
          <p14:tracePt t="176989" x="671513" y="4640263"/>
          <p14:tracePt t="177000" x="722313" y="4699000"/>
          <p14:tracePt t="177011" x="781050" y="4767263"/>
          <p14:tracePt t="177023" x="866775" y="4835525"/>
          <p14:tracePt t="177034" x="960438" y="4903788"/>
          <p14:tracePt t="177046" x="1079500" y="4979988"/>
          <p14:tracePt t="177057" x="1231900" y="5056188"/>
          <p14:tracePt t="177068" x="1368425" y="5116513"/>
          <p14:tracePt t="177080" x="1495425" y="5175250"/>
          <p14:tracePt t="177090" x="1631950" y="5235575"/>
          <p14:tracePt t="177114" x="1827213" y="5337175"/>
          <p14:tracePt t="177124" x="1885950" y="5380038"/>
          <p14:tracePt t="177135" x="1954213" y="5413375"/>
          <p14:tracePt t="177146" x="1997075" y="5438775"/>
          <p14:tracePt t="177158" x="2073275" y="5472113"/>
          <p14:tracePt t="177169" x="2149475" y="5514975"/>
          <p14:tracePt t="177180" x="2260600" y="5565775"/>
          <p14:tracePt t="177192" x="2371725" y="5600700"/>
          <p14:tracePt t="177203" x="2524125" y="5641975"/>
          <p14:tracePt t="177214" x="2668588" y="5694363"/>
          <p14:tracePt t="177225" x="2805113" y="5745163"/>
          <p14:tracePt t="177236" x="2906713" y="5778500"/>
          <p14:tracePt t="177248" x="2990850" y="5813425"/>
          <p14:tracePt t="177259" x="3067050" y="5846763"/>
          <p14:tracePt t="177270" x="3135313" y="5872163"/>
          <p14:tracePt t="177282" x="3203575" y="5905500"/>
          <p14:tracePt t="177293" x="3279775" y="5932488"/>
          <p14:tracePt t="177304" x="3398838" y="5965825"/>
          <p14:tracePt t="177315" x="3509963" y="5983288"/>
          <p14:tracePt t="177327" x="3636963" y="5999163"/>
          <p14:tracePt t="177338" x="3781425" y="6008688"/>
          <p14:tracePt t="177349" x="3925888" y="6024563"/>
          <p14:tracePt t="177360" x="4052888" y="6024563"/>
          <p14:tracePt t="177372" x="4164013" y="6024563"/>
          <p14:tracePt t="177383" x="4232275" y="6024563"/>
          <p14:tracePt t="177394" x="4291013" y="6024563"/>
          <p14:tracePt t="177405" x="4325938" y="6024563"/>
          <p14:tracePt t="177417" x="4376738" y="5991225"/>
          <p14:tracePt t="177428" x="4410075" y="5957888"/>
          <p14:tracePt t="177439" x="4460875" y="5922963"/>
          <p14:tracePt t="177450" x="4529138" y="5889625"/>
          <p14:tracePt t="177462" x="4614863" y="5864225"/>
          <p14:tracePt t="177473" x="4716463" y="5838825"/>
          <p14:tracePt t="177484" x="4810125" y="5803900"/>
          <p14:tracePt t="177496" x="4903788" y="5778500"/>
          <p14:tracePt t="177507" x="4997450" y="5745163"/>
          <p14:tracePt t="177518" x="5091113" y="5702300"/>
          <p14:tracePt t="177529" x="5149850" y="5634038"/>
          <p14:tracePt t="177540" x="5192713" y="5575300"/>
          <p14:tracePt t="177551" x="5226050" y="5507038"/>
          <p14:tracePt t="177563" x="5268913" y="5430838"/>
          <p14:tracePt t="177574" x="5311775" y="5353050"/>
          <p14:tracePt t="177585" x="5353050" y="5294313"/>
          <p14:tracePt t="177596" x="5413375" y="5226050"/>
          <p14:tracePt t="177608" x="5464175" y="5175250"/>
          <p14:tracePt t="177619" x="5507038" y="5132388"/>
          <p14:tracePt t="177631" x="5540375" y="5099050"/>
          <p14:tracePt t="177641" x="5557838" y="5081588"/>
          <p14:tracePt t="177653" x="5565775" y="5056188"/>
          <p14:tracePt t="177664" x="5591175" y="5030788"/>
          <p14:tracePt t="177675" x="5634038" y="4972050"/>
          <p14:tracePt t="177687" x="5651500" y="4911725"/>
          <p14:tracePt t="177698" x="5668963" y="4878388"/>
          <p14:tracePt t="177709" x="5694363" y="4802188"/>
          <p14:tracePt t="177720" x="5735638" y="4708525"/>
          <p14:tracePt t="177732" x="5795963" y="4605338"/>
          <p14:tracePt t="177743" x="5854700" y="4486275"/>
          <p14:tracePt t="177754" x="5915025" y="4384675"/>
          <p14:tracePt t="177765" x="5965825" y="4291013"/>
          <p14:tracePt t="177776" x="6024563" y="4197350"/>
          <p14:tracePt t="177788" x="6067425" y="4121150"/>
          <p14:tracePt t="177799" x="6092825" y="4062413"/>
          <p14:tracePt t="177810" x="6110288" y="4011613"/>
          <p14:tracePt t="177822" x="6118225" y="3968750"/>
          <p14:tracePt t="177833" x="6127750" y="3908425"/>
          <p14:tracePt t="177844" x="6135688" y="3832225"/>
          <p14:tracePt t="177855" x="6161088" y="3748088"/>
          <p14:tracePt t="177867" x="6169025" y="3662363"/>
          <p14:tracePt t="177878" x="6178550" y="3560763"/>
          <p14:tracePt t="177889" x="6178550" y="3449638"/>
          <p14:tracePt t="177900" x="6178550" y="3322638"/>
          <p14:tracePt t="177912" x="6178550" y="3203575"/>
          <p14:tracePt t="177923" x="6178550" y="3094038"/>
          <p14:tracePt t="177934" x="6178550" y="3008313"/>
          <p14:tracePt t="177946" x="6178550" y="2949575"/>
          <p14:tracePt t="177956" x="6178550" y="2922588"/>
          <p14:tracePt t="177968" x="6178550" y="2914650"/>
          <p14:tracePt t="177979" x="6178550" y="2906713"/>
          <p14:tracePt t="178023" x="6178550" y="2897188"/>
          <p14:tracePt t="178035" x="6178550" y="2889250"/>
          <p14:tracePt t="178047" x="6178550" y="2881313"/>
          <p14:tracePt t="178069" x="6178550" y="2871788"/>
          <p14:tracePt t="178080" x="6186488" y="2863850"/>
          <p14:tracePt t="178091" x="6186488" y="2830513"/>
          <p14:tracePt t="178113" x="6186488" y="2813050"/>
          <p14:tracePt t="178115" x="6194425" y="2778125"/>
          <p14:tracePt t="178125" x="6194425" y="2770188"/>
          <p14:tracePt t="178912" x="6203950" y="2752725"/>
          <p14:tracePt t="178923" x="6211888" y="2744788"/>
          <p14:tracePt t="178968" x="6211888" y="2736850"/>
          <p14:tracePt t="178969" x="6211888" y="2727325"/>
          <p14:tracePt t="178980" x="6211888" y="2719388"/>
          <p14:tracePt t="178992" x="6211888" y="2711450"/>
          <p14:tracePt t="179003" x="6211888" y="2701925"/>
          <p14:tracePt t="179025" x="6211888" y="2686050"/>
          <p14:tracePt t="179037" x="6211888" y="2668588"/>
          <p14:tracePt t="179059" x="6211888" y="2643188"/>
          <p14:tracePt t="179081" x="6211888" y="2625725"/>
          <p14:tracePt t="179093" x="6211888" y="2617788"/>
          <p14:tracePt t="179112" x="6211888" y="2608263"/>
          <p14:tracePt t="179115" x="6211888" y="2600325"/>
          <p14:tracePt t="179138" x="6211888" y="2592388"/>
          <p14:tracePt t="179149" x="6194425" y="2582863"/>
          <p14:tracePt t="179160" x="6194425" y="2566988"/>
          <p14:tracePt t="179171" x="6178550" y="2557463"/>
          <p14:tracePt t="179183" x="6169025" y="2549525"/>
          <p14:tracePt t="179195" x="6153150" y="2532063"/>
          <p14:tracePt t="179249" x="6153150" y="2524125"/>
          <p14:tracePt t="179260" x="6153150" y="2516188"/>
          <p14:tracePt t="179261" x="6153150" y="2506663"/>
          <p14:tracePt t="179273" x="6153150" y="2498725"/>
          <p14:tracePt t="179284" x="6153150" y="2489200"/>
          <p14:tracePt t="179295" x="6153150" y="2481263"/>
          <p14:tracePt t="179318" x="6153150" y="2473325"/>
          <p14:tracePt t="179329" x="6153150" y="2463800"/>
          <p14:tracePt t="179352" x="6153150" y="2455863"/>
          <p14:tracePt t="179363" x="6153150" y="2430463"/>
          <p14:tracePt t="179374" x="6161088" y="2413000"/>
          <p14:tracePt t="179385" x="6161088" y="2371725"/>
          <p14:tracePt t="179397" x="6161088" y="2336800"/>
          <p14:tracePt t="179408" x="6161088" y="2311400"/>
          <p14:tracePt t="179419" x="6161088" y="2286000"/>
          <p14:tracePt t="179430" x="6161088" y="2243138"/>
          <p14:tracePt t="179442" x="6161088" y="2209800"/>
          <p14:tracePt t="179453" x="6161088" y="2166938"/>
          <p14:tracePt t="179464" x="6161088" y="2133600"/>
          <p14:tracePt t="179475" x="6161088" y="2090738"/>
          <p14:tracePt t="179487" x="6161088" y="2047875"/>
          <p14:tracePt t="179498" x="6153150" y="1997075"/>
          <p14:tracePt t="179509" x="6135688" y="1979613"/>
          <p14:tracePt t="179520" x="6110288" y="1928813"/>
          <p14:tracePt t="179532" x="6042025" y="1860550"/>
          <p14:tracePt t="179543" x="5965825" y="1784350"/>
          <p14:tracePt t="179554" x="5838825" y="1682750"/>
          <p14:tracePt t="179565" x="5719763" y="1589088"/>
          <p14:tracePt t="179577" x="5549900" y="1487488"/>
          <p14:tracePt t="179588" x="5405438" y="1393825"/>
          <p14:tracePt t="179599" x="5286375" y="1325563"/>
          <p14:tracePt t="179611" x="5183188" y="1266825"/>
          <p14:tracePt t="179622" x="5073650" y="1198563"/>
          <p14:tracePt t="179633" x="4979988" y="1138238"/>
          <p14:tracePt t="179644" x="4894263" y="1079500"/>
          <p14:tracePt t="179655" x="4802188" y="1028700"/>
          <p14:tracePt t="179667" x="4708525" y="968375"/>
          <p14:tracePt t="179678" x="4605338" y="925513"/>
          <p14:tracePt t="179689" x="4486275" y="874713"/>
          <p14:tracePt t="179700" x="4359275" y="823913"/>
          <p14:tracePt t="179712" x="4232275" y="808038"/>
          <p14:tracePt t="179723" x="4095750" y="773113"/>
          <p14:tracePt t="179734" x="4011613" y="739775"/>
          <p14:tracePt t="179746" x="3935413" y="714375"/>
          <p14:tracePt t="179756" x="3875088" y="696913"/>
          <p14:tracePt t="179768" x="3816350" y="671513"/>
          <p14:tracePt t="179779" x="3763963" y="646113"/>
          <p14:tracePt t="179790" x="3705225" y="620713"/>
          <p14:tracePt t="179801" x="3646488" y="603250"/>
          <p14:tracePt t="179813" x="3568700" y="577850"/>
          <p14:tracePt t="179824" x="3492500" y="569913"/>
          <p14:tracePt t="179835" x="3408363" y="560388"/>
          <p14:tracePt t="179847" x="3348038" y="560388"/>
          <p14:tracePt t="179858" x="3289300" y="560388"/>
          <p14:tracePt t="179869" x="3263900" y="560388"/>
          <p14:tracePt t="179880" x="3246438" y="560388"/>
          <p14:tracePt t="179891" x="3228975" y="560388"/>
          <p14:tracePt t="179903" x="3186113" y="569913"/>
          <p14:tracePt t="179914" x="3170238" y="569913"/>
          <p14:tracePt t="179925" x="3135313" y="577850"/>
          <p14:tracePt t="179937" x="3109913" y="577850"/>
          <p14:tracePt t="179948" x="3076575" y="585788"/>
          <p14:tracePt t="179959" x="3041650" y="595313"/>
          <p14:tracePt t="179970" x="3000375" y="611188"/>
          <p14:tracePt t="179981" x="2932113" y="646113"/>
          <p14:tracePt t="179993" x="2871788" y="688975"/>
          <p14:tracePt t="180015" x="2795588" y="714375"/>
          <p14:tracePt t="180027" x="2719388" y="765175"/>
          <p14:tracePt t="180038" x="2625725" y="808038"/>
          <p14:tracePt t="180049" x="2447925" y="900113"/>
          <p14:tracePt t="180061" x="2328863" y="960438"/>
          <p14:tracePt t="180072" x="2217738" y="1011238"/>
          <p14:tracePt t="180083" x="2098675" y="1054100"/>
          <p14:tracePt t="180094" x="1997075" y="1104900"/>
          <p14:tracePt t="180105" x="1885950" y="1155700"/>
          <p14:tracePt t="180117" x="1766888" y="1257300"/>
          <p14:tracePt t="180128" x="1674813" y="1368425"/>
          <p14:tracePt t="180139" x="1581150" y="1470025"/>
          <p14:tracePt t="180150" x="1495425" y="1589088"/>
          <p14:tracePt t="180162" x="1419225" y="1725613"/>
          <p14:tracePt t="180173" x="1360488" y="1844675"/>
          <p14:tracePt t="180184" x="1317625" y="1946275"/>
          <p14:tracePt t="180195" x="1257300" y="2047875"/>
          <p14:tracePt t="180218" x="1216025" y="2159000"/>
          <p14:tracePt t="180229" x="1155700" y="2260600"/>
          <p14:tracePt t="180246" x="1096963" y="2362200"/>
          <p14:tracePt t="180251" x="1011238" y="2557463"/>
          <p14:tracePt t="180263" x="960438" y="2736850"/>
          <p14:tracePt t="180274" x="935038" y="2881313"/>
          <p14:tracePt t="180285" x="925513" y="3008313"/>
          <p14:tracePt t="180297" x="925513" y="3127375"/>
          <p14:tracePt t="180308" x="925513" y="3246438"/>
          <p14:tracePt t="180319" x="960438" y="3365500"/>
          <p14:tracePt t="180330" x="1011238" y="3492500"/>
          <p14:tracePt t="180341" x="1062038" y="3611563"/>
          <p14:tracePt t="180353" x="1122363" y="3730625"/>
          <p14:tracePt t="180364" x="1155700" y="3816350"/>
          <p14:tracePt t="180375" x="1181100" y="3917950"/>
          <p14:tracePt t="180387" x="1189038" y="3994150"/>
          <p14:tracePt t="180398" x="1216025" y="4079875"/>
          <p14:tracePt t="180409" x="1249363" y="4171950"/>
          <p14:tracePt t="180420" x="1282700" y="4257675"/>
          <p14:tracePt t="180432" x="1325563" y="4359275"/>
          <p14:tracePt t="180444" x="1393825" y="4452938"/>
          <p14:tracePt t="180454" x="1452563" y="4546600"/>
          <p14:tracePt t="180465" x="1520825" y="4622800"/>
          <p14:tracePt t="180477" x="1589088" y="4716463"/>
          <p14:tracePt t="180488" x="1649413" y="4792663"/>
          <p14:tracePt t="180499" x="1690688" y="4868863"/>
          <p14:tracePt t="180510" x="1733550" y="4937125"/>
          <p14:tracePt t="180533" x="1784350" y="4987925"/>
          <p14:tracePt t="180544" x="1835150" y="5038725"/>
          <p14:tracePt t="180555" x="1885950" y="5091113"/>
          <p14:tracePt t="180567" x="2030413" y="5183188"/>
          <p14:tracePt t="180578" x="2149475" y="5251450"/>
          <p14:tracePt t="180589" x="2252663" y="5319713"/>
          <p14:tracePt t="180600" x="2371725" y="5395913"/>
          <p14:tracePt t="180612" x="2473325" y="5464175"/>
          <p14:tracePt t="180623" x="2582863" y="5532438"/>
          <p14:tracePt t="180634" x="2668588" y="5591175"/>
          <p14:tracePt t="180645" x="2762250" y="5634038"/>
          <p14:tracePt t="180656" x="2855913" y="5676900"/>
          <p14:tracePt t="180668" x="2957513" y="5727700"/>
          <p14:tracePt t="180679" x="3041650" y="5761038"/>
          <p14:tracePt t="180690" x="3144838" y="5795963"/>
          <p14:tracePt t="180702" x="3263900" y="5829300"/>
          <p14:tracePt t="180713" x="3382963" y="5864225"/>
          <p14:tracePt t="180724" x="3492500" y="5889625"/>
          <p14:tracePt t="180735" x="3619500" y="5915025"/>
          <p14:tracePt t="180747" x="3756025" y="5932488"/>
          <p14:tracePt t="180758" x="3867150" y="5957888"/>
          <p14:tracePt t="180769" x="3986213" y="5965825"/>
          <p14:tracePt t="180780" x="4070350" y="5983288"/>
          <p14:tracePt t="180792" x="4130675" y="5991225"/>
          <p14:tracePt t="180803" x="4171950" y="5991225"/>
          <p14:tracePt t="180814" x="4206875" y="5991225"/>
          <p14:tracePt t="180825" x="4232275" y="5991225"/>
          <p14:tracePt t="180837" x="4275138" y="5991225"/>
          <p14:tracePt t="180848" x="4333875" y="5991225"/>
          <p14:tracePt t="180860" x="4419600" y="5991225"/>
          <p14:tracePt t="180870" x="4503738" y="5991225"/>
          <p14:tracePt t="180881" x="4605338" y="5991225"/>
          <p14:tracePt t="180893" x="4691063" y="5991225"/>
          <p14:tracePt t="180904" x="4792663" y="5991225"/>
          <p14:tracePt t="180915" x="4860925" y="5991225"/>
          <p14:tracePt t="180927" x="4929188" y="5957888"/>
          <p14:tracePt t="180938" x="4962525" y="5932488"/>
          <p14:tracePt t="180949" x="4997450" y="5897563"/>
          <p14:tracePt t="180961" x="5005388" y="5889625"/>
          <p14:tracePt t="180972" x="5013325" y="5880100"/>
          <p14:tracePt t="180983" x="5013325" y="5872163"/>
          <p14:tracePt t="180994" x="5022850" y="5864225"/>
          <p14:tracePt t="181017" x="5030788" y="5854700"/>
          <p14:tracePt t="181094" x="5030788" y="5846763"/>
          <p14:tracePt t="181096" x="5022850" y="5846763"/>
          <p14:tracePt t="181118" x="4987925" y="5846763"/>
          <p14:tracePt t="181129" x="4972050" y="5846763"/>
          <p14:tracePt t="181140" x="4903788" y="5846763"/>
          <p14:tracePt t="181152" x="4792663" y="5846763"/>
          <p14:tracePt t="181163" x="4648200" y="5846763"/>
          <p14:tracePt t="181174" x="4460875" y="5846763"/>
          <p14:tracePt t="181185" x="4257675" y="5846763"/>
          <p14:tracePt t="181197" x="4052888" y="5846763"/>
          <p14:tracePt t="181208" x="3875088" y="5846763"/>
          <p14:tracePt t="181219" x="3730625" y="5846763"/>
          <p14:tracePt t="181230" x="3611563" y="5846763"/>
          <p14:tracePt t="181241" x="3467100" y="5846763"/>
          <p14:tracePt t="181253" x="3322638" y="5846763"/>
          <p14:tracePt t="181264" x="3186113" y="5846763"/>
          <p14:tracePt t="181276" x="3033713" y="5846763"/>
          <p14:tracePt t="181286" x="2881313" y="5846763"/>
          <p14:tracePt t="181298" x="2752725" y="5829300"/>
          <p14:tracePt t="181309" x="2633663" y="5821363"/>
          <p14:tracePt t="181320" x="2532063" y="5795963"/>
          <p14:tracePt t="181331" x="2473325" y="5778500"/>
          <p14:tracePt t="181343" x="2422525" y="5735638"/>
          <p14:tracePt t="181354" x="2379663" y="5684838"/>
          <p14:tracePt t="181365" x="2344738" y="5626100"/>
          <p14:tracePt t="181377" x="2303463" y="5557838"/>
          <p14:tracePt t="181388" x="2278063" y="5481638"/>
          <p14:tracePt t="181399" x="2227263" y="5395913"/>
          <p14:tracePt t="181411" x="2184400" y="5286375"/>
          <p14:tracePt t="181421" x="2141538" y="5200650"/>
          <p14:tracePt t="181433" x="2108200" y="5099050"/>
          <p14:tracePt t="181444" x="2090738" y="4972050"/>
          <p14:tracePt t="181455" x="2082800" y="4843463"/>
          <p14:tracePt t="181467" x="2082800" y="4699000"/>
          <p14:tracePt t="181478" x="2082800" y="4521200"/>
          <p14:tracePt t="181489" x="2124075" y="4325938"/>
          <p14:tracePt t="181500" x="2200275" y="4121150"/>
          <p14:tracePt t="181512" x="2278063" y="3883025"/>
          <p14:tracePt t="181523" x="2397125" y="3611563"/>
          <p14:tracePt t="181534" x="2481263" y="3348038"/>
          <p14:tracePt t="181545" x="2549525" y="3094038"/>
          <p14:tracePt t="181556" x="2574925" y="2846388"/>
          <p14:tracePt t="181568" x="2592388" y="2600325"/>
          <p14:tracePt t="181579" x="2582863" y="2397125"/>
          <p14:tracePt t="181590" x="2541588" y="2192338"/>
          <p14:tracePt t="181602" x="2506663" y="2055813"/>
          <p14:tracePt t="181613" x="2481263" y="1938338"/>
          <p14:tracePt t="181624" x="2473325" y="1860550"/>
          <p14:tracePt t="181635" x="2473325" y="1852613"/>
          <p14:tracePt t="181647" x="2473325" y="1827213"/>
          <p14:tracePt t="181658" x="2463800" y="1819275"/>
          <p14:tracePt t="181680" x="2455863" y="1809750"/>
          <p14:tracePt t="181692" x="2438400" y="1801813"/>
          <p14:tracePt t="181703" x="2413000" y="1793875"/>
          <p14:tracePt t="181714" x="2387600" y="1784350"/>
          <p14:tracePt t="181726" x="2344738" y="1766888"/>
          <p14:tracePt t="181737" x="2268538" y="1733550"/>
          <p14:tracePt t="181748" x="2192338" y="1690688"/>
          <p14:tracePt t="181759" x="2098675" y="1639888"/>
          <p14:tracePt t="181770" x="1989138" y="1555750"/>
          <p14:tracePt t="181782" x="1870075" y="1470025"/>
          <p14:tracePt t="181793" x="1751013" y="1385888"/>
          <p14:tracePt t="181804" x="1649413" y="1300163"/>
          <p14:tracePt t="181815" x="1589088" y="1241425"/>
          <p14:tracePt t="181827" x="1563688" y="1198563"/>
          <p14:tracePt t="181838" x="1555750" y="1189038"/>
          <p14:tracePt t="181849" x="1546225" y="1163638"/>
          <p14:tracePt t="181860" x="1546225" y="1155700"/>
          <p14:tracePt t="181883" x="1538288" y="1147763"/>
          <p14:tracePt t="181894" x="1530350" y="1147763"/>
          <p14:tracePt t="181905" x="1504950" y="1130300"/>
          <p14:tracePt t="181917" x="1444625" y="1122363"/>
          <p14:tracePt t="181928" x="1393825" y="1112838"/>
          <p14:tracePt t="181939" x="1376363" y="1104900"/>
          <p14:tracePt t="181950" x="1360488" y="1096963"/>
          <p14:tracePt t="181961" x="1350963" y="1087438"/>
          <p14:tracePt t="181984" x="1350963" y="1079500"/>
          <p14:tracePt t="181996" x="1360488" y="1069975"/>
          <p14:tracePt t="182018" x="1360488" y="1044575"/>
          <p14:tracePt t="182029" x="1376363" y="1028700"/>
          <p14:tracePt t="182040" x="1376363" y="1019175"/>
          <p14:tracePt t="182097" x="1376363" y="1036638"/>
          <p14:tracePt t="182108" x="1376363" y="1079500"/>
          <p14:tracePt t="182130" x="1376363" y="1122363"/>
          <p14:tracePt t="182142" x="1376363" y="1147763"/>
          <p14:tracePt t="182153" x="1376363" y="1181100"/>
          <p14:tracePt t="182164" x="1376363" y="1241425"/>
          <p14:tracePt t="182175" x="1376363" y="1282700"/>
          <p14:tracePt t="182187" x="1376363" y="1325563"/>
          <p14:tracePt t="182198" x="1376363" y="1368425"/>
          <p14:tracePt t="182209" x="1376363" y="1411288"/>
          <p14:tracePt t="182220" x="1376363" y="1470025"/>
          <p14:tracePt t="182232" x="1376363" y="1538288"/>
          <p14:tracePt t="182243" x="1376363" y="1622425"/>
          <p14:tracePt t="182254" x="1376363" y="1725613"/>
          <p14:tracePt t="182265" x="1376363" y="1852613"/>
          <p14:tracePt t="182277" x="1360488" y="1997075"/>
          <p14:tracePt t="182288" x="1333500" y="2174875"/>
          <p14:tracePt t="182299" x="1308100" y="2362200"/>
          <p14:tracePt t="182310" x="1292225" y="2574925"/>
          <p14:tracePt t="182321" x="1292225" y="2752725"/>
          <p14:tracePt t="182333" x="1292225" y="2889250"/>
          <p14:tracePt t="182344" x="1292225" y="3041650"/>
          <p14:tracePt t="182355" x="1292225" y="3203575"/>
          <p14:tracePt t="182367" x="1292225" y="3373438"/>
          <p14:tracePt t="182378" x="1292225" y="3543300"/>
          <p14:tracePt t="182389" x="1292225" y="3722688"/>
          <p14:tracePt t="182400" x="1292225" y="3900488"/>
          <p14:tracePt t="182412" x="1292225" y="4052888"/>
          <p14:tracePt t="182423" x="1292225" y="4189413"/>
          <p14:tracePt t="182434" x="1292225" y="4351338"/>
          <p14:tracePt t="182445" x="1292225" y="4486275"/>
          <p14:tracePt t="182456" x="1292225" y="4614863"/>
          <p14:tracePt t="182468" x="1292225" y="4724400"/>
          <p14:tracePt t="182479" x="1292225" y="4843463"/>
          <p14:tracePt t="182490" x="1292225" y="4937125"/>
          <p14:tracePt t="182502" x="1292225" y="5022850"/>
          <p14:tracePt t="182513" x="1292225" y="5106988"/>
          <p14:tracePt t="182524" x="1292225" y="5167313"/>
          <p14:tracePt t="182535" x="1292225" y="5208588"/>
          <p14:tracePt t="182547" x="1292225" y="5251450"/>
          <p14:tracePt t="182558" x="1292225" y="5294313"/>
          <p14:tracePt t="182569" x="1292225" y="5327650"/>
          <p14:tracePt t="182580" x="1292225" y="5362575"/>
          <p14:tracePt t="182592" x="1292225" y="5405438"/>
          <p14:tracePt t="182603" x="1300163" y="5464175"/>
          <p14:tracePt t="182625" x="1317625" y="5514975"/>
          <p14:tracePt t="182637" x="1333500" y="5557838"/>
          <p14:tracePt t="182648" x="1368425" y="5608638"/>
          <p14:tracePt t="182659" x="1411288" y="5684838"/>
          <p14:tracePt t="182670" x="1444625" y="5753100"/>
          <p14:tracePt t="182682" x="1444625" y="5761038"/>
          <p14:tracePt t="182693" x="1444625" y="5770563"/>
          <p14:tracePt t="182704" x="1444625" y="5778500"/>
          <p14:tracePt t="182715" x="1444625" y="5795963"/>
          <p14:tracePt t="182727" x="1444625" y="5813425"/>
          <p14:tracePt t="182738" x="1462088" y="5846763"/>
          <p14:tracePt t="182749" x="1477963" y="5864225"/>
          <p14:tracePt t="182760" x="1495425" y="5889625"/>
          <p14:tracePt t="182771" x="1512888" y="5915025"/>
          <p14:tracePt t="182783" x="1530350" y="5940425"/>
          <p14:tracePt t="182794" x="1555750" y="5983288"/>
          <p14:tracePt t="182805" x="1563688" y="6016625"/>
          <p14:tracePt t="182817" x="1614488" y="6067425"/>
          <p14:tracePt t="182828" x="1657350" y="6118225"/>
          <p14:tracePt t="182839" x="1674813" y="6143625"/>
          <p14:tracePt t="182850" x="1682750" y="6161088"/>
          <p14:tracePt t="182862" x="1690688" y="6161088"/>
          <p14:tracePt t="182873" x="1690688" y="6169025"/>
          <p14:tracePt t="182884" x="1690688" y="6178550"/>
          <p14:tracePt t="182917" x="1690688" y="6186488"/>
          <p14:tracePt t="182929" x="1700213" y="6194425"/>
          <p14:tracePt t="183040" x="1708150" y="6194425"/>
          <p14:tracePt t="183053" x="1716088" y="6194425"/>
          <p14:tracePt t="183064" x="1725613" y="6186488"/>
          <p14:tracePt t="183075" x="1733550" y="6178550"/>
          <p14:tracePt t="183087" x="1733550" y="6169025"/>
          <p14:tracePt t="183108" x="1741488" y="6153150"/>
          <p14:tracePt t="183110" x="1741488" y="6143625"/>
          <p14:tracePt t="183120" x="1751013" y="6143625"/>
          <p14:tracePt t="183153" x="1758950" y="6135688"/>
          <p14:tracePt t="183154" x="1758950" y="6127750"/>
          <p14:tracePt t="183165" x="1766888" y="6118225"/>
          <p14:tracePt t="183177" x="1776413" y="6118225"/>
          <p14:tracePt t="183188" x="1784350" y="6118225"/>
          <p14:tracePt t="183210" x="1801813" y="6118225"/>
          <p14:tracePt t="183233" x="1827213" y="6110288"/>
          <p14:tracePt t="183244" x="1870075" y="6102350"/>
          <p14:tracePt t="183255" x="1885950" y="6092825"/>
          <p14:tracePt t="183278" x="1895475" y="6092825"/>
          <p14:tracePt t="183289" x="1903413" y="6092825"/>
          <p14:tracePt t="183300" x="1911350" y="6084888"/>
          <p14:tracePt t="183323" x="1920875" y="6084888"/>
          <p14:tracePt t="183334" x="1938338" y="6076950"/>
          <p14:tracePt t="183345" x="1997075" y="6059488"/>
          <p14:tracePt t="183357" x="2022475" y="6049963"/>
          <p14:tracePt t="183368" x="2055813" y="6049963"/>
          <p14:tracePt t="183379" x="2098675" y="6034088"/>
          <p14:tracePt t="183391" x="2133600" y="6034088"/>
          <p14:tracePt t="183402" x="2149475" y="6034088"/>
          <p14:tracePt t="183413" x="2174875" y="6024563"/>
          <p14:tracePt t="183424" x="2200275" y="6024563"/>
          <p14:tracePt t="183447" x="2217738" y="6024563"/>
          <p14:tracePt t="183458" x="2227263" y="6024563"/>
          <p14:tracePt t="183480" x="2243138" y="6016625"/>
          <p14:tracePt t="183569" x="2235200" y="6016625"/>
          <p14:tracePt t="183570" x="2227263" y="6016625"/>
          <p14:tracePt t="183582" x="2209800" y="6016625"/>
          <p14:tracePt t="183593" x="2192338" y="6016625"/>
          <p14:tracePt t="183604" x="2184400" y="6016625"/>
          <p14:tracePt t="183615" x="2159000" y="6008688"/>
          <p14:tracePt t="183627" x="2108200" y="5999163"/>
          <p14:tracePt t="183638" x="2073275" y="5991225"/>
          <p14:tracePt t="183649" x="2047875" y="5991225"/>
          <p14:tracePt t="183660" x="2039938" y="5991225"/>
          <p14:tracePt t="183671" x="2030413" y="5991225"/>
          <p14:tracePt t="183683" x="2022475" y="5991225"/>
          <p14:tracePt t="183749" x="2022475" y="5983288"/>
          <p14:tracePt t="183760" x="2014538" y="5983288"/>
          <p14:tracePt t="183772" x="1997075" y="5973763"/>
          <p14:tracePt t="183773" x="1997075" y="5965825"/>
          <p14:tracePt t="183784" x="1997075" y="5957888"/>
          <p14:tracePt t="183795" x="1989138" y="5957888"/>
          <p14:tracePt t="183873" x="1979613" y="5957888"/>
          <p14:tracePt t="183897" x="1971675" y="5957888"/>
          <p14:tracePt t="183908" x="1963738" y="5957888"/>
          <p14:tracePt t="183919" x="1954213" y="5957888"/>
          <p14:tracePt t="183930" x="1928813" y="5957888"/>
          <p14:tracePt t="183941" x="1920875" y="5957888"/>
          <p14:tracePt t="184054" x="1928813" y="5965825"/>
          <p14:tracePt t="184065" x="1938338" y="5965825"/>
          <p14:tracePt t="184077" x="1946275" y="5973763"/>
          <p14:tracePt t="184091" x="1963738" y="5973763"/>
          <p14:tracePt t="184099" x="2005013" y="5973763"/>
          <p14:tracePt t="184111" x="2065338" y="5983288"/>
          <p14:tracePt t="184121" x="2141538" y="5991225"/>
          <p14:tracePt t="184133" x="2217738" y="5999163"/>
          <p14:tracePt t="184144" x="2319338" y="6024563"/>
          <p14:tracePt t="184155" x="2413000" y="6034088"/>
          <p14:tracePt t="184167" x="2532063" y="6059488"/>
          <p14:tracePt t="184178" x="2643188" y="6067425"/>
          <p14:tracePt t="184189" x="2762250" y="6084888"/>
          <p14:tracePt t="184211" x="2889250" y="6092825"/>
          <p14:tracePt t="184224" x="3025775" y="6092825"/>
          <p14:tracePt t="184234" x="3152775" y="6092825"/>
          <p14:tracePt t="184245" x="3433763" y="6092825"/>
          <p14:tracePt t="184257" x="3662363" y="6092825"/>
          <p14:tracePt t="184268" x="3867150" y="6092825"/>
          <p14:tracePt t="184279" x="4019550" y="6092825"/>
          <p14:tracePt t="184290" x="4164013" y="6092825"/>
          <p14:tracePt t="184301" x="4291013" y="6092825"/>
          <p14:tracePt t="184313" x="4402138" y="6092825"/>
          <p14:tracePt t="184324" x="4503738" y="6092825"/>
          <p14:tracePt t="184335" x="4597400" y="6092825"/>
          <p14:tracePt t="184347" x="4691063" y="6092825"/>
          <p14:tracePt t="184358" x="4784725" y="6092825"/>
          <p14:tracePt t="184369" x="4886325" y="6059488"/>
          <p14:tracePt t="184380" x="4997450" y="6008688"/>
          <p14:tracePt t="184391" x="5081588" y="5973763"/>
          <p14:tracePt t="184403" x="5175250" y="5932488"/>
          <p14:tracePt t="184425" x="5260975" y="5889625"/>
          <p14:tracePt t="184437" x="5353050" y="5838825"/>
          <p14:tracePt t="184448" x="5446713" y="5788025"/>
          <p14:tracePt t="184459" x="5583238" y="5684838"/>
          <p14:tracePt t="184470" x="5745163" y="5557838"/>
          <p14:tracePt t="184482" x="5838825" y="5430838"/>
          <p14:tracePt t="184493" x="5957888" y="5251450"/>
          <p14:tracePt t="184504" x="6076950" y="5081588"/>
          <p14:tracePt t="184515" x="6161088" y="4894263"/>
          <p14:tracePt t="184527" x="6221413" y="4691063"/>
          <p14:tracePt t="184538" x="6297613" y="4452938"/>
          <p14:tracePt t="184549" x="6381750" y="4189413"/>
          <p14:tracePt t="184560" x="6442075" y="3986213"/>
          <p14:tracePt t="184572" x="6475413" y="3841750"/>
          <p14:tracePt t="184583" x="6483350" y="3713163"/>
          <p14:tracePt t="184594" x="6483350" y="3603625"/>
          <p14:tracePt t="184605" x="6424613" y="3484563"/>
          <p14:tracePt t="184617" x="6280150" y="3348038"/>
          <p14:tracePt t="184628" x="6016625" y="3178175"/>
          <p14:tracePt t="184640" x="5702300" y="2974975"/>
          <p14:tracePt t="184650" x="5438775" y="2778125"/>
          <p14:tracePt t="184662" x="5286375" y="2651125"/>
          <p14:tracePt t="184673" x="5200650" y="2532063"/>
          <p14:tracePt t="184684" x="5149850" y="2413000"/>
          <p14:tracePt t="184695" x="5132388" y="2311400"/>
          <p14:tracePt t="184707" x="5132388" y="2227263"/>
          <p14:tracePt t="184718" x="5132388" y="2159000"/>
          <p14:tracePt t="184729" x="5132388" y="2098675"/>
          <p14:tracePt t="184740" x="5099050" y="2022475"/>
          <p14:tracePt t="184752" x="5030788" y="1946275"/>
          <p14:tracePt t="184763" x="4903788" y="1844675"/>
          <p14:tracePt t="184774" x="4673600" y="1700213"/>
          <p14:tracePt t="184785" x="4394200" y="1538288"/>
          <p14:tracePt t="184797" x="4037013" y="1368425"/>
          <p14:tracePt t="184808" x="3671888" y="1198563"/>
          <p14:tracePt t="184819" x="3398838" y="1079500"/>
          <p14:tracePt t="184830" x="3246438" y="1011238"/>
          <p14:tracePt t="184874" x="3238500" y="1011238"/>
          <p14:tracePt t="184876" x="3228975" y="1003300"/>
          <p14:tracePt t="184887" x="3221038" y="1003300"/>
          <p14:tracePt t="184909" x="3211513" y="1003300"/>
          <p14:tracePt t="184920" x="3178175" y="1003300"/>
          <p14:tracePt t="184932" x="3119438" y="1003300"/>
          <p14:tracePt t="184943" x="3094038" y="1003300"/>
          <p14:tracePt t="184954" x="3041650" y="1003300"/>
          <p14:tracePt t="184965" x="2982913" y="1003300"/>
          <p14:tracePt t="184977" x="2922588" y="1003300"/>
          <p14:tracePt t="184988" x="2871788" y="1003300"/>
          <p14:tracePt t="184999" x="2795588" y="993775"/>
          <p14:tracePt t="185010" x="2736850" y="968375"/>
          <p14:tracePt t="185043" x="2719388" y="968375"/>
          <p14:tracePt t="185054" x="2719388" y="977900"/>
          <p14:tracePt t="185065" x="2719388" y="985838"/>
          <p14:tracePt t="185066" x="2711450" y="985838"/>
          <p14:tracePt t="185078" x="2711450" y="993775"/>
          <p14:tracePt t="185091" x="2711450" y="1003300"/>
          <p14:tracePt t="186034" x="2719388" y="1011238"/>
          <p14:tracePt t="186034" x="2736850" y="1019175"/>
          <p14:tracePt t="186045" x="2744788" y="1019175"/>
          <p14:tracePt t="186057" x="2770188" y="1028700"/>
          <p14:tracePt t="186068" x="2778125" y="1028700"/>
          <p14:tracePt t="186079" x="2805113" y="1036638"/>
          <p14:tracePt t="186090" x="2855913" y="1069975"/>
          <p14:tracePt t="186107" x="2906713" y="1096963"/>
          <p14:tracePt t="186113" x="2940050" y="1104900"/>
          <p14:tracePt t="186125" x="2965450" y="1104900"/>
          <p14:tracePt t="186135" x="3008313" y="1112838"/>
          <p14:tracePt t="186147" x="3051175" y="1122363"/>
          <p14:tracePt t="186158" x="3109913" y="1122363"/>
          <p14:tracePt t="186169" x="3170238" y="1122363"/>
          <p14:tracePt t="186180" x="3221038" y="1122363"/>
          <p14:tracePt t="186191" x="3297238" y="1122363"/>
          <p14:tracePt t="186203" x="3355975" y="1122363"/>
          <p14:tracePt t="186214" x="3408363" y="1122363"/>
          <p14:tracePt t="186225" x="3459163" y="1112838"/>
          <p14:tracePt t="186236" x="3475038" y="1096963"/>
          <p14:tracePt t="186248" x="3475038" y="1087438"/>
          <p14:tracePt t="186259" x="3475038" y="1079500"/>
          <p14:tracePt t="186270" x="3484563" y="1054100"/>
          <p14:tracePt t="186282" x="3484563" y="1044575"/>
          <p14:tracePt t="186293" x="3484563" y="1019175"/>
          <p14:tracePt t="186304" x="3484563" y="985838"/>
          <p14:tracePt t="186315" x="3467100" y="960438"/>
          <p14:tracePt t="186327" x="3408363" y="935038"/>
          <p14:tracePt t="186338" x="3373438" y="925513"/>
          <p14:tracePt t="186349" x="3271838" y="900113"/>
          <p14:tracePt t="186360" x="3084513" y="858838"/>
          <p14:tracePt t="186372" x="2778125" y="808038"/>
          <p14:tracePt t="186383" x="2447925" y="755650"/>
          <p14:tracePt t="186394" x="2082800" y="704850"/>
          <p14:tracePt t="186406" x="1801813" y="654050"/>
          <p14:tracePt t="186416" x="1555750" y="603250"/>
          <p14:tracePt t="186428" x="1419225" y="569913"/>
          <p14:tracePt t="186439" x="1350963" y="560388"/>
          <p14:tracePt t="186450" x="1343025" y="560388"/>
          <p14:tracePt t="186462" x="1333500" y="560388"/>
          <p14:tracePt t="186473" x="1333500" y="569913"/>
          <p14:tracePt t="186484" x="1325563" y="585788"/>
          <p14:tracePt t="186495" x="1300163" y="620713"/>
          <p14:tracePt t="186507" x="1282700" y="654050"/>
          <p14:tracePt t="186518" x="1274763" y="688975"/>
          <p14:tracePt t="186529" x="1266825" y="722313"/>
          <p14:tracePt t="186540" x="1249363" y="730250"/>
          <p14:tracePt t="186551" x="1241425" y="739775"/>
          <p14:tracePt t="186563" x="1231900" y="755650"/>
          <p14:tracePt t="186574" x="1223963" y="773113"/>
          <p14:tracePt t="186585" x="1216025" y="773113"/>
          <p14:tracePt t="186597" x="1206500" y="773113"/>
          <p14:tracePt t="186619" x="1198563" y="773113"/>
          <p14:tracePt t="186630" x="1189038" y="773113"/>
          <p14:tracePt t="186663" x="1189038" y="781050"/>
          <p14:tracePt t="186664" x="1198563" y="781050"/>
          <p14:tracePt t="186686" x="1223963" y="781050"/>
          <p14:tracePt t="186709" x="1249363" y="781050"/>
          <p14:tracePt t="186721" x="1266825" y="781050"/>
          <p14:tracePt t="186732" x="1292225" y="781050"/>
          <p14:tracePt t="186922" x="1300163" y="781050"/>
          <p14:tracePt t="186923" x="1300163" y="773113"/>
          <p14:tracePt t="186945" x="1300163" y="765175"/>
          <p14:tracePt t="186957" x="1300163" y="755650"/>
          <p14:tracePt t="187991" x="1292225" y="755650"/>
          <p14:tracePt t="188003" x="1282700" y="755650"/>
          <p14:tracePt t="188014" x="1274763" y="755650"/>
          <p14:tracePt t="188025" x="1266825" y="755650"/>
          <p14:tracePt t="188048" x="1257300" y="755650"/>
          <p14:tracePt t="188969" x="1249363" y="755650"/>
          <p14:tracePt t="189779" x="1257300" y="755650"/>
          <p14:tracePt t="189791" x="1266825" y="765175"/>
          <p14:tracePt t="189803" x="1274763" y="773113"/>
          <p14:tracePt t="189814" x="1282700" y="781050"/>
          <p14:tracePt t="189825" x="1282700" y="790575"/>
          <p14:tracePt t="189837" x="1292225" y="790575"/>
          <p14:tracePt t="189848" x="1300163" y="815975"/>
          <p14:tracePt t="189859" x="1325563" y="841375"/>
          <p14:tracePt t="189870" x="1343025" y="849313"/>
          <p14:tracePt t="189881" x="1343025" y="858838"/>
          <p14:tracePt t="189893" x="1360488" y="892175"/>
          <p14:tracePt t="189904" x="1385888" y="909638"/>
          <p14:tracePt t="189915" x="1419225" y="952500"/>
          <p14:tracePt t="189927" x="1470025" y="977900"/>
          <p14:tracePt t="189938" x="1520825" y="1003300"/>
          <p14:tracePt t="189949" x="1571625" y="1028700"/>
          <p14:tracePt t="189960" x="1614488" y="1054100"/>
          <p14:tracePt t="189971" x="1665288" y="1069975"/>
          <p14:tracePt t="189983" x="1690688" y="1079500"/>
          <p14:tracePt t="189994" x="1716088" y="1104900"/>
          <p14:tracePt t="190005" x="1741488" y="1104900"/>
          <p14:tracePt t="190017" x="1751013" y="1104900"/>
          <p14:tracePt t="190028" x="1766888" y="1104900"/>
          <p14:tracePt t="190050" x="1793875" y="1104900"/>
          <p14:tracePt t="190062" x="1819275" y="1112838"/>
          <p14:tracePt t="190073" x="1870075" y="1122363"/>
          <p14:tracePt t="190084" x="1928813" y="1122363"/>
          <p14:tracePt t="190103" x="1954213" y="1130300"/>
          <p14:tracePt t="190106" x="1997075" y="1138238"/>
          <p14:tracePt t="190119" x="2039938" y="1138238"/>
          <p14:tracePt t="190129" x="2098675" y="1147763"/>
          <p14:tracePt t="190140" x="2141538" y="1155700"/>
          <p14:tracePt t="190152" x="2184400" y="1155700"/>
          <p14:tracePt t="190163" x="2235200" y="1155700"/>
          <p14:tracePt t="190174" x="2278063" y="1173163"/>
          <p14:tracePt t="190186" x="2336800" y="1173163"/>
          <p14:tracePt t="190197" x="2397125" y="1173163"/>
          <p14:tracePt t="190208" x="2447925" y="1173163"/>
          <p14:tracePt t="190219" x="2489200" y="1173163"/>
          <p14:tracePt t="190230" x="2541588" y="1173163"/>
          <p14:tracePt t="190242" x="2566988" y="1173163"/>
          <p14:tracePt t="190253" x="2582863" y="1173163"/>
          <p14:tracePt t="190264" x="2617788" y="1173163"/>
          <p14:tracePt t="190275" x="2625725" y="1173163"/>
          <p14:tracePt t="190287" x="2660650" y="1173163"/>
          <p14:tracePt t="190309" x="2676525" y="1173163"/>
          <p14:tracePt t="190320" x="2676525" y="1181100"/>
          <p14:tracePt t="190332" x="2693988" y="1181100"/>
          <p14:tracePt t="190343" x="2727325" y="1189038"/>
          <p14:tracePt t="190354" x="2736850" y="1189038"/>
          <p14:tracePt t="190365" x="2744788" y="1198563"/>
          <p14:tracePt t="190377" x="2770188" y="1206500"/>
          <p14:tracePt t="190388" x="2787650" y="1216025"/>
          <p14:tracePt t="190399" x="2813050" y="1216025"/>
          <p14:tracePt t="190410" x="2830513" y="1223963"/>
          <p14:tracePt t="190422" x="2846388" y="1231900"/>
          <p14:tracePt t="190433" x="2863850" y="1241425"/>
          <p14:tracePt t="190444" x="2871788" y="1241425"/>
          <p14:tracePt t="190455" x="2881313" y="1241425"/>
          <p14:tracePt t="190478" x="2889250" y="1241425"/>
          <p14:tracePt t="190489" x="2897188" y="1241425"/>
          <p14:tracePt t="190500" x="2897188" y="1249363"/>
          <p14:tracePt t="190512" x="2922588" y="1249363"/>
          <p14:tracePt t="190523" x="2932113" y="1249363"/>
          <p14:tracePt t="190545" x="2940050" y="1249363"/>
          <p14:tracePt t="190848" x="2932113" y="1249363"/>
          <p14:tracePt t="190850" x="2897188" y="1249363"/>
          <p14:tracePt t="190860" x="2881313" y="1249363"/>
          <p14:tracePt t="190872" x="2863850" y="1249363"/>
          <p14:tracePt t="190883" x="2855913" y="1249363"/>
          <p14:tracePt t="190894" x="2805113" y="1249363"/>
          <p14:tracePt t="190905" x="2778125" y="1249363"/>
          <p14:tracePt t="190917" x="2711450" y="1249363"/>
          <p14:tracePt t="190938" x="2600325" y="1249363"/>
          <p14:tracePt t="190939" x="2473325" y="1249363"/>
          <p14:tracePt t="190951" x="2319338" y="1249363"/>
          <p14:tracePt t="190961" x="2174875" y="1249363"/>
          <p14:tracePt t="190973" x="2047875" y="1241425"/>
          <p14:tracePt t="190984" x="1946275" y="1231900"/>
          <p14:tracePt t="190995" x="1885950" y="1216025"/>
          <p14:tracePt t="191095" x="1878013" y="1206500"/>
          <p14:tracePt t="191097" x="1878013" y="1198563"/>
          <p14:tracePt t="191108" x="1860550" y="1198563"/>
          <p14:tracePt t="191119" x="1852613" y="1189038"/>
          <p14:tracePt t="191130" x="1844675" y="1173163"/>
          <p14:tracePt t="191142" x="1835150" y="1173163"/>
          <p14:tracePt t="191153" x="1809750" y="1155700"/>
          <p14:tracePt t="191164" x="1784350" y="1138238"/>
          <p14:tracePt t="191176" x="1733550" y="1122363"/>
          <p14:tracePt t="191187" x="1690688" y="1104900"/>
          <p14:tracePt t="191209" x="1708150" y="1122363"/>
          <p14:tracePt t="191220" x="1733550" y="1130300"/>
          <p14:tracePt t="191231" x="1776413" y="1155700"/>
          <p14:tracePt t="191243" x="1784350" y="1163638"/>
          <p14:tracePt t="191254" x="1819275" y="1198563"/>
          <p14:tracePt t="191265" x="1844675" y="1231900"/>
          <p14:tracePt t="191277" x="1860550" y="1266825"/>
          <p14:tracePt t="191288" x="1860550" y="1308100"/>
          <p14:tracePt t="191299" x="1860550" y="1343025"/>
          <p14:tracePt t="191310" x="1860550" y="1368425"/>
          <p14:tracePt t="191322" x="1852613" y="1411288"/>
          <p14:tracePt t="191333" x="1819275" y="1487488"/>
          <p14:tracePt t="191344" x="1776413" y="1606550"/>
          <p14:tracePt t="191367" x="1733550" y="1733550"/>
          <p14:tracePt t="191378" x="1725613" y="1878013"/>
          <p14:tracePt t="191389" x="1716088" y="2030413"/>
          <p14:tracePt t="191401" x="1700213" y="2328863"/>
          <p14:tracePt t="191412" x="1682750" y="2574925"/>
          <p14:tracePt t="191423" x="1674813" y="2727325"/>
          <p14:tracePt t="191434" x="1657350" y="2855913"/>
          <p14:tracePt t="191445" x="1622425" y="2957513"/>
          <p14:tracePt t="191457" x="1589088" y="3059113"/>
          <p14:tracePt t="191468" x="1546225" y="3152775"/>
          <p14:tracePt t="191479" x="1504950" y="3238500"/>
          <p14:tracePt t="191490" x="1452563" y="3330575"/>
          <p14:tracePt t="191502" x="1401763" y="3433763"/>
          <p14:tracePt t="191513" x="1350963" y="3527425"/>
          <p14:tracePt t="191524" x="1317625" y="3611563"/>
          <p14:tracePt t="191535" x="1300163" y="3705225"/>
          <p14:tracePt t="191546" x="1282700" y="3790950"/>
          <p14:tracePt t="191558" x="1282700" y="3849688"/>
          <p14:tracePt t="191569" x="1282700" y="3917950"/>
          <p14:tracePt t="191580" x="1282700" y="3986213"/>
          <p14:tracePt t="191592" x="1292225" y="4062413"/>
          <p14:tracePt t="191603" x="1308100" y="4164013"/>
          <p14:tracePt t="191617" x="1325563" y="4265613"/>
          <p14:tracePt t="191625" x="1325563" y="4368800"/>
          <p14:tracePt t="191637" x="1333500" y="4478338"/>
          <p14:tracePt t="191648" x="1343025" y="4605338"/>
          <p14:tracePt t="191660" x="1360488" y="4716463"/>
          <p14:tracePt t="191670" x="1376363" y="4852988"/>
          <p14:tracePt t="191682" x="1411288" y="4962525"/>
          <p14:tracePt t="191693" x="1452563" y="5081588"/>
          <p14:tracePt t="191704" x="1495425" y="5167313"/>
          <p14:tracePt t="191715" x="1530350" y="5243513"/>
          <p14:tracePt t="191727" x="1546225" y="5319713"/>
          <p14:tracePt t="191738" x="1555750" y="5380038"/>
          <p14:tracePt t="191749" x="1571625" y="5438775"/>
          <p14:tracePt t="191760" x="1571625" y="5497513"/>
          <p14:tracePt t="191772" x="1571625" y="5557838"/>
          <p14:tracePt t="191784" x="1571625" y="5600700"/>
          <p14:tracePt t="191794" x="1571625" y="5659438"/>
          <p14:tracePt t="191805" x="1571625" y="5668963"/>
          <p14:tracePt t="191817" x="1571625" y="5684838"/>
          <p14:tracePt t="191828" x="1563688" y="5684838"/>
          <p14:tracePt t="191839" x="1555750" y="5684838"/>
          <p14:tracePt t="191850" x="1546225" y="5684838"/>
          <p14:tracePt t="191862" x="1538288" y="5684838"/>
          <p14:tracePt t="191873" x="1530350" y="5668963"/>
          <p14:tracePt t="191884" x="1520825" y="5651500"/>
          <p14:tracePt t="191973" x="1512888" y="5659438"/>
          <p14:tracePt t="191984" x="1504950" y="5659438"/>
          <p14:tracePt t="191986" x="1495425" y="5651500"/>
          <p14:tracePt t="191997" x="1495425" y="5641975"/>
          <p14:tracePt t="192008" x="1487488" y="5641975"/>
          <p14:tracePt t="192019" x="1477963" y="5641975"/>
          <p14:tracePt t="192030" x="1470025" y="5634038"/>
          <p14:tracePt t="192042" x="1427163" y="5634038"/>
          <p14:tracePt t="192053" x="1401763" y="5626100"/>
          <p14:tracePt t="192064" x="1385888" y="5626100"/>
          <p14:tracePt t="192087" x="1368425" y="5626100"/>
          <p14:tracePt t="192098" x="1350963" y="5626100"/>
          <p14:tracePt t="192117" x="1343025" y="5626100"/>
          <p14:tracePt t="192120" x="1333500" y="5626100"/>
          <p14:tracePt t="192131" x="1325563" y="5626100"/>
          <p14:tracePt t="192154" x="1308100" y="5616575"/>
          <p14:tracePt t="192165" x="1292225" y="5608638"/>
          <p14:tracePt t="192177" x="1241425" y="5600700"/>
          <p14:tracePt t="192188" x="1181100" y="5583238"/>
          <p14:tracePt t="192200" x="1147763" y="5575300"/>
          <p14:tracePt t="192210" x="1130300" y="5565775"/>
          <p14:tracePt t="192310" x="1122363" y="5557838"/>
          <p14:tracePt t="192334" x="1130300" y="5540375"/>
          <p14:tracePt t="192345" x="1147763" y="5524500"/>
          <p14:tracePt t="192368" x="1155700" y="5514975"/>
          <p14:tracePt t="192379" x="1163638" y="5507038"/>
          <p14:tracePt t="192391" x="1189038" y="5481638"/>
          <p14:tracePt t="192401" x="1257300" y="5464175"/>
          <p14:tracePt t="192413" x="1300163" y="5456238"/>
          <p14:tracePt t="192424" x="1385888" y="5430838"/>
          <p14:tracePt t="192435" x="1520825" y="5395913"/>
          <p14:tracePt t="192447" x="1665288" y="5345113"/>
          <p14:tracePt t="192458" x="1895475" y="5286375"/>
          <p14:tracePt t="192469" x="2149475" y="5226050"/>
          <p14:tracePt t="192480" x="2379663" y="5157788"/>
          <p14:tracePt t="192492" x="2592388" y="5091113"/>
          <p14:tracePt t="192503" x="2752725" y="5022850"/>
          <p14:tracePt t="192514" x="2889250" y="4946650"/>
          <p14:tracePt t="192525" x="3033713" y="4852988"/>
          <p14:tracePt t="192537" x="3186113" y="4724400"/>
          <p14:tracePt t="192548" x="3340100" y="4597400"/>
          <p14:tracePt t="192559" x="3527425" y="4427538"/>
          <p14:tracePt t="192570" x="3730625" y="4214813"/>
          <p14:tracePt t="192581" x="3892550" y="4002088"/>
          <p14:tracePt t="192593" x="4027488" y="3824288"/>
          <p14:tracePt t="192604" x="4146550" y="3619500"/>
          <p14:tracePt t="192616" x="4214813" y="3441700"/>
          <p14:tracePt t="192627" x="4265613" y="3289300"/>
          <p14:tracePt t="192638" x="4300538" y="3160713"/>
          <p14:tracePt t="192649" x="4325938" y="3016250"/>
          <p14:tracePt t="192660" x="4341813" y="2863850"/>
          <p14:tracePt t="192672" x="4341813" y="2719388"/>
          <p14:tracePt t="192683" x="4351338" y="2582863"/>
          <p14:tracePt t="192694" x="4384675" y="2447925"/>
          <p14:tracePt t="192705" x="4419600" y="2336800"/>
          <p14:tracePt t="192716" x="4445000" y="2235200"/>
          <p14:tracePt t="192728" x="4452938" y="2149475"/>
          <p14:tracePt t="192739" x="4460875" y="2073275"/>
          <p14:tracePt t="192751" x="4452938" y="1989138"/>
          <p14:tracePt t="192761" x="4394200" y="1903413"/>
          <p14:tracePt t="192773" x="4291013" y="1835150"/>
          <p14:tracePt t="192784" x="4156075" y="1776413"/>
          <p14:tracePt t="192795" x="4011613" y="1716088"/>
          <p14:tracePt t="192807" x="3849688" y="1649413"/>
          <p14:tracePt t="192818" x="3722688" y="1589088"/>
          <p14:tracePt t="192829" x="3619500" y="1546225"/>
          <p14:tracePt t="192840" x="3552825" y="1504950"/>
          <p14:tracePt t="192852" x="3535363" y="1487488"/>
          <p14:tracePt t="192863" x="3535363" y="1477963"/>
          <p14:tracePt t="192874" x="3535363" y="1470025"/>
          <p14:tracePt t="192897" x="3535363" y="1452563"/>
          <p14:tracePt t="192908" x="3517900" y="1444625"/>
          <p14:tracePt t="192919" x="3509963" y="1436688"/>
          <p14:tracePt t="192930" x="3484563" y="1411288"/>
          <p14:tracePt t="192942" x="3467100" y="1393825"/>
          <p14:tracePt t="192953" x="3467100" y="1385888"/>
          <p14:tracePt t="192964" x="3459163" y="1376363"/>
          <p14:tracePt t="192975" x="3441700" y="1360488"/>
          <p14:tracePt t="192987" x="3433763" y="1325563"/>
          <p14:tracePt t="192998" x="3424238" y="1308100"/>
          <p14:tracePt t="193009" x="3382963" y="1282700"/>
          <p14:tracePt t="193032" x="3373438" y="1274763"/>
          <p14:tracePt t="193043" x="3348038" y="1257300"/>
          <p14:tracePt t="193054" x="3305175" y="1241425"/>
          <p14:tracePt t="193066" x="3228975" y="1223963"/>
          <p14:tracePt t="193077" x="3152775" y="1216025"/>
          <p14:tracePt t="193088" x="3051175" y="1189038"/>
          <p14:tracePt t="193101" x="2965450" y="1173163"/>
          <p14:tracePt t="193110" x="2863850" y="1138238"/>
          <p14:tracePt t="193122" x="2805113" y="1112838"/>
          <p14:tracePt t="193133" x="2787650" y="1112838"/>
          <p14:tracePt t="193233" x="2787650" y="1104900"/>
          <p14:tracePt t="193235" x="2787650" y="1096963"/>
          <p14:tracePt t="193257" x="2813050" y="1096963"/>
          <p14:tracePt t="193268" x="2820988" y="1096963"/>
          <p14:tracePt t="193279" x="2846388" y="1096963"/>
          <p14:tracePt t="193290" x="2871788" y="1096963"/>
          <p14:tracePt t="193302" x="2914650" y="1096963"/>
          <p14:tracePt t="193313" x="2982913" y="1096963"/>
          <p14:tracePt t="193324" x="3041650" y="1096963"/>
          <p14:tracePt t="193335" x="3094038" y="1096963"/>
          <p14:tracePt t="193347" x="3144838" y="1096963"/>
          <p14:tracePt t="193358" x="3195638" y="1096963"/>
          <p14:tracePt t="193369" x="3246438" y="1096963"/>
          <p14:tracePt t="193380" x="3289300" y="1096963"/>
          <p14:tracePt t="193392" x="3348038" y="1096963"/>
          <p14:tracePt t="193403" x="3416300" y="1096963"/>
          <p14:tracePt t="193414" x="3517900" y="1096963"/>
          <p14:tracePt t="193425" x="3636963" y="1096963"/>
          <p14:tracePt t="193437" x="3781425" y="1096963"/>
          <p14:tracePt t="193449" x="3908425" y="1096963"/>
          <p14:tracePt t="193459" x="4037013" y="1096963"/>
          <p14:tracePt t="193470" x="4146550" y="1096963"/>
          <p14:tracePt t="193482" x="4249738" y="1096963"/>
          <p14:tracePt t="193493" x="4316413" y="1096963"/>
          <p14:tracePt t="193504" x="4325938" y="1096963"/>
          <p14:tracePt t="193548" x="4333875" y="1104900"/>
          <p14:tracePt t="193549" x="4333875" y="1112838"/>
          <p14:tracePt t="193560" x="4333875" y="1122363"/>
          <p14:tracePt t="193583" x="4333875" y="1130300"/>
          <p14:tracePt t="193594" x="4333875" y="1147763"/>
          <p14:tracePt t="193605" x="4333875" y="1173163"/>
          <p14:tracePt t="193617" x="4316413" y="1206500"/>
          <p14:tracePt t="193628" x="4275138" y="1241425"/>
          <p14:tracePt t="193639" x="4257675" y="1249363"/>
          <p14:tracePt t="193650" x="4206875" y="1266825"/>
          <p14:tracePt t="193662" x="4146550" y="1308100"/>
          <p14:tracePt t="193673" x="4079875" y="1350963"/>
          <p14:tracePt t="193684" x="4027488" y="1393825"/>
          <p14:tracePt t="193695" x="3994150" y="1419225"/>
          <p14:tracePt t="193707" x="3951288" y="1452563"/>
          <p14:tracePt t="193718" x="3925888" y="1477963"/>
          <p14:tracePt t="193729" x="3900488" y="1520825"/>
          <p14:tracePt t="193740" x="3892550" y="1530350"/>
          <p14:tracePt t="193752" x="3875088" y="1581150"/>
          <p14:tracePt t="193774" x="3875088" y="1622425"/>
          <p14:tracePt t="193785" x="3875088" y="1674813"/>
          <p14:tracePt t="193796" x="3875088" y="1725613"/>
          <p14:tracePt t="193808" x="3892550" y="1793875"/>
          <p14:tracePt t="193819" x="3935413" y="1870075"/>
          <p14:tracePt t="193830" x="3986213" y="1928813"/>
          <p14:tracePt t="193842" x="4037013" y="1979613"/>
          <p14:tracePt t="193853" x="4105275" y="2022475"/>
          <p14:tracePt t="193865" x="4164013" y="2065338"/>
          <p14:tracePt t="193875" x="4171950" y="2073275"/>
          <p14:tracePt t="193887" x="4171950" y="2082800"/>
          <p14:tracePt t="193898" x="4171950" y="2108200"/>
          <p14:tracePt t="193920" x="4171950" y="2141538"/>
          <p14:tracePt t="193932" x="4156075" y="2174875"/>
          <p14:tracePt t="193943" x="4130675" y="2200275"/>
          <p14:tracePt t="193954" x="4105275" y="2235200"/>
          <p14:tracePt t="193965" x="4062413" y="2286000"/>
          <p14:tracePt t="193977" x="4037013" y="2336800"/>
          <p14:tracePt t="193988" x="4002088" y="2387600"/>
          <p14:tracePt t="193999" x="3976688" y="2430463"/>
          <p14:tracePt t="194010" x="3951288" y="2498725"/>
          <p14:tracePt t="194022" x="3943350" y="2541588"/>
          <p14:tracePt t="194033" x="3943350" y="2582863"/>
          <p14:tracePt t="194044" x="3943350" y="2617788"/>
          <p14:tracePt t="194055" x="3943350" y="2651125"/>
          <p14:tracePt t="194067" x="3943350" y="2668588"/>
          <p14:tracePt t="194089" x="3943350" y="2676525"/>
          <p14:tracePt t="194100" x="3951288" y="2686050"/>
          <p14:tracePt t="194117" x="3951288" y="2693988"/>
          <p14:tracePt t="194123" x="3968750" y="2711450"/>
          <p14:tracePt t="194134" x="3976688" y="2719388"/>
          <p14:tracePt t="194155" x="3976688" y="2727325"/>
          <p14:tracePt t="194189" x="3976688" y="2736850"/>
          <p14:tracePt t="194191" x="3976688" y="2752725"/>
          <p14:tracePt t="194213" x="3960813" y="2762250"/>
          <p14:tracePt t="194235" x="3943350" y="2770188"/>
          <p14:tracePt t="194247" x="3935413" y="2770188"/>
          <p14:tracePt t="194258" x="3935413" y="2778125"/>
          <p14:tracePt t="194380" x="3925888" y="2778125"/>
          <p14:tracePt t="196824" x="3935413" y="2778125"/>
          <p14:tracePt t="196957" x="3943350" y="2787650"/>
          <p14:tracePt t="197002" x="3951288" y="2787650"/>
          <p14:tracePt t="197013" x="3951288" y="2795588"/>
          <p14:tracePt t="197014" x="3960813" y="2795588"/>
          <p14:tracePt t="197037" x="3968750" y="2795588"/>
          <p14:tracePt t="197048" x="3976688" y="2795588"/>
          <p14:tracePt t="197070" x="3994150" y="2795588"/>
          <p14:tracePt t="197082" x="4027488" y="2795588"/>
          <p14:tracePt t="197093" x="4062413" y="2795588"/>
          <p14:tracePt t="197112" x="4121150" y="2795588"/>
          <p14:tracePt t="197115" x="4181475" y="2795588"/>
          <p14:tracePt t="197127" x="4206875" y="2795588"/>
          <p14:tracePt t="197138" x="4257675" y="2795588"/>
          <p14:tracePt t="197149" x="4325938" y="2795588"/>
          <p14:tracePt t="197160" x="4410075" y="2795588"/>
          <p14:tracePt t="197172" x="4513263" y="2795588"/>
          <p14:tracePt t="197183" x="4614863" y="2795588"/>
          <p14:tracePt t="197194" x="4724400" y="2795588"/>
          <p14:tracePt t="197205" x="4852988" y="2787650"/>
          <p14:tracePt t="197217" x="4987925" y="2752725"/>
          <p14:tracePt t="197229" x="5116513" y="2711450"/>
          <p14:tracePt t="197239" x="5235575" y="2660650"/>
          <p14:tracePt t="197250" x="5337175" y="2582863"/>
          <p14:tracePt t="197262" x="5430838" y="2516188"/>
          <p14:tracePt t="197273" x="5481638" y="2447925"/>
          <p14:tracePt t="197284" x="5514975" y="2387600"/>
          <p14:tracePt t="197296" x="5532438" y="2328863"/>
          <p14:tracePt t="197307" x="5532438" y="2252663"/>
          <p14:tracePt t="197318" x="5514975" y="2184400"/>
          <p14:tracePt t="197329" x="5456238" y="2098675"/>
          <p14:tracePt t="197340" x="5370513" y="2005013"/>
          <p14:tracePt t="197351" x="5268913" y="1911350"/>
          <p14:tracePt t="197363" x="5157788" y="1835150"/>
          <p14:tracePt t="197374" x="5056188" y="1751013"/>
          <p14:tracePt t="197385" x="4979988" y="1690688"/>
          <p14:tracePt t="197397" x="4911725" y="1639888"/>
          <p14:tracePt t="197408" x="4868863" y="1597025"/>
          <p14:tracePt t="197419" x="4860925" y="1589088"/>
          <p14:tracePt t="197430" x="4827588" y="1546225"/>
          <p14:tracePt t="197442" x="4802188" y="1538288"/>
          <p14:tracePt t="197453" x="4749800" y="1512888"/>
          <p14:tracePt t="197464" x="4708525" y="1504950"/>
          <p14:tracePt t="197475" x="4622800" y="1487488"/>
          <p14:tracePt t="197487" x="4486275" y="1462088"/>
          <p14:tracePt t="197498" x="4333875" y="1444625"/>
          <p14:tracePt t="197509" x="4156075" y="1419225"/>
          <p14:tracePt t="197520" x="3968750" y="1411288"/>
          <p14:tracePt t="197532" x="3832225" y="1393825"/>
          <p14:tracePt t="197543" x="3705225" y="1385888"/>
          <p14:tracePt t="197554" x="3586163" y="1360488"/>
          <p14:tracePt t="197565" x="3502025" y="1350963"/>
          <p14:tracePt t="197577" x="3424238" y="1343025"/>
          <p14:tracePt t="197588" x="3373438" y="1343025"/>
          <p14:tracePt t="197599" x="3314700" y="1343025"/>
          <p14:tracePt t="197610" x="3271838" y="1343025"/>
          <p14:tracePt t="197622" x="3195638" y="1343025"/>
          <p14:tracePt t="197636" x="3127375" y="1343025"/>
          <p14:tracePt t="197644" x="3025775" y="1343025"/>
          <p14:tracePt t="197655" x="2932113" y="1343025"/>
          <p14:tracePt t="197667" x="2846388" y="1343025"/>
          <p14:tracePt t="197678" x="2770188" y="1343025"/>
          <p14:tracePt t="197689" x="2727325" y="1343025"/>
          <p14:tracePt t="197700" x="2693988" y="1343025"/>
          <p14:tracePt t="197712" x="2660650" y="1343025"/>
          <p14:tracePt t="197723" x="2633663" y="1343025"/>
          <p14:tracePt t="197734" x="2592388" y="1343025"/>
          <p14:tracePt t="197745" x="2524125" y="1368425"/>
          <p14:tracePt t="197757" x="2447925" y="1411288"/>
          <p14:tracePt t="197768" x="2344738" y="1452563"/>
          <p14:tracePt t="197779" x="2252663" y="1512888"/>
          <p14:tracePt t="197790" x="2149475" y="1581150"/>
          <p14:tracePt t="197802" x="2055813" y="1649413"/>
          <p14:tracePt t="197813" x="1989138" y="1716088"/>
          <p14:tracePt t="197824" x="1928813" y="1784350"/>
          <p14:tracePt t="197835" x="1878013" y="1860550"/>
          <p14:tracePt t="197847" x="1852613" y="1920875"/>
          <p14:tracePt t="197858" x="1801813" y="2014538"/>
          <p14:tracePt t="197869" x="1758950" y="2116138"/>
          <p14:tracePt t="197880" x="1708150" y="2235200"/>
          <p14:tracePt t="197891" x="1649413" y="2362200"/>
          <p14:tracePt t="197903" x="1597025" y="2532063"/>
          <p14:tracePt t="197914" x="1530350" y="2711450"/>
          <p14:tracePt t="197925" x="1495425" y="2846388"/>
          <p14:tracePt t="197937" x="1462088" y="2974975"/>
          <p14:tracePt t="197948" x="1427163" y="3094038"/>
          <p14:tracePt t="197959" x="1401763" y="3195638"/>
          <p14:tracePt t="197971" x="1393825" y="3263900"/>
          <p14:tracePt t="197982" x="1393825" y="3340100"/>
          <p14:tracePt t="197993" x="1393825" y="3408363"/>
          <p14:tracePt t="198004" x="1393825" y="3467100"/>
          <p14:tracePt t="198015" x="1427163" y="3543300"/>
          <p14:tracePt t="198027" x="1487488" y="3619500"/>
          <p14:tracePt t="198038" x="1555750" y="3713163"/>
          <p14:tracePt t="198049" x="1657350" y="3798888"/>
          <p14:tracePt t="198060" x="1776413" y="3875088"/>
          <p14:tracePt t="198083" x="1911350" y="3951288"/>
          <p14:tracePt t="198097" x="2073275" y="4019550"/>
          <p14:tracePt t="198105" x="2252663" y="4087813"/>
          <p14:tracePt t="198117" x="2660650" y="4206875"/>
          <p14:tracePt t="198128" x="2965450" y="4257675"/>
          <p14:tracePt t="198139" x="3238500" y="4283075"/>
          <p14:tracePt t="198150" x="3475038" y="4300538"/>
          <p14:tracePt t="198162" x="3705225" y="4300538"/>
          <p14:tracePt t="198173" x="3943350" y="4300538"/>
          <p14:tracePt t="198184" x="4146550" y="4300538"/>
          <p14:tracePt t="198195" x="4333875" y="4283075"/>
          <p14:tracePt t="198207" x="4460875" y="4249738"/>
          <p14:tracePt t="198218" x="4579938" y="4224338"/>
          <p14:tracePt t="198230" x="4657725" y="4189413"/>
          <p14:tracePt t="198240" x="4716463" y="4171950"/>
          <p14:tracePt t="198252" x="4767263" y="4138613"/>
          <p14:tracePt t="198263" x="4810125" y="4121150"/>
          <p14:tracePt t="198274" x="4852988" y="4105275"/>
          <p14:tracePt t="198285" x="4886325" y="4087813"/>
          <p14:tracePt t="198297" x="4919663" y="4070350"/>
          <p14:tracePt t="198308" x="4954588" y="4052888"/>
          <p14:tracePt t="198319" x="5005388" y="4011613"/>
          <p14:tracePt t="198330" x="5022850" y="3994150"/>
          <p14:tracePt t="198342" x="5038725" y="3951288"/>
          <p14:tracePt t="198353" x="5056188" y="3900488"/>
          <p14:tracePt t="198364" x="5064125" y="3857625"/>
          <p14:tracePt t="198375" x="5064125" y="3824288"/>
          <p14:tracePt t="198387" x="5073650" y="3790950"/>
          <p14:tracePt t="198398" x="5081588" y="3773488"/>
          <p14:tracePt t="198409" x="5099050" y="3738563"/>
          <p14:tracePt t="198420" x="5099050" y="3722688"/>
          <p14:tracePt t="198431" x="5106988" y="3697288"/>
          <p14:tracePt t="198443" x="5106988" y="3679825"/>
          <p14:tracePt t="198454" x="5106988" y="3646488"/>
          <p14:tracePt t="198465" x="5106988" y="3611563"/>
          <p14:tracePt t="198477" x="5106988" y="3568700"/>
          <p14:tracePt t="198488" x="5091113" y="3509963"/>
          <p14:tracePt t="198499" x="5064125" y="3449638"/>
          <p14:tracePt t="198511" x="5056188" y="3398838"/>
          <p14:tracePt t="198522" x="5048250" y="3365500"/>
          <p14:tracePt t="198533" x="5048250" y="3348038"/>
          <p14:tracePt t="198544" x="5048250" y="3340100"/>
          <p14:tracePt t="198555" x="5048250" y="3314700"/>
          <p14:tracePt t="198567" x="5048250" y="3289300"/>
          <p14:tracePt t="198578" x="5048250" y="3263900"/>
          <p14:tracePt t="198589" x="5056188" y="3254375"/>
          <p14:tracePt t="198600" x="5064125" y="3254375"/>
          <p14:tracePt t="198612" x="5064125" y="3246438"/>
          <p14:tracePt t="198623" x="5073650" y="3246438"/>
          <p14:tracePt t="198634" x="5081588" y="3246438"/>
          <p14:tracePt t="198657" x="5099050" y="3246438"/>
          <p14:tracePt t="198668" x="5132388" y="3246438"/>
          <p14:tracePt t="198679" x="5167313" y="3254375"/>
          <p14:tracePt t="198691" x="5226050" y="3271838"/>
          <p14:tracePt t="198702" x="5251450" y="3279775"/>
          <p14:tracePt t="198713" x="5276850" y="3279775"/>
          <p14:tracePt t="198724" x="5311775" y="3279775"/>
          <p14:tracePt t="198735" x="5362575" y="3279775"/>
          <p14:tracePt t="198747" x="5387975" y="3271838"/>
          <p14:tracePt t="198758" x="5421313" y="3246438"/>
          <p14:tracePt t="198769" x="5446713" y="3246438"/>
          <p14:tracePt t="198780" x="5472113" y="3246438"/>
          <p14:tracePt t="198791" x="5489575" y="3246438"/>
          <p14:tracePt t="198803" x="5514975" y="3246438"/>
          <p14:tracePt t="198814" x="5557838" y="3246438"/>
          <p14:tracePt t="198825" x="5616575" y="3221038"/>
          <p14:tracePt t="198837" x="5659438" y="3221038"/>
          <p14:tracePt t="198848" x="5694363" y="3221038"/>
          <p14:tracePt t="198859" x="5702300" y="3221038"/>
          <p14:tracePt t="198870" x="5719763" y="3221038"/>
          <p14:tracePt t="198882" x="5727700" y="3246438"/>
          <p14:tracePt t="198893" x="5727700" y="3254375"/>
          <p14:tracePt t="198938" x="5719763" y="3246438"/>
          <p14:tracePt t="198949" x="5710238" y="3246438"/>
          <p14:tracePt t="198972" x="5702300" y="3246438"/>
          <p14:tracePt t="199028" x="5702300" y="3254375"/>
          <p14:tracePt t="199039" x="5719763" y="3271838"/>
          <p14:tracePt t="199050" x="5727700" y="3271838"/>
          <p14:tracePt t="199062" x="5770563" y="3314700"/>
          <p14:tracePt t="199073" x="5803900" y="3355975"/>
          <p14:tracePt t="199084" x="5846763" y="3408363"/>
          <p14:tracePt t="199111" x="5897563" y="3517900"/>
          <p14:tracePt t="199118" x="5922963" y="3568700"/>
          <p14:tracePt t="199129" x="5948363" y="3629025"/>
          <p14:tracePt t="199140" x="5957888" y="3654425"/>
          <p14:tracePt t="199152" x="5973763" y="3687763"/>
          <p14:tracePt t="199163" x="5991225" y="3730625"/>
          <p14:tracePt t="199174" x="6008688" y="3781425"/>
          <p14:tracePt t="199185" x="6034088" y="3816350"/>
          <p14:tracePt t="199197" x="6034088" y="3824288"/>
          <p14:tracePt t="199240" x="6049963" y="3832225"/>
          <p14:tracePt t="199242" x="6059488" y="3832225"/>
          <p14:tracePt t="199253" x="6059488" y="3841750"/>
          <p14:tracePt t="199264" x="6067425" y="3841750"/>
          <p14:tracePt t="199275" x="6076950" y="3849688"/>
          <p14:tracePt t="199330" x="6084888" y="3857625"/>
          <p14:tracePt t="199343" x="6084888" y="3867150"/>
          <p14:tracePt t="199354" x="6084888" y="3875088"/>
          <p14:tracePt t="199365" x="6084888" y="3883025"/>
          <p14:tracePt t="199377" x="6084888" y="3892550"/>
          <p14:tracePt t="199388" x="6092825" y="3908425"/>
          <p14:tracePt t="199399" x="6102350" y="3925888"/>
          <p14:tracePt t="199410" x="6102350" y="3943350"/>
          <p14:tracePt t="199422" x="6118225" y="3976688"/>
          <p14:tracePt t="199433" x="6127750" y="3986213"/>
          <p14:tracePt t="199444" x="6135688" y="4027488"/>
          <p14:tracePt t="199455" x="6143625" y="4044950"/>
          <p14:tracePt t="199467" x="6153150" y="4062413"/>
          <p14:tracePt t="199478" x="6153150" y="4070350"/>
          <p14:tracePt t="199489" x="6153150" y="4079875"/>
          <p14:tracePt t="199500" x="6153150" y="4095750"/>
          <p14:tracePt t="199512" x="6153150" y="4105275"/>
          <p14:tracePt t="199724" x="6169025" y="4105275"/>
          <p14:tracePt t="199726" x="6178550" y="4113213"/>
          <p14:tracePt t="199758" x="6186488" y="4113213"/>
          <p14:tracePt t="199759" x="6194425" y="4130675"/>
          <p14:tracePt t="199770" x="6203950" y="4130675"/>
          <p14:tracePt t="199782" x="6203950" y="4138613"/>
          <p14:tracePt t="199793" x="6211888" y="4138613"/>
          <p14:tracePt t="199804" x="6221413" y="4138613"/>
          <p14:tracePt t="199815" x="6229350" y="4156075"/>
          <p14:tracePt t="199827" x="6262688" y="4171950"/>
          <p14:tracePt t="199838" x="6330950" y="4189413"/>
          <p14:tracePt t="199849" x="6373813" y="4206875"/>
          <p14:tracePt t="199860" x="6399213" y="4214813"/>
          <p14:tracePt t="199872" x="6407150" y="4214813"/>
          <p14:tracePt t="199894" x="6416675" y="4224338"/>
          <p14:tracePt t="199905" x="6416675" y="4232275"/>
          <p14:tracePt t="199917" x="6407150" y="4232275"/>
          <p14:tracePt t="199928" x="6356350" y="4275138"/>
          <p14:tracePt t="199939" x="6313488" y="4308475"/>
          <p14:tracePt t="199950" x="6272213" y="4308475"/>
          <p14:tracePt t="200050" x="6262688" y="4308475"/>
          <p14:tracePt t="200052" x="6262688" y="4325938"/>
          <p14:tracePt t="200095" x="6254750" y="4325938"/>
          <p14:tracePt t="200107" x="6246813" y="4325938"/>
          <p14:tracePt t="200108" x="6237288" y="4325938"/>
          <p14:tracePt t="200130" x="6229350" y="4333875"/>
          <p14:tracePt t="200163" x="6229350" y="4341813"/>
          <p14:tracePt t="200186" x="6237288" y="4341813"/>
          <p14:tracePt t="200198" x="6246813" y="4341813"/>
          <p14:tracePt t="200219" x="6254750" y="4341813"/>
          <p14:tracePt t="200242" x="6262688" y="4341813"/>
          <p14:tracePt t="200253" x="6272213" y="4341813"/>
          <p14:tracePt t="200254" x="6280150" y="4341813"/>
          <p14:tracePt t="200266" x="6288088" y="4341813"/>
          <p14:tracePt t="200277" x="6313488" y="4341813"/>
          <p14:tracePt t="200288" x="6330950" y="4341813"/>
          <p14:tracePt t="200299" x="6381750" y="4341813"/>
          <p14:tracePt t="200310" x="6424613" y="4341813"/>
          <p14:tracePt t="200322" x="6543675" y="4341813"/>
          <p14:tracePt t="200333" x="6721475" y="4308475"/>
          <p14:tracePt t="200344" x="7045325" y="4206875"/>
          <p14:tracePt t="200355" x="7402513" y="4079875"/>
          <p14:tracePt t="200367" x="7843838" y="3892550"/>
          <p14:tracePt t="200378" x="8285163" y="3713163"/>
          <p14:tracePt t="200389" x="8718550" y="3552825"/>
        </p14:tracePtLst>
      </p14:laserTraceLst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F113665-384B-466A-AEB9-122FC729C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цепного хеширования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8BF8C00-BDD9-466E-B7D5-6AE4BC1F5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4"/>
            <a:ext cx="3943350" cy="4667249"/>
          </a:xfrm>
        </p:spPr>
        <p:txBody>
          <a:bodyPr>
            <a:normAutofit fontScale="70000" lnSpcReduction="20000"/>
          </a:bodyPr>
          <a:lstStyle/>
          <a:p>
            <a:pPr marL="360363" indent="-360363">
              <a:buFont typeface="+mj-lt"/>
              <a:buAutoNum type="arabicPeriod"/>
            </a:pPr>
            <a:r>
              <a:rPr lang="ru-RU" dirty="0"/>
              <a:t>Проблема </a:t>
            </a:r>
            <a:r>
              <a:rPr lang="ru-RU" b="1" dirty="0"/>
              <a:t>однородного хеширования</a:t>
            </a:r>
            <a:r>
              <a:rPr lang="ru-RU" dirty="0"/>
              <a:t>:</a:t>
            </a:r>
          </a:p>
          <a:p>
            <a:r>
              <a:rPr lang="ru-RU" dirty="0"/>
              <a:t>Желательно, чтобы </a:t>
            </a:r>
            <a:r>
              <a:rPr lang="ru-RU" b="1" dirty="0"/>
              <a:t>цепочки</a:t>
            </a:r>
            <a:r>
              <a:rPr lang="ru-RU" dirty="0"/>
              <a:t> переполнения были </a:t>
            </a:r>
            <a:r>
              <a:rPr lang="ru-RU" b="1" dirty="0"/>
              <a:t>примерно одной небольшой длины</a:t>
            </a:r>
            <a:r>
              <a:rPr lang="ru-RU" dirty="0"/>
              <a:t>, иначе сложность поиска увеличивается от константной к </a:t>
            </a:r>
            <a:r>
              <a:rPr lang="ru-RU" b="1" dirty="0"/>
              <a:t>линейной</a:t>
            </a:r>
          </a:p>
          <a:p>
            <a:pPr marL="360363" indent="-360363">
              <a:buFont typeface="+mj-lt"/>
              <a:buAutoNum type="arabicPeriod" startAt="2"/>
            </a:pPr>
            <a:r>
              <a:rPr lang="ru-RU" dirty="0"/>
              <a:t>Проблема </a:t>
            </a:r>
            <a:r>
              <a:rPr lang="ru-RU" b="1" dirty="0"/>
              <a:t>размера хеш-таблицы</a:t>
            </a:r>
            <a:r>
              <a:rPr lang="ru-RU" dirty="0"/>
              <a:t>:</a:t>
            </a:r>
          </a:p>
          <a:p>
            <a:r>
              <a:rPr lang="ru-RU" dirty="0"/>
              <a:t>Если сразу создать хеш-таблицу </a:t>
            </a:r>
            <a:r>
              <a:rPr lang="ru-RU" b="1" dirty="0"/>
              <a:t>большого размера</a:t>
            </a:r>
            <a:r>
              <a:rPr lang="ru-RU" dirty="0"/>
              <a:t>, то многие её элементы могут не использоваться</a:t>
            </a:r>
          </a:p>
          <a:p>
            <a:r>
              <a:rPr lang="ru-RU" dirty="0"/>
              <a:t>Если создать </a:t>
            </a:r>
            <a:r>
              <a:rPr lang="ru-RU" b="1" dirty="0"/>
              <a:t>небольшую</a:t>
            </a:r>
            <a:r>
              <a:rPr lang="ru-RU" dirty="0"/>
              <a:t> таблицу, то длина цепочек будет расти (с увеличением времени поиска)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440939B8-87A4-4F48-B1F4-384DEBA7B3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Выход</a:t>
            </a:r>
            <a:r>
              <a:rPr lang="ru-RU" dirty="0"/>
              <a:t> – по мере увеличения количества элементов в таблице </a:t>
            </a:r>
            <a:r>
              <a:rPr lang="ru-RU" b="1" dirty="0"/>
              <a:t>перестраивать</a:t>
            </a:r>
            <a:r>
              <a:rPr lang="ru-RU" dirty="0"/>
              <a:t> её – увеличивать её размер с </a:t>
            </a:r>
            <a:r>
              <a:rPr lang="ru-RU" b="1" dirty="0"/>
              <a:t>рехешированием</a:t>
            </a:r>
          </a:p>
          <a:p>
            <a:r>
              <a:rPr lang="ru-RU" dirty="0"/>
              <a:t>Для этого вводится </a:t>
            </a:r>
            <a:r>
              <a:rPr lang="ru-RU" b="1" dirty="0"/>
              <a:t>коэффициент нагрузки</a:t>
            </a:r>
            <a:r>
              <a:rPr lang="ru-RU" dirty="0"/>
              <a:t> </a:t>
            </a:r>
            <a:r>
              <a:rPr lang="ru-RU" b="1" dirty="0"/>
              <a:t>n/m</a:t>
            </a:r>
            <a:r>
              <a:rPr lang="ru-RU" dirty="0"/>
              <a:t>, где n – количество записей c ключами в таблице, m – длина таблицы</a:t>
            </a:r>
          </a:p>
          <a:p>
            <a:r>
              <a:rPr lang="ru-RU" dirty="0"/>
              <a:t>Если </a:t>
            </a:r>
            <a:r>
              <a:rPr lang="ru-RU" b="1" dirty="0"/>
              <a:t>n/m&gt;0,75</a:t>
            </a:r>
            <a:r>
              <a:rPr lang="ru-RU" dirty="0"/>
              <a:t>, то следует увеличить размер таблицы </a:t>
            </a:r>
            <a:r>
              <a:rPr lang="ru-RU" b="1" dirty="0"/>
              <a:t>вдвое</a:t>
            </a:r>
            <a:r>
              <a:rPr lang="ru-RU" dirty="0"/>
              <a:t>, это гарантирует, что размер списков будет небольшим.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2533E1-1FB1-462D-B41C-0BB06CC97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554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B81AB5-E7D4-46F6-9043-835FF462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92619"/>
          </a:xfrm>
        </p:spPr>
        <p:txBody>
          <a:bodyPr>
            <a:normAutofit fontScale="90000"/>
          </a:bodyPr>
          <a:lstStyle/>
          <a:p>
            <a:r>
              <a:rPr lang="ru-RU" dirty="0"/>
              <a:t>2. Хеширование с открытой адресацией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FC976050-888D-464F-B5A6-A07E9D5374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577" y="2131669"/>
            <a:ext cx="3472414" cy="3015517"/>
          </a:xfrm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C9E5C6D3-8B02-41C5-9EE8-DF01C83A5E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28655" y="1810327"/>
            <a:ext cx="4729018" cy="4765964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В хеш-таблице элементы могут содержать только </a:t>
            </a:r>
            <a:r>
              <a:rPr lang="ru-RU" b="1" dirty="0"/>
              <a:t>пары </a:t>
            </a:r>
            <a:br>
              <a:rPr lang="ru-RU" b="1" dirty="0"/>
            </a:br>
            <a:r>
              <a:rPr lang="ru-RU" b="1" dirty="0"/>
              <a:t>ключ – значение</a:t>
            </a:r>
            <a:r>
              <a:rPr lang="ru-RU" dirty="0"/>
              <a:t> (или ключ – ссылка на значение)</a:t>
            </a:r>
          </a:p>
          <a:p>
            <a:r>
              <a:rPr lang="ru-RU" b="1" dirty="0"/>
              <a:t>Открытый адрес </a:t>
            </a:r>
            <a:r>
              <a:rPr lang="ru-RU" dirty="0"/>
              <a:t>– это свободная ячейка хеш-таблицы, </a:t>
            </a:r>
            <a:r>
              <a:rPr lang="ru-RU" b="1" dirty="0"/>
              <a:t>закрытый адрес </a:t>
            </a:r>
            <a:r>
              <a:rPr lang="ru-RU" dirty="0"/>
              <a:t>– это занятая ячейка</a:t>
            </a:r>
          </a:p>
          <a:p>
            <a:r>
              <a:rPr lang="ru-RU" dirty="0"/>
              <a:t>Алгоритм поиска </a:t>
            </a:r>
            <a:r>
              <a:rPr lang="ru-RU" b="1" dirty="0"/>
              <a:t>просматривает </a:t>
            </a:r>
            <a:r>
              <a:rPr lang="ru-RU" dirty="0"/>
              <a:t>занятые</a:t>
            </a:r>
            <a:r>
              <a:rPr lang="ru-RU" b="1" dirty="0"/>
              <a:t> ячейки</a:t>
            </a:r>
            <a:r>
              <a:rPr lang="ru-RU" dirty="0"/>
              <a:t>, пока не найдётся элемент с искомым ключом (</a:t>
            </a:r>
            <a:r>
              <a:rPr lang="ru-RU" b="1" dirty="0"/>
              <a:t>успех</a:t>
            </a:r>
            <a:r>
              <a:rPr lang="ru-RU" dirty="0"/>
              <a:t>) или незанятая ячейка (что означает отсутствие искомого ключа – </a:t>
            </a:r>
            <a:r>
              <a:rPr lang="ru-RU" b="1" dirty="0"/>
              <a:t>неудача</a:t>
            </a:r>
            <a:r>
              <a:rPr lang="ru-RU" dirty="0"/>
              <a:t> поиска).            →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4A0749-86B8-405C-817C-671737758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5382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F2DBB9-A635-45DA-B7A3-18A5E6398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Алгоритм открытой адресации для поиска и вставки в общем виде: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694F276-F93C-4CC8-B9AD-0AD9B2057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13527"/>
            <a:ext cx="7886700" cy="416343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1. Вычисляем адрес точки входа в хеш-таблицу </a:t>
            </a:r>
            <a:r>
              <a:rPr lang="ru-RU" b="1" dirty="0"/>
              <a:t>а</a:t>
            </a:r>
            <a:r>
              <a:rPr lang="ru-RU" b="1" baseline="-25000" dirty="0"/>
              <a:t>0</a:t>
            </a:r>
            <a:r>
              <a:rPr lang="ru-RU" b="1" dirty="0"/>
              <a:t> = f(k) </a:t>
            </a:r>
            <a:r>
              <a:rPr lang="ru-RU" dirty="0"/>
              <a:t>по ключу поиска </a:t>
            </a:r>
            <a:r>
              <a:rPr lang="en-US" b="1" dirty="0"/>
              <a:t>k</a:t>
            </a:r>
            <a:r>
              <a:rPr lang="ru-RU" dirty="0"/>
              <a:t> (счетчик </a:t>
            </a:r>
            <a:r>
              <a:rPr lang="ru-RU" b="1" dirty="0"/>
              <a:t>i = 0</a:t>
            </a:r>
            <a:r>
              <a:rPr lang="ru-RU" dirty="0"/>
              <a:t>).</a:t>
            </a:r>
          </a:p>
          <a:p>
            <a:pPr marL="0" indent="0">
              <a:buNone/>
            </a:pPr>
            <a:r>
              <a:rPr lang="ru-RU" dirty="0"/>
              <a:t>2. Если строка Т[а] </a:t>
            </a:r>
            <a:r>
              <a:rPr lang="ru-RU" b="1" dirty="0"/>
              <a:t>свободна</a:t>
            </a:r>
            <a:r>
              <a:rPr lang="ru-RU" dirty="0"/>
              <a:t>, значит, записи с ключом </a:t>
            </a:r>
            <a:r>
              <a:rPr lang="en-US" b="1" dirty="0"/>
              <a:t>k</a:t>
            </a:r>
            <a:r>
              <a:rPr lang="ru-RU" b="1" dirty="0"/>
              <a:t> </a:t>
            </a:r>
            <a:r>
              <a:rPr lang="ru-RU" dirty="0"/>
              <a:t>в таблице </a:t>
            </a:r>
            <a:r>
              <a:rPr lang="ru-RU" b="1" dirty="0"/>
              <a:t>нет</a:t>
            </a:r>
            <a:r>
              <a:rPr lang="ru-RU" dirty="0"/>
              <a:t> (при поиске – неудача, а при вставке – успех).</a:t>
            </a:r>
          </a:p>
          <a:p>
            <a:pPr marL="0" indent="0">
              <a:buNone/>
            </a:pPr>
            <a:r>
              <a:rPr lang="ru-RU" dirty="0"/>
              <a:t>3. Если </a:t>
            </a:r>
            <a:r>
              <a:rPr lang="ru-RU" b="1" dirty="0"/>
              <a:t>ключ</a:t>
            </a:r>
            <a:r>
              <a:rPr lang="ru-RU" dirty="0"/>
              <a:t> в строке Т[а] </a:t>
            </a:r>
            <a:r>
              <a:rPr lang="ru-RU" b="1" dirty="0"/>
              <a:t>равен k</a:t>
            </a:r>
            <a:r>
              <a:rPr lang="ru-RU" dirty="0"/>
              <a:t>, тогда при поиске — </a:t>
            </a:r>
            <a:r>
              <a:rPr lang="ru-RU" b="1" dirty="0"/>
              <a:t>успех</a:t>
            </a:r>
            <a:r>
              <a:rPr lang="ru-RU" dirty="0"/>
              <a:t> и возврат адреса строки </a:t>
            </a:r>
            <a:r>
              <a:rPr lang="ru-RU" b="1" dirty="0" err="1"/>
              <a:t>a</a:t>
            </a:r>
            <a:r>
              <a:rPr lang="ru-RU" b="1" baseline="-25000" dirty="0" err="1"/>
              <a:t>i</a:t>
            </a:r>
            <a:r>
              <a:rPr lang="ru-RU" b="1" dirty="0"/>
              <a:t> </a:t>
            </a:r>
            <a:r>
              <a:rPr lang="ru-RU" dirty="0"/>
              <a:t>(при вставке — конец алгоритма по признаку «дублирующий ключ»).</a:t>
            </a:r>
          </a:p>
          <a:p>
            <a:pPr marL="0" indent="0">
              <a:buNone/>
            </a:pPr>
            <a:r>
              <a:rPr lang="ru-RU" dirty="0"/>
              <a:t>4. Если при вставке ключ в строке Т[а] </a:t>
            </a:r>
            <a:r>
              <a:rPr lang="ru-RU" b="1" dirty="0"/>
              <a:t>не равен k</a:t>
            </a:r>
            <a:r>
              <a:rPr lang="ru-RU" dirty="0"/>
              <a:t> — это </a:t>
            </a:r>
            <a:r>
              <a:rPr lang="ru-RU" b="1" dirty="0"/>
              <a:t>коллизия</a:t>
            </a:r>
            <a:r>
              <a:rPr lang="ru-RU" dirty="0"/>
              <a:t>. Увеличиваем счетчик </a:t>
            </a:r>
            <a:r>
              <a:rPr lang="ru-RU" b="1" dirty="0"/>
              <a:t>i = i+1 </a:t>
            </a:r>
            <a:r>
              <a:rPr lang="ru-RU" dirty="0"/>
              <a:t>(</a:t>
            </a:r>
            <a:r>
              <a:rPr lang="en-US" dirty="0" err="1"/>
              <a:t>i</a:t>
            </a:r>
            <a:r>
              <a:rPr lang="ru-RU" dirty="0"/>
              <a:t> </a:t>
            </a:r>
            <a:r>
              <a:rPr lang="en-US" dirty="0"/>
              <a:t>≤</a:t>
            </a:r>
            <a:r>
              <a:rPr lang="ru-RU" dirty="0"/>
              <a:t> </a:t>
            </a:r>
            <a:r>
              <a:rPr lang="en-US" dirty="0"/>
              <a:t>N</a:t>
            </a:r>
            <a:r>
              <a:rPr lang="ru-RU" dirty="0"/>
              <a:t>) и по некоторой функции </a:t>
            </a:r>
            <a:r>
              <a:rPr lang="ru-RU" b="1" dirty="0" err="1"/>
              <a:t>а</a:t>
            </a:r>
            <a:r>
              <a:rPr lang="ru-RU" b="1" baseline="-25000" dirty="0" err="1"/>
              <a:t>i</a:t>
            </a:r>
            <a:r>
              <a:rPr lang="ru-RU" b="1" dirty="0"/>
              <a:t>= g(f(k), i) </a:t>
            </a:r>
            <a:r>
              <a:rPr lang="ru-RU" dirty="0"/>
              <a:t>вычисляем </a:t>
            </a:r>
            <a:r>
              <a:rPr lang="ru-RU" b="1" dirty="0"/>
              <a:t>другой адрес </a:t>
            </a:r>
            <a:r>
              <a:rPr lang="ru-RU" dirty="0"/>
              <a:t>ячейки внутри таблицы.</a:t>
            </a:r>
          </a:p>
          <a:p>
            <a:pPr marL="0" indent="0">
              <a:buNone/>
            </a:pPr>
            <a:r>
              <a:rPr lang="ru-RU" dirty="0"/>
              <a:t>5. </a:t>
            </a:r>
            <a:r>
              <a:rPr lang="ru-RU" b="1" dirty="0"/>
              <a:t>Переход</a:t>
            </a:r>
            <a:r>
              <a:rPr lang="ru-RU" dirty="0"/>
              <a:t> на п. 2.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15C3D6A-5083-4C94-BD0C-F1B040875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524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21859-0217-4905-98BB-1165BC1A3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Последовательность проб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77F422-82B0-4AF7-917F-6D0BEEFFD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Функции </a:t>
            </a:r>
            <a:r>
              <a:rPr lang="ru-RU" b="1" dirty="0"/>
              <a:t>g(f(k), i)</a:t>
            </a:r>
            <a:r>
              <a:rPr lang="ru-RU" dirty="0"/>
              <a:t>, при 1 ≤ i ≤ N, определяют последовательность адресов для просмотра элементов таблицы – </a:t>
            </a:r>
            <a:r>
              <a:rPr lang="ru-RU" b="1" dirty="0"/>
              <a:t>последовательность проб</a:t>
            </a:r>
          </a:p>
          <a:p>
            <a:r>
              <a:rPr lang="ru-RU" dirty="0"/>
              <a:t>Их выбор </a:t>
            </a:r>
            <a:r>
              <a:rPr lang="ru-RU" b="1" dirty="0" err="1"/>
              <a:t>ситуативен</a:t>
            </a:r>
            <a:r>
              <a:rPr lang="ru-RU" dirty="0"/>
              <a:t> – определяется особенностями использования таблицы при решении конкретной задачи</a:t>
            </a:r>
          </a:p>
          <a:p>
            <a:r>
              <a:rPr lang="ru-RU" dirty="0"/>
              <a:t>Наиболее распространённые </a:t>
            </a:r>
            <a:r>
              <a:rPr lang="ru-RU" b="1" dirty="0"/>
              <a:t>схемы последовательности проб</a:t>
            </a:r>
            <a:r>
              <a:rPr lang="ru-RU" dirty="0"/>
              <a:t> в открытой адресации:</a:t>
            </a:r>
          </a:p>
          <a:p>
            <a:pPr lvl="1"/>
            <a:r>
              <a:rPr lang="ru-RU" b="1" dirty="0"/>
              <a:t>линейное пробирование</a:t>
            </a:r>
            <a:r>
              <a:rPr lang="ru-RU" dirty="0"/>
              <a:t>;  →</a:t>
            </a:r>
          </a:p>
          <a:p>
            <a:pPr lvl="1"/>
            <a:r>
              <a:rPr lang="ru-RU" b="1" dirty="0"/>
              <a:t>квадратичное пробирование</a:t>
            </a:r>
            <a:r>
              <a:rPr lang="ru-RU" dirty="0"/>
              <a:t>;</a:t>
            </a:r>
          </a:p>
          <a:p>
            <a:pPr lvl="1"/>
            <a:r>
              <a:rPr lang="ru-RU" b="1" dirty="0"/>
              <a:t>двойное хеширование</a:t>
            </a:r>
            <a:r>
              <a:rPr lang="ru-RU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577A38-7C77-4E83-BBA9-014681372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776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630451-ABB6-4A36-80DC-542411FB4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11092"/>
          </a:xfrm>
        </p:spPr>
        <p:txBody>
          <a:bodyPr>
            <a:normAutofit/>
          </a:bodyPr>
          <a:lstStyle/>
          <a:p>
            <a:r>
              <a:rPr lang="ru-RU" dirty="0"/>
              <a:t>Линейное пробирование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D52A78-9698-48F6-A9E5-3AC8E51AE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78" y="1579419"/>
            <a:ext cx="7998114" cy="4904218"/>
          </a:xfrm>
        </p:spPr>
        <p:txBody>
          <a:bodyPr>
            <a:normAutofit fontScale="92500"/>
          </a:bodyPr>
          <a:lstStyle/>
          <a:p>
            <a:r>
              <a:rPr lang="ru-RU" dirty="0"/>
              <a:t>Это простейшая схема </a:t>
            </a:r>
            <a:r>
              <a:rPr lang="ru-RU" b="1" dirty="0"/>
              <a:t>адрес коллизии + смещение</a:t>
            </a:r>
            <a:r>
              <a:rPr lang="ru-RU" dirty="0"/>
              <a:t>, при которой </a:t>
            </a:r>
            <a:r>
              <a:rPr lang="ru-RU" b="1" dirty="0" err="1"/>
              <a:t>a</a:t>
            </a:r>
            <a:r>
              <a:rPr lang="ru-RU" b="1" baseline="-25000" dirty="0" err="1"/>
              <a:t>i</a:t>
            </a:r>
            <a:r>
              <a:rPr lang="ru-RU" b="1" dirty="0"/>
              <a:t>= g(f(k), i) = f(k) + с*i</a:t>
            </a:r>
            <a:r>
              <a:rPr lang="ru-RU" dirty="0"/>
              <a:t>, где с </a:t>
            </a:r>
            <a:r>
              <a:rPr lang="en-US" dirty="0"/>
              <a:t>– </a:t>
            </a:r>
            <a:r>
              <a:rPr lang="ru-RU" dirty="0"/>
              <a:t>константа (наиболее простая схема при с = 1)</a:t>
            </a:r>
          </a:p>
          <a:p>
            <a:r>
              <a:rPr lang="ru-RU" dirty="0"/>
              <a:t>Чтобы избежать </a:t>
            </a:r>
            <a:r>
              <a:rPr lang="ru-RU" b="1" dirty="0"/>
              <a:t>первичного</a:t>
            </a:r>
            <a:r>
              <a:rPr lang="ru-RU" dirty="0"/>
              <a:t> </a:t>
            </a:r>
            <a:r>
              <a:rPr lang="ru-RU" b="1" dirty="0" err="1"/>
              <a:t>скучивания</a:t>
            </a:r>
            <a:r>
              <a:rPr lang="ru-RU" dirty="0"/>
              <a:t> (</a:t>
            </a:r>
            <a:r>
              <a:rPr lang="ru-RU" b="1" dirty="0"/>
              <a:t>кластеризации</a:t>
            </a:r>
            <a:r>
              <a:rPr lang="ru-RU" dirty="0"/>
              <a:t>) записей, </a:t>
            </a:r>
            <a:r>
              <a:rPr lang="ru-RU" b="1" dirty="0"/>
              <a:t>с и N</a:t>
            </a:r>
            <a:r>
              <a:rPr lang="ru-RU" dirty="0"/>
              <a:t> должны быть </a:t>
            </a:r>
            <a:r>
              <a:rPr lang="ru-RU" b="1" dirty="0"/>
              <a:t>взаимно простыми</a:t>
            </a:r>
            <a:r>
              <a:rPr lang="ru-RU" dirty="0"/>
              <a:t>, с – не очень малым числом</a:t>
            </a:r>
          </a:p>
          <a:p>
            <a:r>
              <a:rPr lang="ru-RU" dirty="0"/>
              <a:t>Схема работает хорошо, пока таблица не слишком заполнена, по мере заполнения процесс замедляется</a:t>
            </a:r>
          </a:p>
          <a:p>
            <a:r>
              <a:rPr lang="ru-RU" dirty="0"/>
              <a:t>При с = 1 </a:t>
            </a:r>
            <a:r>
              <a:rPr lang="ru-RU" b="1" dirty="0"/>
              <a:t>среднее число проб </a:t>
            </a:r>
            <a:r>
              <a:rPr lang="ru-RU" dirty="0"/>
              <a:t>при неудачном поиске </a:t>
            </a:r>
            <a:r>
              <a:rPr lang="ru-RU" b="1" dirty="0"/>
              <a:t>0.5*(1 + (1 – </a:t>
            </a:r>
            <a:r>
              <a:rPr lang="en-US" b="1" dirty="0"/>
              <a:t>n/m</a:t>
            </a:r>
            <a:r>
              <a:rPr lang="ru-RU" b="1" dirty="0"/>
              <a:t>)-2)</a:t>
            </a:r>
            <a:r>
              <a:rPr lang="ru-RU" dirty="0"/>
              <a:t>, </a:t>
            </a:r>
            <a:br>
              <a:rPr lang="ru-RU" dirty="0"/>
            </a:br>
            <a:r>
              <a:rPr lang="ru-RU" dirty="0"/>
              <a:t>при удачном </a:t>
            </a:r>
            <a:r>
              <a:rPr lang="ru-RU" b="1" dirty="0"/>
              <a:t>0.5*(1 + 1/(1 – </a:t>
            </a:r>
            <a:r>
              <a:rPr lang="en-US" b="1" dirty="0"/>
              <a:t>n/m</a:t>
            </a:r>
            <a:r>
              <a:rPr lang="ru-RU" b="1" dirty="0"/>
              <a:t>))</a:t>
            </a:r>
            <a:r>
              <a:rPr lang="ru-RU" dirty="0"/>
              <a:t>, где </a:t>
            </a:r>
            <a:r>
              <a:rPr lang="en-US" b="1" dirty="0"/>
              <a:t>n/m</a:t>
            </a:r>
            <a:r>
              <a:rPr lang="ru-RU" dirty="0"/>
              <a:t> – коэффициент заполнения таблицы (нагрузки).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A4F7D3-7189-4344-96E7-67EF9387B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66559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68F0C9-3DE4-49DA-94C1-395F11A4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68109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создания хеш-таблицы с линейной открытой адресацией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0F2FB0E3-9B4F-435F-9E5A-DCFB7692DD5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9341" y="1910556"/>
            <a:ext cx="2095500" cy="4181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25A41A5-763D-4723-A0AF-EBCDFE861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25</a:t>
            </a:fld>
            <a:endParaRPr lang="ru-RU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0E628A8F-4FC5-4A0F-90C9-C7BB8B9697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65708" y="1910556"/>
            <a:ext cx="5678951" cy="32229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83579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FCF031-7E02-4F94-A90A-0236AE568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37201"/>
          </a:xfrm>
        </p:spPr>
        <p:txBody>
          <a:bodyPr>
            <a:normAutofit fontScale="90000"/>
          </a:bodyPr>
          <a:lstStyle/>
          <a:p>
            <a:r>
              <a:rPr lang="ru-RU" dirty="0"/>
              <a:t>Открытая адресация </a:t>
            </a:r>
            <a:br>
              <a:rPr lang="ru-RU" dirty="0"/>
            </a:br>
            <a:r>
              <a:rPr lang="ru-RU" dirty="0"/>
              <a:t>с двойным хешированием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59C74A0-64EE-4BB6-9AFC-753A47D3E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54910"/>
            <a:ext cx="7886700" cy="4691783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По этой схеме </a:t>
            </a:r>
            <a:r>
              <a:rPr lang="ru-RU" b="1" dirty="0" err="1"/>
              <a:t>а</a:t>
            </a:r>
            <a:r>
              <a:rPr lang="ru-RU" b="1" baseline="-25000" dirty="0" err="1"/>
              <a:t>i</a:t>
            </a:r>
            <a:r>
              <a:rPr lang="ru-RU" b="1" dirty="0"/>
              <a:t> = g(f(k), i) = f(k) + i*h(k)</a:t>
            </a:r>
            <a:r>
              <a:rPr lang="ru-RU" dirty="0"/>
              <a:t>, </a:t>
            </a:r>
            <a:br>
              <a:rPr lang="ru-RU" dirty="0"/>
            </a:br>
            <a:r>
              <a:rPr lang="ru-RU" dirty="0"/>
              <a:t>где h(k) — хеш-функция, почти такая же, что и f(</a:t>
            </a:r>
            <a:r>
              <a:rPr lang="en-US" dirty="0"/>
              <a:t>k</a:t>
            </a:r>
            <a:r>
              <a:rPr lang="ru-RU" dirty="0"/>
              <a:t>), но не эквивалентная ей</a:t>
            </a:r>
          </a:p>
          <a:p>
            <a:pPr>
              <a:spcBef>
                <a:spcPts val="600"/>
              </a:spcBef>
            </a:pPr>
            <a:r>
              <a:rPr lang="ru-RU" dirty="0"/>
              <a:t>Возможны различные варианты f(k) и h(k). Например, если N — простое число и </a:t>
            </a:r>
            <a:r>
              <a:rPr lang="ru-RU" b="1" dirty="0"/>
              <a:t>f(k) = </a:t>
            </a:r>
            <a:r>
              <a:rPr lang="ru-RU" b="1" dirty="0" err="1"/>
              <a:t>k%N</a:t>
            </a:r>
            <a:r>
              <a:rPr lang="ru-RU" dirty="0"/>
              <a:t>, то можно взять </a:t>
            </a:r>
            <a:br>
              <a:rPr lang="ru-RU" dirty="0"/>
            </a:br>
            <a:r>
              <a:rPr lang="ru-RU" b="1" dirty="0"/>
              <a:t>h(k) = 1 + k%(N - 2)</a:t>
            </a:r>
            <a:r>
              <a:rPr lang="ru-RU" dirty="0"/>
              <a:t>, т.е.  </a:t>
            </a:r>
            <a:br>
              <a:rPr lang="ru-RU" dirty="0"/>
            </a:br>
            <a:r>
              <a:rPr lang="ru-RU" b="1" dirty="0" err="1"/>
              <a:t>а</a:t>
            </a:r>
            <a:r>
              <a:rPr lang="ru-RU" b="1" baseline="-25000" dirty="0" err="1"/>
              <a:t>i</a:t>
            </a:r>
            <a:r>
              <a:rPr lang="ru-RU" b="1" dirty="0"/>
              <a:t> = g(f(k), i) = </a:t>
            </a:r>
            <a:r>
              <a:rPr lang="ru-RU" b="1" dirty="0" err="1"/>
              <a:t>k%N</a:t>
            </a:r>
            <a:r>
              <a:rPr lang="ru-RU" b="1" dirty="0"/>
              <a:t> + i*(1 + k*%(N - 2))</a:t>
            </a:r>
          </a:p>
          <a:p>
            <a:pPr>
              <a:spcBef>
                <a:spcPts val="600"/>
              </a:spcBef>
            </a:pPr>
            <a:r>
              <a:rPr lang="ru-RU" dirty="0"/>
              <a:t>В этом случае, функции f(</a:t>
            </a:r>
            <a:r>
              <a:rPr lang="en-US" dirty="0"/>
              <a:t>k</a:t>
            </a:r>
            <a:r>
              <a:rPr lang="ru-RU" dirty="0"/>
              <a:t>) и h(k) являются независимыми в том смысле, что на различных ключах значения обеих функций f и h совпадут с вероятностью </a:t>
            </a:r>
            <a:r>
              <a:rPr lang="ru-RU" b="1" dirty="0"/>
              <a:t>O(1/N</a:t>
            </a:r>
            <a:r>
              <a:rPr lang="ru-RU" b="1" baseline="30000" dirty="0"/>
              <a:t>2</a:t>
            </a:r>
            <a:r>
              <a:rPr lang="ru-RU" b="1" dirty="0"/>
              <a:t>)</a:t>
            </a:r>
            <a:r>
              <a:rPr lang="ru-RU" dirty="0"/>
              <a:t>, а не </a:t>
            </a:r>
            <a:r>
              <a:rPr lang="ru-RU" b="1" dirty="0"/>
              <a:t>O(1/N)</a:t>
            </a:r>
          </a:p>
          <a:p>
            <a:pPr>
              <a:spcBef>
                <a:spcPts val="600"/>
              </a:spcBef>
            </a:pPr>
            <a:r>
              <a:rPr lang="ru-RU" b="1" dirty="0"/>
              <a:t>Среднее число проб </a:t>
            </a:r>
            <a:r>
              <a:rPr lang="ru-RU" dirty="0"/>
              <a:t>при неудачном поиске </a:t>
            </a:r>
            <a:r>
              <a:rPr lang="ru-RU" b="1" dirty="0"/>
              <a:t>1/(1 - </a:t>
            </a:r>
            <a:r>
              <a:rPr lang="en-US" b="1" dirty="0"/>
              <a:t>n/m</a:t>
            </a:r>
            <a:r>
              <a:rPr lang="ru-RU" b="1" dirty="0"/>
              <a:t>)</a:t>
            </a:r>
            <a:r>
              <a:rPr lang="ru-RU" dirty="0"/>
              <a:t>, при удачном </a:t>
            </a:r>
            <a:r>
              <a:rPr lang="ru-RU" b="1" dirty="0"/>
              <a:t>1/k*</a:t>
            </a:r>
            <a:r>
              <a:rPr lang="ru-RU" b="1" dirty="0" err="1"/>
              <a:t>ln</a:t>
            </a:r>
            <a:r>
              <a:rPr lang="ru-RU" b="1" dirty="0"/>
              <a:t>(1/(1 - </a:t>
            </a:r>
            <a:r>
              <a:rPr lang="en-US" b="1" dirty="0"/>
              <a:t>n/m</a:t>
            </a:r>
            <a:r>
              <a:rPr lang="ru-RU" b="1" dirty="0"/>
              <a:t>))</a:t>
            </a:r>
            <a:r>
              <a:rPr lang="ru-RU" dirty="0"/>
              <a:t>, где </a:t>
            </a:r>
            <a:r>
              <a:rPr lang="en-US" b="1" dirty="0"/>
              <a:t>n/m</a:t>
            </a:r>
            <a:r>
              <a:rPr lang="ru-RU" dirty="0"/>
              <a:t> — коэффициент заполнения таблицы (нагрузки)</a:t>
            </a:r>
          </a:p>
          <a:p>
            <a:pPr>
              <a:spcBef>
                <a:spcPts val="600"/>
              </a:spcBef>
            </a:pPr>
            <a:r>
              <a:rPr lang="ru-RU" dirty="0"/>
              <a:t>Если функция h(k) зависит от f(k), то </a:t>
            </a:r>
            <a:r>
              <a:rPr lang="ru-RU" b="1" dirty="0"/>
              <a:t>вторичные </a:t>
            </a:r>
            <a:r>
              <a:rPr lang="ru-RU" b="1" dirty="0" err="1"/>
              <a:t>скучивания</a:t>
            </a:r>
            <a:r>
              <a:rPr lang="ru-RU" b="1" dirty="0"/>
              <a:t> </a:t>
            </a:r>
            <a:r>
              <a:rPr lang="ru-RU" dirty="0"/>
              <a:t>вызывают увеличение средних значений.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951B2C4-BAB0-422C-9935-5B6E4BDBD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41834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12. Поиск образца в тексте</a:t>
            </a:r>
          </a:p>
        </p:txBody>
      </p:sp>
    </p:spTree>
    <p:extLst>
      <p:ext uri="{BB962C8B-B14F-4D97-AF65-F5344CB8AC3E}">
        <p14:creationId xmlns:p14="http://schemas.microsoft.com/office/powerpoint/2010/main" val="2980184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72"/>
    </mc:Choice>
    <mc:Fallback xmlns="">
      <p:transition spd="slow" advTm="15072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26B7DB0-9ABE-4B88-92C1-065938683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83383"/>
          </a:xfrm>
        </p:spPr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F5961464-8431-45EE-9920-C6DD1F403DB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650" y="2420865"/>
            <a:ext cx="2520229" cy="15691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7EA6E039-D02B-484C-A656-E5E189CB1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09819" y="1496291"/>
            <a:ext cx="5209308" cy="5098473"/>
          </a:xfrm>
        </p:spPr>
        <p:txBody>
          <a:bodyPr>
            <a:noAutofit/>
          </a:bodyPr>
          <a:lstStyle/>
          <a:p>
            <a:pPr marL="0" indent="0">
              <a:lnSpc>
                <a:spcPct val="75000"/>
              </a:lnSpc>
              <a:spcBef>
                <a:spcPts val="600"/>
              </a:spcBef>
              <a:buNone/>
            </a:pPr>
            <a:r>
              <a:rPr lang="ru-RU" sz="2300" u="sng" dirty="0"/>
              <a:t>Дано</a:t>
            </a:r>
            <a:r>
              <a:rPr lang="ru-RU" sz="2300" dirty="0"/>
              <a:t>:</a:t>
            </a:r>
          </a:p>
          <a:p>
            <a:pPr>
              <a:lnSpc>
                <a:spcPct val="75000"/>
              </a:lnSpc>
              <a:spcBef>
                <a:spcPts val="600"/>
              </a:spcBef>
            </a:pPr>
            <a:r>
              <a:rPr lang="ru-RU" sz="2300" dirty="0"/>
              <a:t>Некоторый </a:t>
            </a:r>
            <a:r>
              <a:rPr lang="ru-RU" sz="2300" b="1" dirty="0"/>
              <a:t>текст</a:t>
            </a:r>
            <a:r>
              <a:rPr lang="ru-RU" sz="2300" dirty="0"/>
              <a:t> </a:t>
            </a:r>
            <a:r>
              <a:rPr lang="ru-RU" sz="2300" b="1" dirty="0"/>
              <a:t>Т</a:t>
            </a:r>
            <a:r>
              <a:rPr lang="ru-RU" sz="2300" dirty="0"/>
              <a:t> (</a:t>
            </a:r>
            <a:r>
              <a:rPr lang="en-US" sz="2300" dirty="0"/>
              <a:t>haystack</a:t>
            </a:r>
            <a:r>
              <a:rPr lang="ru-RU" sz="2300" dirty="0"/>
              <a:t>) и </a:t>
            </a:r>
            <a:r>
              <a:rPr lang="ru-RU" sz="2300" b="1" dirty="0"/>
              <a:t>образец</a:t>
            </a:r>
            <a:r>
              <a:rPr lang="ru-RU" sz="2300" dirty="0"/>
              <a:t> или шаблон </a:t>
            </a:r>
            <a:r>
              <a:rPr lang="ru-RU" sz="2300" b="1" dirty="0"/>
              <a:t>W</a:t>
            </a:r>
            <a:r>
              <a:rPr lang="ru-RU" sz="2300" dirty="0"/>
              <a:t> (</a:t>
            </a:r>
            <a:r>
              <a:rPr lang="en-US" sz="2300" dirty="0"/>
              <a:t>needle</a:t>
            </a:r>
            <a:r>
              <a:rPr lang="ru-RU" sz="2300" dirty="0"/>
              <a:t>) – тоже текст (подстрока)</a:t>
            </a:r>
          </a:p>
          <a:p>
            <a:pPr>
              <a:lnSpc>
                <a:spcPct val="75000"/>
              </a:lnSpc>
              <a:spcBef>
                <a:spcPts val="600"/>
              </a:spcBef>
            </a:pPr>
            <a:r>
              <a:rPr lang="ru-RU" sz="2300" dirty="0"/>
              <a:t>Или </a:t>
            </a:r>
            <a:r>
              <a:rPr lang="ru-RU" sz="2300" u="sng" dirty="0"/>
              <a:t>формально</a:t>
            </a:r>
            <a:r>
              <a:rPr lang="ru-RU" sz="2300" dirty="0"/>
              <a:t>: Пусть заданы массивы Т и W из </a:t>
            </a:r>
            <a:r>
              <a:rPr lang="en-US" sz="2300" b="1" dirty="0"/>
              <a:t>n</a:t>
            </a:r>
            <a:r>
              <a:rPr lang="ru-RU" sz="2300" b="1" dirty="0"/>
              <a:t> </a:t>
            </a:r>
            <a:r>
              <a:rPr lang="ru-RU" sz="2300" dirty="0"/>
              <a:t>и </a:t>
            </a:r>
            <a:r>
              <a:rPr lang="en-US" sz="2300" b="1" dirty="0"/>
              <a:t>m</a:t>
            </a:r>
            <a:r>
              <a:rPr lang="ru-RU" sz="2300" b="1" dirty="0"/>
              <a:t> </a:t>
            </a:r>
            <a:r>
              <a:rPr lang="ru-RU" sz="2300" dirty="0"/>
              <a:t>символов соответственно, причем </a:t>
            </a:r>
            <a:r>
              <a:rPr lang="ru-RU" sz="2300" b="1" dirty="0"/>
              <a:t>0&lt;</a:t>
            </a:r>
            <a:r>
              <a:rPr lang="en-US" sz="2300" b="1" dirty="0"/>
              <a:t>m</a:t>
            </a:r>
            <a:r>
              <a:rPr lang="ru-RU" sz="2300" b="1" dirty="0"/>
              <a:t>≤</a:t>
            </a:r>
            <a:r>
              <a:rPr lang="en-US" sz="2300" b="1" dirty="0"/>
              <a:t>n</a:t>
            </a:r>
            <a:endParaRPr lang="ru-RU" sz="2300" b="1" dirty="0"/>
          </a:p>
          <a:p>
            <a:pPr>
              <a:lnSpc>
                <a:spcPct val="75000"/>
              </a:lnSpc>
              <a:spcBef>
                <a:spcPts val="600"/>
              </a:spcBef>
            </a:pPr>
            <a:r>
              <a:rPr lang="ru-RU" sz="2300" dirty="0"/>
              <a:t>Элементы массивов Т и W – символы некоторого </a:t>
            </a:r>
            <a:r>
              <a:rPr lang="ru-RU" sz="2300" b="1" dirty="0"/>
              <a:t>конечного алфавита </a:t>
            </a:r>
            <a:r>
              <a:rPr lang="ru-RU" sz="2300" dirty="0"/>
              <a:t>– например: </a:t>
            </a:r>
            <a:br>
              <a:rPr lang="ru-RU" sz="2300" dirty="0"/>
            </a:br>
            <a:r>
              <a:rPr lang="ru-RU" sz="2300" dirty="0"/>
              <a:t>{0, 1}, или {a, …, z}, или {а, …, я}.</a:t>
            </a:r>
          </a:p>
          <a:p>
            <a:pPr marL="0" indent="0">
              <a:lnSpc>
                <a:spcPct val="75000"/>
              </a:lnSpc>
              <a:spcBef>
                <a:spcPts val="600"/>
              </a:spcBef>
              <a:buNone/>
            </a:pPr>
            <a:r>
              <a:rPr lang="ru-RU" sz="2300" u="sng" dirty="0"/>
              <a:t>Результат</a:t>
            </a:r>
            <a:r>
              <a:rPr lang="ru-RU" sz="2300" dirty="0"/>
              <a:t>:</a:t>
            </a:r>
          </a:p>
          <a:p>
            <a:pPr>
              <a:lnSpc>
                <a:spcPct val="75000"/>
              </a:lnSpc>
              <a:spcBef>
                <a:spcPts val="600"/>
              </a:spcBef>
            </a:pPr>
            <a:r>
              <a:rPr lang="ru-RU" sz="2300" dirty="0"/>
              <a:t>Найти </a:t>
            </a:r>
            <a:r>
              <a:rPr lang="ru-RU" sz="2300" b="1" dirty="0"/>
              <a:t>первое слева вхождение </a:t>
            </a:r>
            <a:r>
              <a:rPr lang="ru-RU" sz="2300" dirty="0"/>
              <a:t>этого образца в указанный текст, т.е. сообщить о нахождении и, возможно, вернуть </a:t>
            </a:r>
            <a:r>
              <a:rPr lang="ru-RU" sz="2300" b="1" dirty="0"/>
              <a:t>индекс</a:t>
            </a:r>
            <a:r>
              <a:rPr lang="ru-RU" sz="2300" dirty="0"/>
              <a:t>, начиная с которого образец присутствует в тексте.</a:t>
            </a:r>
          </a:p>
          <a:p>
            <a:pPr>
              <a:lnSpc>
                <a:spcPct val="75000"/>
              </a:lnSpc>
              <a:spcBef>
                <a:spcPts val="600"/>
              </a:spcBef>
            </a:pPr>
            <a:endParaRPr lang="ru-RU" sz="2300" dirty="0"/>
          </a:p>
        </p:txBody>
      </p:sp>
    </p:spTree>
    <p:extLst>
      <p:ext uri="{BB962C8B-B14F-4D97-AF65-F5344CB8AC3E}">
        <p14:creationId xmlns:p14="http://schemas.microsoft.com/office/powerpoint/2010/main" val="18613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113"/>
    </mc:Choice>
    <mc:Fallback xmlns="">
      <p:transition spd="slow" advTm="104113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C1FF6F6-7350-421B-B83C-2B530AB7C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8800"/>
          </a:xfrm>
        </p:spPr>
        <p:txBody>
          <a:bodyPr>
            <a:normAutofit fontScale="90000"/>
          </a:bodyPr>
          <a:lstStyle/>
          <a:p>
            <a:r>
              <a:rPr lang="ru-RU" dirty="0"/>
              <a:t>Линейный (последовательный, прямой) поиск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671781"/>
            <a:ext cx="7886700" cy="4821091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Примитивный, </a:t>
            </a:r>
            <a:r>
              <a:rPr lang="ru-RU" b="1" dirty="0"/>
              <a:t>наивный</a:t>
            </a:r>
            <a:r>
              <a:rPr lang="ru-RU" dirty="0"/>
              <a:t> алгоритм </a:t>
            </a:r>
            <a:br>
              <a:rPr lang="ru-RU" dirty="0"/>
            </a:br>
            <a:r>
              <a:rPr lang="ru-RU" dirty="0"/>
              <a:t>(англ. </a:t>
            </a:r>
            <a:r>
              <a:rPr lang="en-US" dirty="0"/>
              <a:t>brute force algorithm</a:t>
            </a:r>
            <a:r>
              <a:rPr lang="ru-RU" dirty="0"/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u="sng" dirty="0"/>
              <a:t>Пример</a:t>
            </a:r>
            <a:r>
              <a:rPr lang="ru-RU" dirty="0"/>
              <a:t>:</a:t>
            </a:r>
          </a:p>
          <a:p>
            <a:pPr>
              <a:spcBef>
                <a:spcPts val="600"/>
              </a:spcBef>
            </a:pPr>
            <a:r>
              <a:rPr lang="ru-RU" dirty="0"/>
              <a:t>Требуется найти все вхождения образца </a:t>
            </a:r>
            <a:br>
              <a:rPr lang="ru-RU" dirty="0"/>
            </a:br>
            <a:r>
              <a:rPr lang="ru-RU" dirty="0"/>
              <a:t>W = </a:t>
            </a:r>
            <a:r>
              <a:rPr lang="ru-RU" b="1" dirty="0" err="1"/>
              <a:t>abaa</a:t>
            </a:r>
            <a:r>
              <a:rPr lang="ru-RU" dirty="0"/>
              <a:t> в тексте T = </a:t>
            </a:r>
            <a:r>
              <a:rPr lang="ru-RU" b="1" dirty="0" err="1"/>
              <a:t>abcabaabcabca</a:t>
            </a:r>
            <a:endParaRPr lang="ru-RU" b="1" dirty="0"/>
          </a:p>
          <a:p>
            <a:pPr>
              <a:spcBef>
                <a:spcPts val="600"/>
              </a:spcBef>
            </a:pPr>
            <a:r>
              <a:rPr lang="ru-RU" dirty="0"/>
              <a:t>Со сдвигом </a:t>
            </a:r>
            <a:r>
              <a:rPr lang="en-US" b="1" dirty="0"/>
              <a:t>S </a:t>
            </a:r>
            <a:r>
              <a:rPr lang="ru-RU" dirty="0"/>
              <a:t>от </a:t>
            </a:r>
            <a:r>
              <a:rPr lang="ru-RU" b="1" dirty="0"/>
              <a:t>0</a:t>
            </a:r>
            <a:r>
              <a:rPr lang="ru-RU" dirty="0"/>
              <a:t> до </a:t>
            </a:r>
            <a:r>
              <a:rPr lang="ru-RU" b="1" dirty="0"/>
              <a:t>│T│</a:t>
            </a:r>
            <a:r>
              <a:rPr lang="en-US" b="1" dirty="0"/>
              <a:t> </a:t>
            </a:r>
            <a:r>
              <a:rPr lang="ru-RU" b="1" dirty="0"/>
              <a:t>– │</a:t>
            </a:r>
            <a:r>
              <a:rPr lang="en-US" b="1" dirty="0"/>
              <a:t>W</a:t>
            </a:r>
            <a:r>
              <a:rPr lang="ru-RU" b="1" dirty="0"/>
              <a:t>│</a:t>
            </a:r>
            <a:r>
              <a:rPr lang="en-US" b="1" dirty="0"/>
              <a:t> </a:t>
            </a:r>
            <a:r>
              <a:rPr lang="ru-RU" dirty="0"/>
              <a:t>посимвольно сравниваются </a:t>
            </a:r>
            <a:r>
              <a:rPr lang="ru-RU" b="1" dirty="0"/>
              <a:t>T</a:t>
            </a:r>
            <a:r>
              <a:rPr lang="ru-RU" dirty="0"/>
              <a:t> и </a:t>
            </a:r>
            <a:r>
              <a:rPr lang="en-US" b="1" dirty="0"/>
              <a:t>W</a:t>
            </a:r>
            <a:endParaRPr lang="ru-RU" b="1" dirty="0"/>
          </a:p>
          <a:p>
            <a:pPr>
              <a:spcBef>
                <a:spcPts val="600"/>
              </a:spcBef>
            </a:pPr>
            <a:r>
              <a:rPr lang="ru-RU" dirty="0"/>
              <a:t>Образец входит в текст со сдвигом S=3, индекс i=4:</a:t>
            </a:r>
          </a:p>
          <a:p>
            <a:pPr>
              <a:spcBef>
                <a:spcPts val="600"/>
              </a:spcBef>
            </a:pPr>
            <a:endParaRPr lang="ru-RU" dirty="0"/>
          </a:p>
          <a:p>
            <a:pPr>
              <a:spcBef>
                <a:spcPts val="600"/>
              </a:spcBef>
            </a:pPr>
            <a:endParaRPr lang="ru-RU" dirty="0"/>
          </a:p>
          <a:p>
            <a:pPr>
              <a:spcBef>
                <a:spcPts val="600"/>
              </a:spcBef>
            </a:pPr>
            <a:endParaRPr lang="ru-RU" dirty="0"/>
          </a:p>
          <a:p>
            <a:pPr>
              <a:spcBef>
                <a:spcPts val="600"/>
              </a:spcBef>
            </a:pPr>
            <a:endParaRPr lang="ru-RU" dirty="0"/>
          </a:p>
          <a:p>
            <a:pPr>
              <a:spcBef>
                <a:spcPts val="600"/>
              </a:spcBef>
            </a:pP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ru-RU" u="sng" dirty="0"/>
              <a:t>Здесь и далее</a:t>
            </a:r>
            <a:r>
              <a:rPr lang="ru-RU" dirty="0"/>
              <a:t> </a:t>
            </a:r>
            <a:r>
              <a:rPr lang="ru-RU" b="1" dirty="0"/>
              <a:t>сдвиг</a:t>
            </a:r>
            <a:r>
              <a:rPr lang="ru-RU" dirty="0"/>
              <a:t> – </a:t>
            </a:r>
            <a:r>
              <a:rPr lang="ru-RU" b="1" dirty="0"/>
              <a:t>не физический </a:t>
            </a:r>
            <a:r>
              <a:rPr lang="ru-RU" dirty="0"/>
              <a:t>в памяти, а приращение значения индексной переменной.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9CEC04F-0915-4C60-958F-411BEFB536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4400" y="4167919"/>
            <a:ext cx="7315200" cy="14382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2624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478"/>
    </mc:Choice>
    <mc:Fallback xmlns="">
      <p:transition spd="slow" advTm="112478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C139F94-E5A2-41C6-8342-32D2395D9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0474"/>
            <a:ext cx="7886700" cy="974147"/>
          </a:xfrm>
        </p:spPr>
        <p:txBody>
          <a:bodyPr>
            <a:noAutofit/>
          </a:bodyPr>
          <a:lstStyle/>
          <a:p>
            <a:r>
              <a:rPr lang="ru-RU" sz="3600" dirty="0"/>
              <a:t>Псевдокод алгоритма прямого поиска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06CCD53B-932A-4F5B-9EB9-A85FBA0DEA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9125" y="1611437"/>
            <a:ext cx="7896225" cy="43243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41627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A7AF998-EB30-4EC8-A3A6-1293EA4AC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58873"/>
          </a:xfrm>
        </p:spPr>
        <p:txBody>
          <a:bodyPr>
            <a:normAutofit fontScale="90000"/>
          </a:bodyPr>
          <a:lstStyle/>
          <a:p>
            <a:r>
              <a:rPr lang="ru-RU" dirty="0"/>
              <a:t>Сложность алгоритма прямого поиска подстроки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27052" y="1797917"/>
            <a:ext cx="8062768" cy="4843030"/>
          </a:xfrm>
        </p:spPr>
        <p:txBody>
          <a:bodyPr>
            <a:normAutofit fontScale="85000" lnSpcReduction="10000"/>
          </a:bodyPr>
          <a:lstStyle/>
          <a:p>
            <a:r>
              <a:rPr lang="ru-RU" b="1" dirty="0"/>
              <a:t>Худший случай </a:t>
            </a:r>
            <a:r>
              <a:rPr lang="ru-RU" dirty="0"/>
              <a:t>– обнаружение образца </a:t>
            </a:r>
            <a:r>
              <a:rPr lang="ru-RU" b="1" dirty="0"/>
              <a:t>в конце текста</a:t>
            </a:r>
            <a:r>
              <a:rPr lang="ru-RU" dirty="0"/>
              <a:t>:</a:t>
            </a:r>
            <a:endParaRPr lang="en-US" dirty="0"/>
          </a:p>
          <a:p>
            <a:pPr marL="0" indent="0">
              <a:buNone/>
            </a:pPr>
            <a:r>
              <a:rPr lang="ru-RU" b="1" dirty="0"/>
              <a:t>T→{AAA….AAAB}</a:t>
            </a:r>
            <a:r>
              <a:rPr lang="ru-RU" dirty="0"/>
              <a:t>, длина </a:t>
            </a:r>
            <a:r>
              <a:rPr lang="ru-RU" b="1" dirty="0"/>
              <a:t>│T│=</a:t>
            </a:r>
            <a:r>
              <a:rPr lang="en-US" b="1" dirty="0"/>
              <a:t>n</a:t>
            </a:r>
            <a:r>
              <a:rPr lang="ru-RU" dirty="0"/>
              <a:t>; </a:t>
            </a:r>
            <a:r>
              <a:rPr lang="ru-RU" b="1" dirty="0"/>
              <a:t>W→{A….AB}</a:t>
            </a:r>
            <a:r>
              <a:rPr lang="ru-RU" dirty="0"/>
              <a:t>, длина </a:t>
            </a:r>
            <a:r>
              <a:rPr lang="ru-RU" b="1" dirty="0"/>
              <a:t>│W│=</a:t>
            </a:r>
            <a:r>
              <a:rPr lang="en-US" b="1" dirty="0"/>
              <a:t>m</a:t>
            </a:r>
            <a:endParaRPr lang="ru-RU" b="1" dirty="0"/>
          </a:p>
          <a:p>
            <a:r>
              <a:rPr lang="ru-RU" dirty="0"/>
              <a:t>Для обнаружения совпадения в конце строки потребуется произвести порядка </a:t>
            </a:r>
            <a:r>
              <a:rPr lang="en-US" b="1" dirty="0"/>
              <a:t>n</a:t>
            </a:r>
            <a:r>
              <a:rPr lang="ru-RU" b="1" dirty="0"/>
              <a:t>·</a:t>
            </a:r>
            <a:r>
              <a:rPr lang="en-US" b="1" dirty="0"/>
              <a:t>m</a:t>
            </a:r>
            <a:r>
              <a:rPr lang="ru-RU" dirty="0"/>
              <a:t> сравнений, то есть </a:t>
            </a:r>
            <a:r>
              <a:rPr lang="ru-RU" b="1" dirty="0"/>
              <a:t>O(</a:t>
            </a:r>
            <a:r>
              <a:rPr lang="en-US" b="1" dirty="0"/>
              <a:t>n</a:t>
            </a:r>
            <a:r>
              <a:rPr lang="ru-RU" b="1" dirty="0"/>
              <a:t>·</a:t>
            </a:r>
            <a:r>
              <a:rPr lang="en-US" b="1" dirty="0"/>
              <a:t>m</a:t>
            </a:r>
            <a:r>
              <a:rPr lang="ru-RU" b="1" dirty="0"/>
              <a:t>)</a:t>
            </a:r>
            <a:endParaRPr lang="ru-RU" dirty="0"/>
          </a:p>
          <a:p>
            <a:r>
              <a:rPr lang="ru-RU" u="sng" dirty="0"/>
              <a:t>Недостатки</a:t>
            </a:r>
            <a:r>
              <a:rPr lang="ru-RU" dirty="0"/>
              <a:t> наивного</a:t>
            </a:r>
            <a:r>
              <a:rPr lang="en-US" dirty="0"/>
              <a:t> </a:t>
            </a:r>
            <a:r>
              <a:rPr lang="ru-RU" dirty="0"/>
              <a:t>алгоритма:</a:t>
            </a:r>
            <a:endParaRPr lang="en-US" dirty="0"/>
          </a:p>
          <a:p>
            <a:pPr marL="268288" indent="-268288">
              <a:buFont typeface="+mj-lt"/>
              <a:buAutoNum type="arabicPeriod"/>
            </a:pPr>
            <a:r>
              <a:rPr lang="ru-RU" dirty="0"/>
              <a:t>Алгоритм «</a:t>
            </a:r>
            <a:r>
              <a:rPr lang="ru-RU" b="1" dirty="0"/>
              <a:t>грубой силы</a:t>
            </a:r>
            <a:r>
              <a:rPr lang="ru-RU" dirty="0"/>
              <a:t>» → высокая сложность: </a:t>
            </a:r>
            <a:br>
              <a:rPr lang="ru-RU" dirty="0"/>
            </a:br>
            <a:r>
              <a:rPr lang="ru-RU" b="1" dirty="0"/>
              <a:t>O(</a:t>
            </a:r>
            <a:r>
              <a:rPr lang="en-US" b="1" dirty="0"/>
              <a:t>n</a:t>
            </a:r>
            <a:r>
              <a:rPr lang="ru-RU" b="1" dirty="0"/>
              <a:t>·</a:t>
            </a:r>
            <a:r>
              <a:rPr lang="en-US" b="1" dirty="0"/>
              <a:t>m</a:t>
            </a:r>
            <a:r>
              <a:rPr lang="ru-RU" b="1" dirty="0"/>
              <a:t>) </a:t>
            </a:r>
            <a:r>
              <a:rPr lang="ru-RU" dirty="0"/>
              <a:t>в худшем, О(</a:t>
            </a:r>
            <a:r>
              <a:rPr lang="en-US" dirty="0"/>
              <a:t>n</a:t>
            </a:r>
            <a:r>
              <a:rPr lang="ru-RU" dirty="0"/>
              <a:t>-</a:t>
            </a:r>
            <a:r>
              <a:rPr lang="en-US" dirty="0"/>
              <a:t>m</a:t>
            </a:r>
            <a:r>
              <a:rPr lang="ru-RU" dirty="0"/>
              <a:t>+1) в лучшем, О(2</a:t>
            </a:r>
            <a:r>
              <a:rPr lang="ru-RU" b="1" dirty="0"/>
              <a:t>·</a:t>
            </a:r>
            <a:r>
              <a:rPr lang="en-US" dirty="0"/>
              <a:t>n</a:t>
            </a:r>
            <a:r>
              <a:rPr lang="ru-RU" dirty="0"/>
              <a:t>) в среднем;</a:t>
            </a:r>
            <a:endParaRPr lang="en-US" dirty="0"/>
          </a:p>
          <a:p>
            <a:pPr marL="268288" indent="-268288">
              <a:buFont typeface="+mj-lt"/>
              <a:buAutoNum type="arabicPeriod"/>
            </a:pPr>
            <a:r>
              <a:rPr lang="ru-RU" dirty="0"/>
              <a:t>После несовпадения просмотр всегда начинается с первого символа </a:t>
            </a:r>
            <a:r>
              <a:rPr lang="en-US" b="1" dirty="0"/>
              <a:t>W</a:t>
            </a:r>
            <a:r>
              <a:rPr lang="ru-RU" dirty="0"/>
              <a:t> – если образец читается из внешней памяти, то такие </a:t>
            </a:r>
            <a:r>
              <a:rPr lang="ru-RU" b="1" dirty="0"/>
              <a:t>возвраты занимают много времени</a:t>
            </a:r>
            <a:r>
              <a:rPr lang="ru-RU" dirty="0"/>
              <a:t>;</a:t>
            </a:r>
            <a:endParaRPr lang="en-US" dirty="0"/>
          </a:p>
          <a:p>
            <a:pPr marL="268288" indent="-268288">
              <a:buFont typeface="+mj-lt"/>
              <a:buAutoNum type="arabicPeriod"/>
            </a:pPr>
            <a:r>
              <a:rPr lang="ru-RU" dirty="0"/>
              <a:t>Информация о тексте </a:t>
            </a:r>
            <a:r>
              <a:rPr lang="ru-RU" b="1" dirty="0"/>
              <a:t>T</a:t>
            </a:r>
            <a:r>
              <a:rPr lang="ru-RU" dirty="0"/>
              <a:t>, получаемая при проверке со сдвигом </a:t>
            </a:r>
            <a:r>
              <a:rPr lang="ru-RU" b="1" dirty="0"/>
              <a:t>S</a:t>
            </a:r>
            <a:r>
              <a:rPr lang="ru-RU" dirty="0"/>
              <a:t>, никак не учитывается при проверке </a:t>
            </a:r>
            <a:r>
              <a:rPr lang="ru-RU" b="1" dirty="0"/>
              <a:t>последующих сдвигов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812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728"/>
    </mc:Choice>
    <mc:Fallback xmlns="">
      <p:transition spd="slow" advTm="103728"/>
    </mc:Fallback>
  </mc:AlternateContent>
  <p:extLst>
    <p:ext uri="{3A86A75C-4F4B-4683-9AE1-C65F6400EC91}">
      <p14:laserTraceLst xmlns:p14="http://schemas.microsoft.com/office/powerpoint/2010/main">
        <p14:tracePtLst>
          <p14:tracePt t="599" x="501650" y="1130300"/>
          <p14:tracePt t="610" x="925513" y="1333500"/>
          <p14:tracePt t="622" x="1368425" y="1512888"/>
          <p14:tracePt t="633" x="1725613" y="1682750"/>
          <p14:tracePt t="644" x="2082800" y="1819275"/>
          <p14:tracePt t="667" x="2336800" y="1895475"/>
          <p14:tracePt t="678" x="2549525" y="1971675"/>
          <p14:tracePt t="689" x="2701925" y="2022475"/>
          <p14:tracePt t="700" x="2881313" y="2073275"/>
          <p14:tracePt t="712" x="3008313" y="2108200"/>
          <p14:tracePt t="723" x="3119438" y="2149475"/>
          <p14:tracePt t="734" x="3238500" y="2192338"/>
          <p14:tracePt t="745" x="3355975" y="2227263"/>
          <p14:tracePt t="757" x="3459163" y="2260600"/>
          <p14:tracePt t="768" x="3543300" y="2293938"/>
          <p14:tracePt t="779" x="3594100" y="2311400"/>
          <p14:tracePt t="790" x="3629025" y="2328863"/>
          <p14:tracePt t="802" x="3662363" y="2336800"/>
          <p14:tracePt t="813" x="3687763" y="2344738"/>
          <p14:tracePt t="825" x="3697288" y="2344738"/>
          <p14:tracePt t="835" x="3722688" y="2354263"/>
          <p14:tracePt t="847" x="3738563" y="2354263"/>
          <p14:tracePt t="858" x="3756025" y="2354263"/>
          <p14:tracePt t="869" x="3798888" y="2354263"/>
          <p14:tracePt t="880" x="3857625" y="2354263"/>
          <p14:tracePt t="892" x="3883025" y="2354263"/>
          <p14:tracePt t="903" x="3892550" y="2354263"/>
          <p14:tracePt t="1567" x="3900488" y="2354263"/>
          <p14:tracePt t="1588" x="3908425" y="2354263"/>
          <p14:tracePt t="1622" x="3908425" y="2344738"/>
          <p14:tracePt t="1624" x="3925888" y="2336800"/>
          <p14:tracePt t="1634" x="3935413" y="2336800"/>
          <p14:tracePt t="1678" x="3935413" y="2328863"/>
          <p14:tracePt t="1680" x="3943350" y="2319338"/>
          <p14:tracePt t="2072" x="3943350" y="2311400"/>
          <p14:tracePt t="2173" x="3951288" y="2303463"/>
          <p14:tracePt t="2308" x="3960813" y="2293938"/>
          <p14:tracePt t="2354" x="3960813" y="2286000"/>
          <p14:tracePt t="2365" x="3960813" y="2268538"/>
          <p14:tracePt t="2388" x="3951288" y="2268538"/>
          <p14:tracePt t="2399" x="3943350" y="2268538"/>
          <p14:tracePt t="2411" x="3935413" y="2268538"/>
          <p14:tracePt t="2422" x="3917950" y="2268538"/>
          <p14:tracePt t="2433" x="3892550" y="2268538"/>
          <p14:tracePt t="2444" x="3849688" y="2268538"/>
          <p14:tracePt t="2455" x="3790950" y="2268538"/>
          <p14:tracePt t="2467" x="3730625" y="2268538"/>
          <p14:tracePt t="2478" x="3705225" y="2268538"/>
          <p14:tracePt t="2489" x="3662363" y="2268538"/>
          <p14:tracePt t="2500" x="3619500" y="2268538"/>
          <p14:tracePt t="2512" x="3578225" y="2268538"/>
          <p14:tracePt t="2524" x="3535363" y="2268538"/>
          <p14:tracePt t="2534" x="3502025" y="2268538"/>
          <p14:tracePt t="2545" x="3467100" y="2268538"/>
          <p14:tracePt t="2557" x="3424238" y="2268538"/>
          <p14:tracePt t="2568" x="3382963" y="2268538"/>
          <p14:tracePt t="2579" x="3340100" y="2268538"/>
          <p14:tracePt t="2591" x="3297238" y="2268538"/>
          <p14:tracePt t="2602" x="3263900" y="2268538"/>
          <p14:tracePt t="2613" x="3238500" y="2268538"/>
          <p14:tracePt t="2624" x="3211513" y="2268538"/>
          <p14:tracePt t="2635" x="3178175" y="2268538"/>
          <p14:tracePt t="2647" x="3152775" y="2268538"/>
          <p14:tracePt t="2658" x="3135313" y="2268538"/>
          <p14:tracePt t="2669" x="3127375" y="2268538"/>
          <p14:tracePt t="2680" x="3119438" y="2268538"/>
          <p14:tracePt t="2692" x="3084513" y="2268538"/>
          <p14:tracePt t="2703" x="3025775" y="2268538"/>
          <p14:tracePt t="2714" x="2974975" y="2268538"/>
          <p14:tracePt t="2725" x="2940050" y="2268538"/>
          <p14:tracePt t="2737" x="2881313" y="2260600"/>
          <p14:tracePt t="2748" x="2813050" y="2252663"/>
          <p14:tracePt t="2759" x="2711450" y="2243138"/>
          <p14:tracePt t="2770" x="2625725" y="2227263"/>
          <p14:tracePt t="2782" x="2549525" y="2217738"/>
          <p14:tracePt t="2793" x="2506663" y="2209800"/>
          <p14:tracePt t="2804" x="2489200" y="2209800"/>
          <p14:tracePt t="2849" x="2481263" y="2209800"/>
          <p14:tracePt t="2860" x="2473325" y="2209800"/>
          <p14:tracePt t="2872" x="2463800" y="2209800"/>
          <p14:tracePt t="2894" x="2455863" y="2209800"/>
          <p14:tracePt t="3017" x="2455863" y="2200275"/>
          <p14:tracePt t="3029" x="2455863" y="2192338"/>
          <p14:tracePt t="3040" x="2455863" y="2184400"/>
          <p14:tracePt t="3052" x="2455863" y="2166938"/>
          <p14:tracePt t="3063" x="2447925" y="2149475"/>
          <p14:tracePt t="3074" x="2413000" y="2124075"/>
          <p14:tracePt t="3085" x="2387600" y="2098675"/>
          <p14:tracePt t="3097" x="2293938" y="2030413"/>
          <p14:tracePt t="3108" x="2174875" y="1946275"/>
          <p14:tracePt t="3119" x="2014538" y="1827213"/>
          <p14:tracePt t="3130" x="1819275" y="1700213"/>
          <p14:tracePt t="3142" x="1589088" y="1571625"/>
          <p14:tracePt t="3153" x="1427163" y="1495425"/>
          <p14:tracePt t="3164" x="1333500" y="1436688"/>
          <p14:tracePt t="3175" x="1317625" y="1419225"/>
          <p14:tracePt t="3187" x="1308100" y="1401763"/>
          <p14:tracePt t="3198" x="1300163" y="1401763"/>
          <p14:tracePt t="3209" x="1292225" y="1393825"/>
          <p14:tracePt t="3230" x="1282700" y="1376363"/>
          <p14:tracePt t="3243" x="1274763" y="1368425"/>
          <p14:tracePt t="3254" x="1257300" y="1368425"/>
          <p14:tracePt t="3265" x="1257300" y="1360488"/>
          <p14:tracePt t="3277" x="1249363" y="1360488"/>
          <p14:tracePt t="3288" x="1241425" y="1360488"/>
          <p14:tracePt t="3322" x="1231900" y="1360488"/>
          <p14:tracePt t="3333" x="1223963" y="1360488"/>
          <p14:tracePt t="3344" x="1216025" y="1360488"/>
          <p14:tracePt t="3367" x="1206500" y="1360488"/>
          <p14:tracePt t="3378" x="1189038" y="1360488"/>
          <p14:tracePt t="3400" x="1181100" y="1360488"/>
          <p14:tracePt t="3433" x="1173163" y="1360488"/>
          <p14:tracePt t="3703" x="1173163" y="1368425"/>
          <p14:tracePt t="3772" x="1173163" y="1360488"/>
          <p14:tracePt t="3794" x="1173163" y="1350963"/>
          <p14:tracePt t="3805" x="1173163" y="1343025"/>
          <p14:tracePt t="3928" x="1173163" y="1333500"/>
          <p14:tracePt t="3973" x="1181100" y="1333500"/>
          <p14:tracePt t="3985" x="1189038" y="1333500"/>
          <p14:tracePt t="4637" x="1198563" y="1333500"/>
          <p14:tracePt t="5267" x="1189038" y="1343025"/>
          <p14:tracePt t="5268" x="1189038" y="1350963"/>
          <p14:tracePt t="5301" x="1181100" y="1350963"/>
          <p14:tracePt t="6583" x="1181100" y="1360488"/>
          <p14:tracePt t="6651" x="1181100" y="1376363"/>
          <p14:tracePt t="6663" x="1181100" y="1385888"/>
          <p14:tracePt t="6684" x="1189038" y="1385888"/>
          <p14:tracePt t="6686" x="1206500" y="1393825"/>
          <p14:tracePt t="6708" x="1216025" y="1393825"/>
          <p14:tracePt t="6719" x="1223963" y="1393825"/>
          <p14:tracePt t="6730" x="1231900" y="1401763"/>
          <p14:tracePt t="6742" x="1241425" y="1401763"/>
          <p14:tracePt t="6753" x="1266825" y="1419225"/>
          <p14:tracePt t="6764" x="1282700" y="1427163"/>
          <p14:tracePt t="6787" x="1282700" y="1436688"/>
          <p14:tracePt t="6798" x="1292225" y="1436688"/>
          <p14:tracePt t="6809" x="1300163" y="1444625"/>
          <p14:tracePt t="7213" x="1300163" y="1452563"/>
          <p14:tracePt t="7215" x="1308100" y="1452563"/>
          <p14:tracePt t="7359" x="1317625" y="1462088"/>
          <p14:tracePt t="7551" x="1317625" y="1487488"/>
          <p14:tracePt t="7552" x="1317625" y="1495425"/>
          <p14:tracePt t="7563" x="1317625" y="1504950"/>
          <p14:tracePt t="7574" x="1317625" y="1512888"/>
          <p14:tracePt t="7597" x="1317625" y="1520825"/>
          <p14:tracePt t="7608" x="1317625" y="1538288"/>
          <p14:tracePt t="7619" x="1325563" y="1546225"/>
          <p14:tracePt t="7630" x="1325563" y="1563688"/>
          <p14:tracePt t="7642" x="1325563" y="1571625"/>
          <p14:tracePt t="7653" x="1333500" y="1597025"/>
          <p14:tracePt t="7664" x="1333500" y="1614488"/>
          <p14:tracePt t="7675" x="1333500" y="1631950"/>
          <p14:tracePt t="7687" x="1343025" y="1657350"/>
          <p14:tracePt t="7698" x="1343025" y="1674813"/>
          <p14:tracePt t="7709" x="1343025" y="1682750"/>
          <p14:tracePt t="7721" x="1343025" y="1708150"/>
          <p14:tracePt t="7732" x="1343025" y="1725613"/>
          <p14:tracePt t="7743" x="1343025" y="1741488"/>
          <p14:tracePt t="7754" x="1343025" y="1758950"/>
          <p14:tracePt t="7765" x="1343025" y="1776413"/>
          <p14:tracePt t="7777" x="1343025" y="1793875"/>
          <p14:tracePt t="7788" x="1343025" y="1809750"/>
          <p14:tracePt t="7810" x="1350963" y="1844675"/>
          <p14:tracePt t="7833" x="1350963" y="1852613"/>
          <p14:tracePt t="7865" x="1350963" y="1860550"/>
          <p14:tracePt t="8013" x="1343025" y="1860550"/>
          <p14:tracePt t="8024" x="1333500" y="1860550"/>
          <p14:tracePt t="8035" x="1325563" y="1860550"/>
          <p14:tracePt t="8091" x="1317625" y="1860550"/>
          <p14:tracePt t="8092" x="1308100" y="1860550"/>
          <p14:tracePt t="8114" x="1300163" y="1844675"/>
          <p14:tracePt t="8125" x="1292225" y="1844675"/>
          <p14:tracePt t="8137" x="1282700" y="1835150"/>
          <p14:tracePt t="8148" x="1257300" y="1827213"/>
          <p14:tracePt t="8159" x="1241425" y="1809750"/>
          <p14:tracePt t="8182" x="1231900" y="1801813"/>
          <p14:tracePt t="8194" x="1223963" y="1793875"/>
          <p14:tracePt t="8406" x="1231900" y="1793875"/>
          <p14:tracePt t="8439" x="1241425" y="1793875"/>
          <p14:tracePt t="8664" x="1249363" y="1793875"/>
          <p14:tracePt t="8675" x="1257300" y="1793875"/>
          <p14:tracePt t="8687" x="1266825" y="1793875"/>
          <p14:tracePt t="8688" x="1274763" y="1793875"/>
          <p14:tracePt t="8710" x="1282700" y="1793875"/>
          <p14:tracePt t="8722" x="1292225" y="1793875"/>
          <p14:tracePt t="8733" x="1300163" y="1793875"/>
          <p14:tracePt t="8744" x="1308100" y="1793875"/>
          <p14:tracePt t="8755" x="1325563" y="1793875"/>
          <p14:tracePt t="8767" x="1333500" y="1793875"/>
          <p14:tracePt t="8778" x="1343025" y="1793875"/>
          <p14:tracePt t="9418" x="1350963" y="1793875"/>
          <p14:tracePt t="11173" x="1350963" y="1801813"/>
          <p14:tracePt t="11207" x="1350963" y="1809750"/>
          <p14:tracePt t="11218" x="1368425" y="1819275"/>
          <p14:tracePt t="11229" x="1368425" y="1827213"/>
          <p14:tracePt t="11231" x="1376363" y="1835150"/>
          <p14:tracePt t="11242" x="1376363" y="1844675"/>
          <p14:tracePt t="11253" x="1376363" y="1852613"/>
          <p14:tracePt t="11275" x="1385888" y="1860550"/>
          <p14:tracePt t="11287" x="1401763" y="1878013"/>
          <p14:tracePt t="11298" x="1436688" y="1903413"/>
          <p14:tracePt t="11309" x="1487488" y="1946275"/>
          <p14:tracePt t="11320" x="1555750" y="2005013"/>
          <p14:tracePt t="11332" x="1589088" y="2047875"/>
          <p14:tracePt t="11343" x="1631950" y="2082800"/>
          <p14:tracePt t="11354" x="1665288" y="2133600"/>
          <p14:tracePt t="11366" x="1682750" y="2159000"/>
          <p14:tracePt t="11377" x="1700213" y="2192338"/>
          <p14:tracePt t="11388" x="1716088" y="2227263"/>
          <p14:tracePt t="11400" x="1733550" y="2260600"/>
          <p14:tracePt t="11410" x="1751013" y="2303463"/>
          <p14:tracePt t="11422" x="1776413" y="2319338"/>
          <p14:tracePt t="11433" x="1827213" y="2344738"/>
          <p14:tracePt t="11444" x="1870075" y="2354263"/>
          <p14:tracePt t="11455" x="1946275" y="2354263"/>
          <p14:tracePt t="11467" x="1963738" y="2344738"/>
          <p14:tracePt t="11478" x="2005013" y="2293938"/>
          <p14:tracePt t="11489" x="2014538" y="2293938"/>
          <p14:tracePt t="11500" x="2022475" y="2293938"/>
          <p14:tracePt t="11758" x="2022475" y="2286000"/>
          <p14:tracePt t="11770" x="2014538" y="2286000"/>
          <p14:tracePt t="11793" x="2005013" y="2303463"/>
          <p14:tracePt t="11804" x="2005013" y="2311400"/>
          <p14:tracePt t="11815" x="1997075" y="2319338"/>
          <p14:tracePt t="11827" x="1997075" y="2344738"/>
          <p14:tracePt t="11838" x="1997075" y="2371725"/>
          <p14:tracePt t="11849" x="1997075" y="2405063"/>
          <p14:tracePt t="11860" x="1997075" y="2422525"/>
          <p14:tracePt t="11872" x="2005013" y="2455863"/>
          <p14:tracePt t="11883" x="2030413" y="2498725"/>
          <p14:tracePt t="11894" x="2047875" y="2516188"/>
          <p14:tracePt t="11905" x="2055813" y="2524125"/>
          <p14:tracePt t="11917" x="2055813" y="2532063"/>
          <p14:tracePt t="11928" x="2065338" y="2532063"/>
          <p14:tracePt t="11939" x="2082800" y="2557463"/>
          <p14:tracePt t="11950" x="2082800" y="2566988"/>
          <p14:tracePt t="11967" x="2090738" y="2566988"/>
          <p14:tracePt t="12006" x="2098675" y="2574925"/>
          <p14:tracePt t="12017" x="2108200" y="2582863"/>
          <p14:tracePt t="12029" x="2116138" y="2582863"/>
          <p14:tracePt t="12041" x="2133600" y="2592388"/>
          <p14:tracePt t="12052" x="2141538" y="2592388"/>
          <p14:tracePt t="12063" x="2166938" y="2592388"/>
          <p14:tracePt t="12074" x="2209800" y="2592388"/>
          <p14:tracePt t="12085" x="2227263" y="2592388"/>
          <p14:tracePt t="12097" x="2252663" y="2592388"/>
          <p14:tracePt t="12119" x="2268538" y="2592388"/>
          <p14:tracePt t="12321" x="2278063" y="2592388"/>
          <p14:tracePt t="12322" x="2286000" y="2592388"/>
          <p14:tracePt t="12333" x="2293938" y="2592388"/>
          <p14:tracePt t="12344" x="2311400" y="2592388"/>
          <p14:tracePt t="12355" x="2319338" y="2592388"/>
          <p14:tracePt t="12367" x="2344738" y="2574925"/>
          <p14:tracePt t="12389" x="2362200" y="2566988"/>
          <p14:tracePt t="12400" x="2371725" y="2566988"/>
          <p14:tracePt t="12423" x="2379663" y="2557463"/>
          <p14:tracePt t="12489" x="2387600" y="2557463"/>
          <p14:tracePt t="12502" x="2397125" y="2557463"/>
          <p14:tracePt t="12513" x="2405063" y="2557463"/>
          <p14:tracePt t="12524" x="2413000" y="2557463"/>
          <p14:tracePt t="12535" x="2422525" y="2566988"/>
          <p14:tracePt t="12547" x="2430463" y="2574925"/>
          <p14:tracePt t="12558" x="2438400" y="2574925"/>
          <p14:tracePt t="13334" x="2438400" y="2557463"/>
          <p14:tracePt t="13345" x="2438400" y="2549525"/>
          <p14:tracePt t="13357" x="2438400" y="2541588"/>
          <p14:tracePt t="13368" x="2438400" y="2532063"/>
          <p14:tracePt t="13390" x="2438400" y="2516188"/>
          <p14:tracePt t="13402" x="2447925" y="2506663"/>
          <p14:tracePt t="13413" x="2447925" y="2498725"/>
          <p14:tracePt t="13424" x="2447925" y="2481263"/>
          <p14:tracePt t="13447" x="2447925" y="2463800"/>
          <p14:tracePt t="13458" x="2447925" y="2438400"/>
          <p14:tracePt t="13469" x="2447925" y="2422525"/>
          <p14:tracePt t="13481" x="2447925" y="2397125"/>
          <p14:tracePt t="13492" x="2438400" y="2362200"/>
          <p14:tracePt t="13506" x="2413000" y="2328863"/>
          <p14:tracePt t="13514" x="2379663" y="2278063"/>
          <p14:tracePt t="13525" x="2362200" y="2252663"/>
          <p14:tracePt t="13537" x="2328863" y="2209800"/>
          <p14:tracePt t="13548" x="2293938" y="2166938"/>
          <p14:tracePt t="13559" x="2252663" y="2149475"/>
          <p14:tracePt t="13570" x="2192338" y="2116138"/>
          <p14:tracePt t="13582" x="2116138" y="2090738"/>
          <p14:tracePt t="13593" x="2039938" y="2055813"/>
          <p14:tracePt t="13604" x="1938338" y="2022475"/>
          <p14:tracePt t="13615" x="1852613" y="1971675"/>
          <p14:tracePt t="13627" x="1758950" y="1954213"/>
          <p14:tracePt t="13638" x="1674813" y="1920875"/>
          <p14:tracePt t="13649" x="1571625" y="1895475"/>
          <p14:tracePt t="13660" x="1495425" y="1885950"/>
          <p14:tracePt t="13672" x="1419225" y="1878013"/>
          <p14:tracePt t="13683" x="1360488" y="1870075"/>
          <p14:tracePt t="13694" x="1300163" y="1852613"/>
          <p14:tracePt t="13705" x="1274763" y="1844675"/>
          <p14:tracePt t="13717" x="1223963" y="1827213"/>
          <p14:tracePt t="13728" x="1206500" y="1819275"/>
          <p14:tracePt t="13739" x="1173163" y="1784350"/>
          <p14:tracePt t="13750" x="1155700" y="1766888"/>
          <p14:tracePt t="13762" x="1122363" y="1751013"/>
          <p14:tracePt t="13773" x="1087438" y="1725613"/>
          <p14:tracePt t="13784" x="1044575" y="1690688"/>
          <p14:tracePt t="13796" x="1044575" y="1674813"/>
          <p14:tracePt t="13807" x="1028700" y="1639888"/>
          <p14:tracePt t="13818" x="1003300" y="1614488"/>
          <p14:tracePt t="13831" x="968375" y="1581150"/>
          <p14:tracePt t="13840" x="935038" y="1546225"/>
          <p14:tracePt t="13852" x="917575" y="1538288"/>
          <p14:tracePt t="13864" x="900113" y="1504950"/>
          <p14:tracePt t="13874" x="892175" y="1487488"/>
          <p14:tracePt t="13885" x="884238" y="1452563"/>
          <p14:tracePt t="13897" x="884238" y="1427163"/>
          <p14:tracePt t="13908" x="884238" y="1401763"/>
          <p14:tracePt t="13919" x="884238" y="1368425"/>
          <p14:tracePt t="13931" x="884238" y="1333500"/>
          <p14:tracePt t="13942" x="884238" y="1317625"/>
          <p14:tracePt t="13953" x="884238" y="1292225"/>
          <p14:tracePt t="13964" x="884238" y="1266825"/>
          <p14:tracePt t="13975" x="884238" y="1216025"/>
          <p14:tracePt t="13987" x="874713" y="1181100"/>
          <p14:tracePt t="13998" x="874713" y="1155700"/>
          <p14:tracePt t="14009" x="866775" y="1130300"/>
          <p14:tracePt t="14020" x="866775" y="1104900"/>
          <p14:tracePt t="14032" x="866775" y="1087438"/>
          <p14:tracePt t="14043" x="858838" y="1062038"/>
          <p14:tracePt t="14054" x="858838" y="1044575"/>
          <p14:tracePt t="14066" x="858838" y="1028700"/>
          <p14:tracePt t="14077" x="858838" y="1019175"/>
          <p14:tracePt t="14088" x="858838" y="1003300"/>
          <p14:tracePt t="14099" x="858838" y="993775"/>
          <p14:tracePt t="14110" x="858838" y="977900"/>
          <p14:tracePt t="14122" x="858838" y="968375"/>
          <p14:tracePt t="14133" x="866775" y="960438"/>
          <p14:tracePt t="14144" x="884238" y="952500"/>
          <p14:tracePt t="14155" x="892175" y="952500"/>
          <p14:tracePt t="14167" x="900113" y="952500"/>
          <p14:tracePt t="14178" x="925513" y="942975"/>
          <p14:tracePt t="14189" x="925513" y="935038"/>
          <p14:tracePt t="14200" x="942975" y="925513"/>
          <p14:tracePt t="14212" x="968375" y="917575"/>
          <p14:tracePt t="14223" x="977900" y="917575"/>
          <p14:tracePt t="14234" x="1003300" y="909638"/>
          <p14:tracePt t="14245" x="1028700" y="909638"/>
          <p14:tracePt t="14257" x="1079500" y="909638"/>
          <p14:tracePt t="14268" x="1138238" y="909638"/>
          <p14:tracePt t="14280" x="1163638" y="909638"/>
          <p14:tracePt t="14291" x="1198563" y="909638"/>
          <p14:tracePt t="14302" x="1257300" y="909638"/>
          <p14:tracePt t="14313" x="1333500" y="909638"/>
          <p14:tracePt t="14324" x="1411288" y="917575"/>
          <p14:tracePt t="14335" x="1477963" y="917575"/>
          <p14:tracePt t="14347" x="1538288" y="917575"/>
          <p14:tracePt t="14358" x="1589088" y="917575"/>
          <p14:tracePt t="14369" x="1665288" y="917575"/>
          <p14:tracePt t="14380" x="1733550" y="917575"/>
          <p14:tracePt t="14392" x="1809750" y="917575"/>
          <p14:tracePt t="14403" x="1878013" y="917575"/>
          <p14:tracePt t="14414" x="1954213" y="917575"/>
          <p14:tracePt t="14425" x="2022475" y="925513"/>
          <p14:tracePt t="14437" x="2098675" y="935038"/>
          <p14:tracePt t="14448" x="2166938" y="952500"/>
          <p14:tracePt t="14459" x="2227263" y="960438"/>
          <p14:tracePt t="14470" x="2268538" y="960438"/>
          <p14:tracePt t="14482" x="2303463" y="968375"/>
          <p14:tracePt t="14493" x="2354263" y="968375"/>
          <p14:tracePt t="14504" x="2362200" y="968375"/>
          <p14:tracePt t="14515" x="2379663" y="968375"/>
          <p14:tracePt t="14527" x="2387600" y="968375"/>
          <p14:tracePt t="14548" x="2397125" y="968375"/>
          <p14:tracePt t="14559" x="2405063" y="968375"/>
          <p14:tracePt t="14572" x="2413000" y="968375"/>
          <p14:tracePt t="14583" x="2422525" y="968375"/>
          <p14:tracePt t="14594" x="2430463" y="968375"/>
          <p14:tracePt t="14617" x="2447925" y="968375"/>
          <p14:tracePt t="14628" x="2455863" y="968375"/>
          <p14:tracePt t="14650" x="2481263" y="968375"/>
          <p14:tracePt t="14662" x="2506663" y="977900"/>
          <p14:tracePt t="14673" x="2541588" y="977900"/>
          <p14:tracePt t="14684" x="2600325" y="993775"/>
          <p14:tracePt t="14696" x="2633663" y="993775"/>
          <p14:tracePt t="14707" x="2651125" y="993775"/>
          <p14:tracePt t="14718" x="2676525" y="993775"/>
          <p14:tracePt t="15223" x="2701925" y="993775"/>
          <p14:tracePt t="15225" x="2719388" y="985838"/>
          <p14:tracePt t="15236" x="2727325" y="985838"/>
          <p14:tracePt t="15247" x="2736850" y="977900"/>
          <p14:tracePt t="15269" x="2744788" y="960438"/>
          <p14:tracePt t="15280" x="2752725" y="935038"/>
          <p14:tracePt t="15292" x="2770188" y="900113"/>
          <p14:tracePt t="15304" x="2778125" y="841375"/>
          <p14:tracePt t="15314" x="2787650" y="808038"/>
          <p14:tracePt t="15325" x="2787650" y="790575"/>
          <p14:tracePt t="15337" x="2787650" y="730250"/>
          <p14:tracePt t="15348" x="2787650" y="688975"/>
          <p14:tracePt t="15359" x="2787650" y="646113"/>
          <p14:tracePt t="15370" x="2770188" y="595313"/>
          <p14:tracePt t="15382" x="2736850" y="534988"/>
          <p14:tracePt t="15393" x="2686050" y="492125"/>
          <p14:tracePt t="15404" x="2651125" y="476250"/>
          <p14:tracePt t="15415" x="2600325" y="450850"/>
          <p14:tracePt t="15427" x="2524125" y="415925"/>
          <p14:tracePt t="15438" x="2413000" y="390525"/>
          <p14:tracePt t="15449" x="2293938" y="365125"/>
          <p14:tracePt t="15460" x="2166938" y="357188"/>
          <p14:tracePt t="15472" x="2039938" y="347663"/>
          <p14:tracePt t="15483" x="1911350" y="331788"/>
          <p14:tracePt t="15494" x="1801813" y="322263"/>
          <p14:tracePt t="15505" x="1716088" y="322263"/>
          <p14:tracePt t="15517" x="1631950" y="322263"/>
          <p14:tracePt t="15529" x="1571625" y="322263"/>
          <p14:tracePt t="15539" x="1530350" y="322263"/>
          <p14:tracePt t="15551" x="1477963" y="331788"/>
          <p14:tracePt t="15562" x="1444625" y="357188"/>
          <p14:tracePt t="15573" x="1401763" y="390525"/>
          <p14:tracePt t="15584" x="1368425" y="441325"/>
          <p14:tracePt t="15595" x="1325563" y="492125"/>
          <p14:tracePt t="15607" x="1282700" y="527050"/>
          <p14:tracePt t="15618" x="1274763" y="534988"/>
          <p14:tracePt t="15630" x="1274763" y="544513"/>
          <p14:tracePt t="15640" x="1266825" y="544513"/>
          <p14:tracePt t="15652" x="1257300" y="544513"/>
          <p14:tracePt t="15663" x="1249363" y="544513"/>
          <p14:tracePt t="15674" x="1241425" y="544513"/>
          <p14:tracePt t="15697" x="1241425" y="534988"/>
          <p14:tracePt t="15708" x="1249363" y="534988"/>
          <p14:tracePt t="15719" x="1292225" y="527050"/>
          <p14:tracePt t="15731" x="1308100" y="527050"/>
          <p14:tracePt t="15742" x="1333500" y="519113"/>
          <p14:tracePt t="15753" x="1411288" y="509588"/>
          <p14:tracePt t="15764" x="1563688" y="484188"/>
          <p14:tracePt t="15775" x="1844675" y="458788"/>
          <p14:tracePt t="15787" x="2108200" y="441325"/>
          <p14:tracePt t="15798" x="2379663" y="407988"/>
          <p14:tracePt t="15809" x="2541588" y="382588"/>
          <p14:tracePt t="15820" x="2549525" y="374650"/>
          <p14:tracePt t="15932" x="2557463" y="374650"/>
          <p14:tracePt t="15933" x="2557463" y="382588"/>
          <p14:tracePt t="15945" x="2566988" y="382588"/>
          <p14:tracePt t="15955" x="2566988" y="390525"/>
          <p14:tracePt t="15967" x="2566988" y="407988"/>
          <p14:tracePt t="15978" x="2592388" y="415925"/>
          <p14:tracePt t="15989" x="2617788" y="441325"/>
          <p14:tracePt t="16000" x="2676525" y="476250"/>
          <p14:tracePt t="16012" x="2711450" y="484188"/>
          <p14:tracePt t="16023" x="2787650" y="509588"/>
          <p14:tracePt t="16034" x="2871788" y="527050"/>
          <p14:tracePt t="16046" x="2965450" y="552450"/>
          <p14:tracePt t="16057" x="3025775" y="560388"/>
          <p14:tracePt t="16112" x="3016250" y="560388"/>
          <p14:tracePt t="16124" x="2990850" y="560388"/>
          <p14:tracePt t="16136" x="2982913" y="560388"/>
          <p14:tracePt t="16147" x="2957513" y="560388"/>
          <p14:tracePt t="16158" x="2949575" y="560388"/>
          <p14:tracePt t="16169" x="2914650" y="560388"/>
          <p14:tracePt t="16181" x="2881313" y="569913"/>
          <p14:tracePt t="16192" x="2805113" y="585788"/>
          <p14:tracePt t="16203" x="2719388" y="620713"/>
          <p14:tracePt t="16214" x="2617788" y="671513"/>
          <p14:tracePt t="16225" x="2541588" y="714375"/>
          <p14:tracePt t="16237" x="2473325" y="755650"/>
          <p14:tracePt t="16248" x="2438400" y="781050"/>
          <p14:tracePt t="16259" x="2405063" y="798513"/>
          <p14:tracePt t="16270" x="2371725" y="815975"/>
          <p14:tracePt t="16282" x="2328863" y="849313"/>
          <p14:tracePt t="16293" x="2278063" y="884238"/>
          <p14:tracePt t="16305" x="2217738" y="925513"/>
          <p14:tracePt t="16315" x="2141538" y="985838"/>
          <p14:tracePt t="16327" x="2047875" y="1028700"/>
          <p14:tracePt t="16338" x="1971675" y="1087438"/>
          <p14:tracePt t="16349" x="1895475" y="1130300"/>
          <p14:tracePt t="16362" x="1801813" y="1163638"/>
          <p14:tracePt t="16372" x="1741488" y="1198563"/>
          <p14:tracePt t="16383" x="1682750" y="1206500"/>
          <p14:tracePt t="16395" x="1622425" y="1223963"/>
          <p14:tracePt t="16405" x="1589088" y="1231900"/>
          <p14:tracePt t="16417" x="1581150" y="1231900"/>
          <p14:tracePt t="16428" x="1571625" y="1241425"/>
          <p14:tracePt t="16461" x="1571625" y="1249363"/>
          <p14:tracePt t="16462" x="1563688" y="1249363"/>
          <p14:tracePt t="16473" x="1555750" y="1249363"/>
          <p14:tracePt t="16484" x="1546225" y="1249363"/>
          <p14:tracePt t="16495" x="1546225" y="1266825"/>
          <p14:tracePt t="16507" x="1538288" y="1266825"/>
          <p14:tracePt t="16518" x="1512888" y="1274763"/>
          <p14:tracePt t="16529" x="1504950" y="1274763"/>
          <p14:tracePt t="16541" x="1477963" y="1282700"/>
          <p14:tracePt t="16552" x="1470025" y="1292225"/>
          <p14:tracePt t="16618" x="1477963" y="1292225"/>
          <p14:tracePt t="16620" x="1487488" y="1292225"/>
          <p14:tracePt t="16630" x="1520825" y="1292225"/>
          <p14:tracePt t="16642" x="1555750" y="1292225"/>
          <p14:tracePt t="16653" x="1563688" y="1292225"/>
          <p14:tracePt t="16664" x="1589088" y="1292225"/>
          <p14:tracePt t="16675" x="1631950" y="1292225"/>
          <p14:tracePt t="16687" x="1716088" y="1292225"/>
          <p14:tracePt t="16698" x="1844675" y="1292225"/>
          <p14:tracePt t="16709" x="1997075" y="1292225"/>
          <p14:tracePt t="16720" x="2174875" y="1274763"/>
          <p14:tracePt t="16732" x="2397125" y="1249363"/>
          <p14:tracePt t="16743" x="2541588" y="1223963"/>
          <p14:tracePt t="16754" x="2625725" y="1216025"/>
          <p14:tracePt t="16765" x="2633663" y="1206500"/>
          <p14:tracePt t="16911" x="2643188" y="1206500"/>
          <p14:tracePt t="16922" x="2651125" y="1206500"/>
          <p14:tracePt t="16933" x="2660650" y="1206500"/>
          <p14:tracePt t="16934" x="2668588" y="1206500"/>
          <p14:tracePt t="16945" x="2676525" y="1216025"/>
          <p14:tracePt t="16963" x="2693988" y="1231900"/>
          <p14:tracePt t="16968" x="2701925" y="1231900"/>
          <p14:tracePt t="16979" x="2736850" y="1241425"/>
          <p14:tracePt t="16990" x="2805113" y="1249363"/>
          <p14:tracePt t="17002" x="2820988" y="1257300"/>
          <p14:tracePt t="17013" x="2881313" y="1274763"/>
          <p14:tracePt t="17024" x="2982913" y="1300163"/>
          <p14:tracePt t="17035" x="3084513" y="1325563"/>
          <p14:tracePt t="17047" x="3186113" y="1343025"/>
          <p14:tracePt t="17058" x="3246438" y="1360488"/>
          <p14:tracePt t="17192" x="3246438" y="1385888"/>
          <p14:tracePt t="17193" x="3246438" y="1401763"/>
          <p14:tracePt t="17204" x="3246438" y="1419225"/>
          <p14:tracePt t="17215" x="3246438" y="1444625"/>
          <p14:tracePt t="17227" x="3246438" y="1462088"/>
          <p14:tracePt t="17238" x="3246438" y="1520825"/>
          <p14:tracePt t="17249" x="3246438" y="1555750"/>
          <p14:tracePt t="17261" x="3246438" y="1606550"/>
          <p14:tracePt t="17272" x="3246438" y="1674813"/>
          <p14:tracePt t="17283" x="3246438" y="1758950"/>
          <p14:tracePt t="17294" x="3246438" y="1819275"/>
          <p14:tracePt t="17305" x="3246438" y="1860550"/>
          <p14:tracePt t="17317" x="3246438" y="1870075"/>
          <p14:tracePt t="17328" x="3246438" y="1878013"/>
          <p14:tracePt t="17552" x="3246438" y="1885950"/>
          <p14:tracePt t="17563" x="3246438" y="1895475"/>
          <p14:tracePt t="17574" x="3246438" y="1903413"/>
          <p14:tracePt t="17576" x="3238500" y="1911350"/>
          <p14:tracePt t="17619" x="3228975" y="1920875"/>
          <p14:tracePt t="17621" x="3228975" y="1928813"/>
          <p14:tracePt t="17632" x="3211513" y="1928813"/>
          <p14:tracePt t="17643" x="3203575" y="1928813"/>
          <p14:tracePt t="17665" x="3170238" y="1954213"/>
          <p14:tracePt t="17677" x="3135313" y="1963738"/>
          <p14:tracePt t="17688" x="3109913" y="1971675"/>
          <p14:tracePt t="17699" x="3067050" y="1971675"/>
          <p14:tracePt t="17710" x="3025775" y="1979613"/>
          <p14:tracePt t="17722" x="2965450" y="1979613"/>
          <p14:tracePt t="17733" x="2922588" y="1979613"/>
          <p14:tracePt t="17788" x="2914650" y="1989138"/>
          <p14:tracePt t="17812" x="2914650" y="2014538"/>
          <p14:tracePt t="17823" x="2914650" y="2022475"/>
          <p14:tracePt t="17834" x="2914650" y="2030413"/>
          <p14:tracePt t="17845" x="2914650" y="2039938"/>
          <p14:tracePt t="17857" x="2914650" y="2047875"/>
          <p14:tracePt t="17868" x="2914650" y="2065338"/>
          <p14:tracePt t="17946" x="2914650" y="2073275"/>
          <p14:tracePt t="17968" x="2914650" y="2082800"/>
          <p14:tracePt t="17970" x="2914650" y="2090738"/>
          <p14:tracePt t="17992" x="2914650" y="2098675"/>
          <p14:tracePt t="18003" x="2922588" y="2108200"/>
          <p14:tracePt t="18014" x="2922588" y="2116138"/>
          <p14:tracePt t="18026" x="2932113" y="2116138"/>
          <p14:tracePt t="18037" x="2949575" y="2133600"/>
          <p14:tracePt t="18048" x="2974975" y="2159000"/>
          <p14:tracePt t="18060" x="2982913" y="2174875"/>
          <p14:tracePt t="18070" x="3008313" y="2184400"/>
          <p14:tracePt t="18082" x="3033713" y="2184400"/>
          <p14:tracePt t="18093" x="3059113" y="2192338"/>
          <p14:tracePt t="18115" x="3101975" y="2192338"/>
          <p14:tracePt t="18127" x="3127375" y="2200275"/>
          <p14:tracePt t="18138" x="3186113" y="2200275"/>
          <p14:tracePt t="18149" x="3263900" y="2200275"/>
          <p14:tracePt t="18161" x="3348038" y="2217738"/>
          <p14:tracePt t="18172" x="3390900" y="2227263"/>
          <p14:tracePt t="18183" x="3398838" y="2227263"/>
          <p14:tracePt t="18363" x="3390900" y="2227263"/>
          <p14:tracePt t="18374" x="3373438" y="2227263"/>
          <p14:tracePt t="18463" x="3373438" y="2235200"/>
          <p14:tracePt t="18621" x="3373438" y="2243138"/>
          <p14:tracePt t="18734" x="3373438" y="2252663"/>
          <p14:tracePt t="18756" x="3365500" y="2260600"/>
          <p14:tracePt t="18767" x="3355975" y="2268538"/>
          <p14:tracePt t="18789" x="3348038" y="2278063"/>
          <p14:tracePt t="18802" x="3340100" y="2278063"/>
          <p14:tracePt t="18813" x="3330575" y="2278063"/>
          <p14:tracePt t="18890" x="3330575" y="2286000"/>
          <p14:tracePt t="18913" x="3330575" y="2293938"/>
          <p14:tracePt t="20499" x="3330575" y="2303463"/>
          <p14:tracePt t="21007" x="3330575" y="2293938"/>
          <p14:tracePt t="21029" x="3330575" y="2286000"/>
          <p14:tracePt t="21040" x="3330575" y="2278063"/>
          <p14:tracePt t="21052" x="3330575" y="2260600"/>
          <p14:tracePt t="21063" x="3330575" y="2252663"/>
          <p14:tracePt t="21343" x="3330575" y="2243138"/>
          <p14:tracePt t="21366" x="3322638" y="2235200"/>
          <p14:tracePt t="21502" x="3330575" y="2235200"/>
          <p14:tracePt t="21513" x="3340100" y="2235200"/>
          <p14:tracePt t="21535" x="3355975" y="2235200"/>
          <p14:tracePt t="21547" x="3365500" y="2235200"/>
          <p14:tracePt t="21579" x="3373438" y="2235200"/>
          <p14:tracePt t="21602" x="3373438" y="2227263"/>
          <p14:tracePt t="21692" x="3365500" y="2217738"/>
          <p14:tracePt t="21726" x="3365500" y="2209800"/>
          <p14:tracePt t="21748" x="3373438" y="2200275"/>
          <p14:tracePt t="21749" x="3373438" y="2192338"/>
          <p14:tracePt t="21761" x="3382963" y="2184400"/>
          <p14:tracePt t="21772" x="3390900" y="2184400"/>
          <p14:tracePt t="21861" x="3390900" y="2174875"/>
          <p14:tracePt t="21939" x="3398838" y="2174875"/>
          <p14:tracePt t="21963" x="3398838" y="2184400"/>
          <p14:tracePt t="21974" x="3398838" y="2192338"/>
          <p14:tracePt t="21985" x="3398838" y="2200275"/>
          <p14:tracePt t="22008" x="3398838" y="2209800"/>
          <p14:tracePt t="22019" x="3398838" y="2217738"/>
          <p14:tracePt t="22119" x="3398838" y="2227263"/>
          <p14:tracePt t="22142" x="3398838" y="2235200"/>
          <p14:tracePt t="22143" x="3398838" y="2243138"/>
          <p14:tracePt t="22356" x="3398838" y="2252663"/>
          <p14:tracePt t="22357" x="3398838" y="2260600"/>
          <p14:tracePt t="22468" x="3398838" y="2268538"/>
          <p14:tracePt t="22626" x="3408363" y="2268538"/>
          <p14:tracePt t="22693" x="3408363" y="2278063"/>
          <p14:tracePt t="22695" x="3408363" y="2286000"/>
          <p14:tracePt t="23514" x="3416300" y="2286000"/>
          <p14:tracePt t="23965" x="3416300" y="2293938"/>
          <p14:tracePt t="24101" x="3408363" y="2293938"/>
          <p14:tracePt t="24112" x="3398838" y="2293938"/>
          <p14:tracePt t="24191" x="3390900" y="2293938"/>
          <p14:tracePt t="24202" x="3382963" y="2293938"/>
          <p14:tracePt t="24370" x="3373438" y="2293938"/>
          <p14:tracePt t="24371" x="3365500" y="2293938"/>
          <p14:tracePt t="24583" x="3355975" y="2303463"/>
          <p14:tracePt t="24585" x="3355975" y="2311400"/>
          <p14:tracePt t="24596" x="3348038" y="2311400"/>
          <p14:tracePt t="24607" x="3340100" y="2319338"/>
          <p14:tracePt t="24618" x="3340100" y="2328863"/>
          <p14:tracePt t="24641" x="3322638" y="2344738"/>
          <p14:tracePt t="24652" x="3314700" y="2362200"/>
          <p14:tracePt t="24775" x="3305175" y="2371725"/>
          <p14:tracePt t="24797" x="3305175" y="2379663"/>
          <p14:tracePt t="24798" x="3305175" y="2387600"/>
          <p14:tracePt t="24831" x="3305175" y="2397125"/>
          <p14:tracePt t="24832" x="3297238" y="2405063"/>
          <p14:tracePt t="24843" x="3289300" y="2405063"/>
          <p14:tracePt t="24865" x="3289300" y="2413000"/>
          <p14:tracePt t="24877" x="3271838" y="2422525"/>
          <p14:tracePt t="24888" x="3263900" y="2430463"/>
          <p14:tracePt t="24910" x="3254375" y="2438400"/>
          <p14:tracePt t="24922" x="3238500" y="2463800"/>
          <p14:tracePt t="24933" x="3221038" y="2506663"/>
          <p14:tracePt t="24944" x="3203575" y="2524125"/>
          <p14:tracePt t="24955" x="3186113" y="2549525"/>
          <p14:tracePt t="24972" x="3170238" y="2574925"/>
          <p14:tracePt t="24978" x="3170238" y="2592388"/>
          <p14:tracePt t="24989" x="3144838" y="2625725"/>
          <p14:tracePt t="25001" x="3135313" y="2633663"/>
          <p14:tracePt t="25044" x="3127375" y="2633663"/>
          <p14:tracePt t="25055" x="3119438" y="2643188"/>
          <p14:tracePt t="25057" x="3119438" y="2651125"/>
          <p14:tracePt t="25068" x="3109913" y="2651125"/>
          <p14:tracePt t="25079" x="3101975" y="2660650"/>
          <p14:tracePt t="25090" x="3101975" y="2668588"/>
          <p14:tracePt t="25102" x="3101975" y="2676525"/>
          <p14:tracePt t="25113" x="3084513" y="2686050"/>
          <p14:tracePt t="25124" x="3076575" y="2693988"/>
          <p14:tracePt t="25136" x="3076575" y="2701925"/>
          <p14:tracePt t="25147" x="3067050" y="2701925"/>
          <p14:tracePt t="27103" x="3067050" y="2719388"/>
          <p14:tracePt t="27868" x="3094038" y="2727325"/>
          <p14:tracePt t="27870" x="3109913" y="2727325"/>
          <p14:tracePt t="27892" x="3127375" y="2727325"/>
          <p14:tracePt t="27903" x="3152775" y="2727325"/>
          <p14:tracePt t="27914" x="3170238" y="2727325"/>
          <p14:tracePt t="27926" x="3279775" y="2727325"/>
          <p14:tracePt t="27937" x="3424238" y="2727325"/>
          <p14:tracePt t="27953" x="3535363" y="2727325"/>
          <p14:tracePt t="27959" x="3679825" y="2727325"/>
          <p14:tracePt t="27971" x="3832225" y="2727325"/>
          <p14:tracePt t="27982" x="4002088" y="2727325"/>
          <p14:tracePt t="27993" x="4206875" y="2727325"/>
          <p14:tracePt t="28004" x="4384675" y="2727325"/>
          <p14:tracePt t="28015" x="4538663" y="2727325"/>
          <p14:tracePt t="28027" x="4691063" y="2727325"/>
          <p14:tracePt t="28038" x="4843463" y="2727325"/>
          <p14:tracePt t="28049" x="4987925" y="2727325"/>
          <p14:tracePt t="28060" x="5116513" y="2727325"/>
          <p14:tracePt t="28072" x="5235575" y="2727325"/>
          <p14:tracePt t="28083" x="5337175" y="2727325"/>
          <p14:tracePt t="28094" x="5438775" y="2727325"/>
          <p14:tracePt t="28105" x="5524500" y="2727325"/>
          <p14:tracePt t="28118" x="5591175" y="2727325"/>
          <p14:tracePt t="28128" x="5668963" y="2727325"/>
          <p14:tracePt t="28139" x="5735638" y="2727325"/>
          <p14:tracePt t="28151" x="5821363" y="2719388"/>
          <p14:tracePt t="28162" x="5897563" y="2719388"/>
          <p14:tracePt t="28173" x="5991225" y="2719388"/>
          <p14:tracePt t="28184" x="6092825" y="2719388"/>
          <p14:tracePt t="28196" x="6194425" y="2719388"/>
          <p14:tracePt t="28207" x="6262688" y="2719388"/>
          <p14:tracePt t="28218" x="6330950" y="2719388"/>
          <p14:tracePt t="28229" x="6381750" y="2719388"/>
          <p14:tracePt t="28240" x="6407150" y="2719388"/>
          <p14:tracePt t="28273" x="6416675" y="2719388"/>
          <p14:tracePt t="28284" x="6424613" y="2719388"/>
          <p14:tracePt t="28286" x="6432550" y="2727325"/>
          <p14:tracePt t="28297" x="6442075" y="2727325"/>
          <p14:tracePt t="28308" x="6457950" y="2736850"/>
          <p14:tracePt t="28330" x="6492875" y="2744788"/>
          <p14:tracePt t="28342" x="6526213" y="2762250"/>
          <p14:tracePt t="28353" x="6561138" y="2770188"/>
          <p14:tracePt t="28364" x="6577013" y="2778125"/>
          <p14:tracePt t="28376" x="6594475" y="2778125"/>
          <p14:tracePt t="28387" x="6602413" y="2787650"/>
          <p14:tracePt t="28443" x="6619875" y="2787650"/>
          <p14:tracePt t="28454" x="6627813" y="2787650"/>
          <p14:tracePt t="28477" x="6637338" y="2787650"/>
          <p14:tracePt t="28488" x="6645275" y="2787650"/>
          <p14:tracePt t="28499" x="6654800" y="2787650"/>
          <p14:tracePt t="28510" x="6662738" y="2787650"/>
          <p14:tracePt t="28522" x="6680200" y="2805113"/>
          <p14:tracePt t="28533" x="6696075" y="2805113"/>
          <p14:tracePt t="28544" x="6713538" y="2820988"/>
          <p14:tracePt t="28557" x="6721475" y="2820988"/>
          <p14:tracePt t="28567" x="6731000" y="2820988"/>
          <p14:tracePt t="28578" x="6756400" y="2830513"/>
          <p14:tracePt t="28589" x="6764338" y="2846388"/>
          <p14:tracePt t="28601" x="6764338" y="2855913"/>
          <p14:tracePt t="28612" x="6772275" y="2871788"/>
          <p14:tracePt t="28623" x="6781800" y="2889250"/>
          <p14:tracePt t="28634" x="6789738" y="2889250"/>
          <p14:tracePt t="28645" x="6789738" y="2897188"/>
          <p14:tracePt t="28657" x="6789738" y="2906713"/>
          <p14:tracePt t="28903" x="6799263" y="2922588"/>
          <p14:tracePt t="28905" x="6807200" y="2932113"/>
          <p14:tracePt t="28925" x="6815138" y="2940050"/>
          <p14:tracePt t="28938" x="6824663" y="2940050"/>
          <p14:tracePt t="28949" x="6832600" y="2957513"/>
          <p14:tracePt t="29681" x="6815138" y="2957513"/>
          <p14:tracePt t="29692" x="6807200" y="2957513"/>
          <p14:tracePt t="29703" x="6799263" y="2957513"/>
          <p14:tracePt t="29714" x="6789738" y="2957513"/>
          <p14:tracePt t="29736" x="6781800" y="2957513"/>
          <p14:tracePt t="29747" x="6772275" y="2957513"/>
          <p14:tracePt t="29983" x="6756400" y="2965450"/>
          <p14:tracePt t="29985" x="6738938" y="2974975"/>
          <p14:tracePt t="29996" x="6738938" y="2982913"/>
          <p14:tracePt t="30017" x="6731000" y="2982913"/>
          <p14:tracePt t="30018" x="6721475" y="2982913"/>
          <p14:tracePt t="30040" x="6705600" y="2990850"/>
          <p14:tracePt t="30062" x="6696075" y="3000375"/>
          <p14:tracePt t="30074" x="6688138" y="3008313"/>
          <p14:tracePt t="30118" x="6680200" y="3008313"/>
          <p14:tracePt t="30141" x="6670675" y="3016250"/>
          <p14:tracePt t="30152" x="6670675" y="3025775"/>
          <p14:tracePt t="30186" x="6662738" y="3025775"/>
          <p14:tracePt t="30197" x="6654800" y="3033713"/>
          <p14:tracePt t="30219" x="6654800" y="3041650"/>
          <p14:tracePt t="30221" x="6637338" y="3051175"/>
          <p14:tracePt t="30232" x="6627813" y="3051175"/>
          <p14:tracePt t="30243" x="6627813" y="3067050"/>
          <p14:tracePt t="30254" x="6619875" y="3076575"/>
          <p14:tracePt t="30266" x="6611938" y="3076575"/>
          <p14:tracePt t="30354" x="6602413" y="3076575"/>
          <p14:tracePt t="30367" x="6594475" y="3076575"/>
          <p14:tracePt t="30388" x="6586538" y="3076575"/>
          <p14:tracePt t="30467" x="6577013" y="3076575"/>
          <p14:tracePt t="30479" x="6569075" y="3076575"/>
          <p14:tracePt t="30491" x="6561138" y="3076575"/>
          <p14:tracePt t="30726" x="6551613" y="3067050"/>
          <p14:tracePt t="30737" x="6551613" y="3059113"/>
          <p14:tracePt t="30771" x="6551613" y="3051175"/>
          <p14:tracePt t="30782" x="6551613" y="3041650"/>
          <p14:tracePt t="30793" x="6551613" y="3033713"/>
          <p14:tracePt t="30997" x="6561138" y="3033713"/>
          <p14:tracePt t="31008" x="6569075" y="3033713"/>
          <p14:tracePt t="31042" x="6586538" y="3033713"/>
          <p14:tracePt t="31053" x="6619875" y="3033713"/>
          <p14:tracePt t="31065" x="6662738" y="3033713"/>
          <p14:tracePt t="31075" x="6705600" y="3033713"/>
          <p14:tracePt t="31087" x="6764338" y="3033713"/>
          <p14:tracePt t="31098" x="6807200" y="3033713"/>
          <p14:tracePt t="31109" x="6850063" y="3033713"/>
          <p14:tracePt t="31121" x="6865938" y="3033713"/>
          <p14:tracePt t="31143" x="6875463" y="3033713"/>
          <p14:tracePt t="31154" x="6916738" y="3016250"/>
          <p14:tracePt t="31177" x="6934200" y="3008313"/>
          <p14:tracePt t="31188" x="6943725" y="3000375"/>
          <p14:tracePt t="31210" x="6951663" y="2990850"/>
          <p14:tracePt t="31222" x="6959600" y="2982913"/>
          <p14:tracePt t="31244" x="6969125" y="2949575"/>
          <p14:tracePt t="31256" x="6985000" y="2914650"/>
          <p14:tracePt t="31267" x="6985000" y="2889250"/>
          <p14:tracePt t="31278" x="6994525" y="2871788"/>
          <p14:tracePt t="31289" x="6994525" y="2855913"/>
          <p14:tracePt t="31301" x="6994525" y="2820988"/>
          <p14:tracePt t="31323" x="6994525" y="2805113"/>
          <p14:tracePt t="31334" x="6977063" y="2770188"/>
          <p14:tracePt t="31345" x="6969125" y="2762250"/>
          <p14:tracePt t="31357" x="6951663" y="2752725"/>
          <p14:tracePt t="31368" x="6916738" y="2744788"/>
          <p14:tracePt t="31379" x="6865938" y="2719388"/>
          <p14:tracePt t="31391" x="6824663" y="2711450"/>
          <p14:tracePt t="31402" x="6789738" y="2693988"/>
          <p14:tracePt t="31413" x="6772275" y="2693988"/>
          <p14:tracePt t="31424" x="6764338" y="2693988"/>
          <p14:tracePt t="31435" x="6721475" y="2693988"/>
          <p14:tracePt t="31447" x="6696075" y="2693988"/>
          <p14:tracePt t="31458" x="6662738" y="2693988"/>
          <p14:tracePt t="31469" x="6645275" y="2693988"/>
          <p14:tracePt t="31481" x="6627813" y="2693988"/>
          <p14:tracePt t="31513" x="6619875" y="2701925"/>
          <p14:tracePt t="31524" x="6611938" y="2711450"/>
          <p14:tracePt t="31547" x="6602413" y="2711450"/>
          <p14:tracePt t="31549" x="6594475" y="2719388"/>
          <p14:tracePt t="31559" x="6594475" y="2727325"/>
          <p14:tracePt t="31571" x="6594475" y="2736850"/>
          <p14:tracePt t="31582" x="6586538" y="2744788"/>
          <p14:tracePt t="31593" x="6577013" y="2762250"/>
          <p14:tracePt t="31604" x="6577013" y="2770188"/>
          <p14:tracePt t="31616" x="6577013" y="2805113"/>
          <p14:tracePt t="31627" x="6577013" y="2813050"/>
          <p14:tracePt t="31638" x="6577013" y="2820988"/>
          <p14:tracePt t="31649" x="6577013" y="2838450"/>
          <p14:tracePt t="31661" x="6577013" y="2846388"/>
          <p14:tracePt t="31683" x="6602413" y="2846388"/>
          <p14:tracePt t="31694" x="6627813" y="2846388"/>
          <p14:tracePt t="31705" x="6662738" y="2846388"/>
          <p14:tracePt t="31717" x="6696075" y="2846388"/>
          <p14:tracePt t="31728" x="6721475" y="2846388"/>
          <p14:tracePt t="31739" x="6772275" y="2855913"/>
          <p14:tracePt t="31751" x="6789738" y="2863850"/>
          <p14:tracePt t="31806" x="6799263" y="2863850"/>
          <p14:tracePt t="32212" x="6789738" y="2863850"/>
          <p14:tracePt t="32223" x="6772275" y="2871788"/>
          <p14:tracePt t="32234" x="6756400" y="2871788"/>
          <p14:tracePt t="32245" x="6713538" y="2871788"/>
          <p14:tracePt t="32257" x="6680200" y="2871788"/>
          <p14:tracePt t="32268" x="6602413" y="2881313"/>
          <p14:tracePt t="32279" x="6475413" y="2914650"/>
          <p14:tracePt t="32291" x="6297613" y="2940050"/>
          <p14:tracePt t="32302" x="6084888" y="2957513"/>
          <p14:tracePt t="32314" x="5813425" y="2974975"/>
          <p14:tracePt t="32324" x="5524500" y="2990850"/>
          <p14:tracePt t="32335" x="5167313" y="3008313"/>
          <p14:tracePt t="32347" x="4733925" y="3008313"/>
          <p14:tracePt t="32358" x="4275138" y="3008313"/>
          <p14:tracePt t="32369" x="3806825" y="3025775"/>
          <p14:tracePt t="32381" x="3373438" y="3041650"/>
          <p14:tracePt t="32392" x="2990850" y="3067050"/>
          <p14:tracePt t="32403" x="2643188" y="3084513"/>
          <p14:tracePt t="32414" x="2336800" y="3119438"/>
          <p14:tracePt t="32425" x="2124075" y="3144838"/>
          <p14:tracePt t="32437" x="1963738" y="3170238"/>
          <p14:tracePt t="32448" x="1860550" y="3203575"/>
          <p14:tracePt t="32459" x="1793875" y="3221038"/>
          <p14:tracePt t="32471" x="1751013" y="3246438"/>
          <p14:tracePt t="32482" x="1733550" y="3254375"/>
          <p14:tracePt t="32493" x="1708150" y="3271838"/>
          <p14:tracePt t="32504" x="1700213" y="3289300"/>
          <p14:tracePt t="32515" x="1682750" y="3305175"/>
          <p14:tracePt t="32527" x="1657350" y="3340100"/>
          <p14:tracePt t="32538" x="1622425" y="3348038"/>
          <p14:tracePt t="32549" x="1606550" y="3373438"/>
          <p14:tracePt t="32560" x="1589088" y="3382963"/>
          <p14:tracePt t="32572" x="1563688" y="3390900"/>
          <p14:tracePt t="32583" x="1538288" y="3408363"/>
          <p14:tracePt t="32594" x="1530350" y="3424238"/>
          <p14:tracePt t="32605" x="1520825" y="3433763"/>
          <p14:tracePt t="32617" x="1504950" y="3441700"/>
          <p14:tracePt t="32628" x="1495425" y="3449638"/>
          <p14:tracePt t="32639" x="1495425" y="3467100"/>
          <p14:tracePt t="32651" x="1487488" y="3467100"/>
          <p14:tracePt t="32706" x="1477963" y="3467100"/>
          <p14:tracePt t="32707" x="1477963" y="3449638"/>
          <p14:tracePt t="32718" x="1487488" y="3449638"/>
          <p14:tracePt t="32729" x="1487488" y="3441700"/>
          <p14:tracePt t="32741" x="1495425" y="3433763"/>
          <p14:tracePt t="32752" x="1512888" y="3433763"/>
          <p14:tracePt t="32763" x="1546225" y="3416300"/>
          <p14:tracePt t="32774" x="1597025" y="3382963"/>
          <p14:tracePt t="32785" x="1614488" y="3373438"/>
          <p14:tracePt t="32797" x="1649413" y="3355975"/>
          <p14:tracePt t="32819" x="1716088" y="3314700"/>
          <p14:tracePt t="32830" x="1741488" y="3314700"/>
          <p14:tracePt t="32842" x="1784350" y="3305175"/>
          <p14:tracePt t="32853" x="1911350" y="3279775"/>
          <p14:tracePt t="32864" x="2039938" y="3263900"/>
          <p14:tracePt t="32876" x="2159000" y="3238500"/>
          <p14:tracePt t="32887" x="2252663" y="3228975"/>
          <p14:tracePt t="32898" x="2344738" y="3211513"/>
          <p14:tracePt t="32909" x="2397125" y="3211513"/>
          <p14:tracePt t="32921" x="2405063" y="3211513"/>
          <p14:tracePt t="32932" x="2413000" y="3211513"/>
          <p14:tracePt t="32943" x="2413000" y="3203575"/>
          <p14:tracePt t="32954" x="2413000" y="3195638"/>
          <p14:tracePt t="32966" x="2413000" y="3186113"/>
          <p14:tracePt t="33043" x="2422525" y="3178175"/>
          <p14:tracePt t="33066" x="2430463" y="3178175"/>
          <p14:tracePt t="33077" x="2438400" y="3178175"/>
          <p14:tracePt t="33089" x="2447925" y="3178175"/>
          <p14:tracePt t="33101" x="2455863" y="3178175"/>
          <p14:tracePt t="33123" x="2473325" y="3178175"/>
          <p14:tracePt t="33134" x="2498725" y="3160713"/>
          <p14:tracePt t="33146" x="2506663" y="3152775"/>
          <p14:tracePt t="33157" x="2524125" y="3135313"/>
          <p14:tracePt t="33179" x="2524125" y="3127375"/>
          <p14:tracePt t="33910" x="2524125" y="3119438"/>
          <p14:tracePt t="34450" x="2532063" y="3119438"/>
          <p14:tracePt t="34484" x="2541588" y="3119438"/>
          <p14:tracePt t="34495" x="2541588" y="3127375"/>
          <p14:tracePt t="34517" x="2549525" y="3127375"/>
          <p14:tracePt t="34539" x="2557463" y="3127375"/>
          <p14:tracePt t="34577" x="2566988" y="3127375"/>
          <p14:tracePt t="34652" x="2574925" y="3127375"/>
          <p14:tracePt t="34708" x="2582863" y="3127375"/>
          <p14:tracePt t="34710" x="2582863" y="3135313"/>
          <p14:tracePt t="35890" x="2592388" y="3135313"/>
          <p14:tracePt t="35891" x="2600325" y="3135313"/>
          <p14:tracePt t="35913" x="2617788" y="3135313"/>
          <p14:tracePt t="35924" x="2625725" y="3135313"/>
          <p14:tracePt t="35936" x="2625725" y="3127375"/>
          <p14:tracePt t="35947" x="2633663" y="3119438"/>
          <p14:tracePt t="35962" x="2643188" y="3119438"/>
          <p14:tracePt t="35991" x="2643188" y="3109913"/>
          <p14:tracePt t="36013" x="2643188" y="3101975"/>
          <p14:tracePt t="36014" x="2651125" y="3094038"/>
          <p14:tracePt t="36037" x="2660650" y="3084513"/>
          <p14:tracePt t="36778" x="2660650" y="3076575"/>
          <p14:tracePt t="36812" x="2651125" y="3076575"/>
          <p14:tracePt t="36813" x="2643188" y="3076575"/>
          <p14:tracePt t="36834" x="2633663" y="3076575"/>
          <p14:tracePt t="36836" x="2625725" y="3076575"/>
          <p14:tracePt t="36847" x="2617788" y="3076575"/>
          <p14:tracePt t="36858" x="2608263" y="3076575"/>
          <p14:tracePt t="36880" x="2600325" y="3076575"/>
          <p14:tracePt t="36892" x="2592388" y="3076575"/>
          <p14:tracePt t="36914" x="2582863" y="3076575"/>
          <p14:tracePt t="36926" x="2574925" y="3076575"/>
          <p14:tracePt t="36937" x="2566988" y="3076575"/>
          <p14:tracePt t="36948" x="2557463" y="3076575"/>
          <p14:tracePt t="36960" x="2541588" y="3076575"/>
          <p14:tracePt t="36978" x="2516188" y="3076575"/>
          <p14:tracePt t="36982" x="2489200" y="3084513"/>
          <p14:tracePt t="37004" x="2473325" y="3094038"/>
          <p14:tracePt t="37016" x="2463800" y="3101975"/>
          <p14:tracePt t="37027" x="2430463" y="3109913"/>
          <p14:tracePt t="37038" x="2371725" y="3127375"/>
          <p14:tracePt t="37049" x="2344738" y="3135313"/>
          <p14:tracePt t="37061" x="2328863" y="3135313"/>
          <p14:tracePt t="37072" x="2311400" y="3135313"/>
          <p14:tracePt t="37083" x="2286000" y="3144838"/>
          <p14:tracePt t="37094" x="2260600" y="3144838"/>
          <p14:tracePt t="37105" x="2260600" y="3152775"/>
          <p14:tracePt t="37117" x="2235200" y="3152775"/>
          <p14:tracePt t="37129" x="2227263" y="3152775"/>
          <p14:tracePt t="37151" x="2217738" y="3152775"/>
          <p14:tracePt t="37162" x="2200275" y="3152775"/>
          <p14:tracePt t="37173" x="2192338" y="3152775"/>
          <p14:tracePt t="37184" x="2166938" y="3152775"/>
          <p14:tracePt t="37196" x="2159000" y="3160713"/>
          <p14:tracePt t="37207" x="2124075" y="3170238"/>
          <p14:tracePt t="37218" x="2098675" y="3178175"/>
          <p14:tracePt t="37229" x="2090738" y="3178175"/>
          <p14:tracePt t="37240" x="2065338" y="3195638"/>
          <p14:tracePt t="37252" x="2039938" y="3203575"/>
          <p14:tracePt t="37263" x="2005013" y="3211513"/>
          <p14:tracePt t="37274" x="1963738" y="3211513"/>
          <p14:tracePt t="37285" x="1920875" y="3211513"/>
          <p14:tracePt t="37297" x="1878013" y="3211513"/>
          <p14:tracePt t="37308" x="1844675" y="3211513"/>
          <p14:tracePt t="37319" x="1809750" y="3211513"/>
          <p14:tracePt t="37331" x="1776413" y="3211513"/>
          <p14:tracePt t="37342" x="1733550" y="3211513"/>
          <p14:tracePt t="37353" x="1700213" y="3203575"/>
          <p14:tracePt t="37364" x="1674813" y="3203575"/>
          <p14:tracePt t="37376" x="1639888" y="3203575"/>
          <p14:tracePt t="37387" x="1606550" y="3203575"/>
          <p14:tracePt t="37398" x="1571625" y="3203575"/>
          <p14:tracePt t="37410" x="1546225" y="3203575"/>
          <p14:tracePt t="37420" x="1512888" y="3203575"/>
          <p14:tracePt t="37432" x="1477963" y="3203575"/>
          <p14:tracePt t="37443" x="1452563" y="3203575"/>
          <p14:tracePt t="37454" x="1419225" y="3203575"/>
          <p14:tracePt t="37465" x="1401763" y="3203575"/>
          <p14:tracePt t="37477" x="1393825" y="3203575"/>
          <p14:tracePt t="37488" x="1385888" y="3195638"/>
          <p14:tracePt t="37500" x="1376363" y="3186113"/>
          <p14:tracePt t="37511" x="1368425" y="3186113"/>
          <p14:tracePt t="37533" x="1360488" y="3178175"/>
          <p14:tracePt t="37544" x="1343025" y="3170238"/>
          <p14:tracePt t="37555" x="1343025" y="3160713"/>
          <p14:tracePt t="37567" x="1333500" y="3160713"/>
          <p14:tracePt t="37578" x="1333500" y="3144838"/>
          <p14:tracePt t="37589" x="1333500" y="3127375"/>
          <p14:tracePt t="37601" x="1333500" y="3094038"/>
          <p14:tracePt t="37612" x="1333500" y="3059113"/>
          <p14:tracePt t="37623" x="1333500" y="3025775"/>
          <p14:tracePt t="37634" x="1333500" y="3008313"/>
          <p14:tracePt t="37645" x="1333500" y="2982913"/>
          <p14:tracePt t="37657" x="1343025" y="2949575"/>
          <p14:tracePt t="37668" x="1360488" y="2922588"/>
          <p14:tracePt t="37679" x="1368425" y="2897188"/>
          <p14:tracePt t="37691" x="1385888" y="2889250"/>
          <p14:tracePt t="37702" x="1385888" y="2871788"/>
          <p14:tracePt t="37713" x="1401763" y="2855913"/>
          <p14:tracePt t="37724" x="1411288" y="2820988"/>
          <p14:tracePt t="37736" x="1427163" y="2813050"/>
          <p14:tracePt t="37747" x="1452563" y="2787650"/>
          <p14:tracePt t="37758" x="1487488" y="2752725"/>
          <p14:tracePt t="37769" x="1495425" y="2752725"/>
          <p14:tracePt t="37781" x="1512888" y="2736850"/>
          <p14:tracePt t="37792" x="1546225" y="2719388"/>
          <p14:tracePt t="37803" x="1581150" y="2719388"/>
          <p14:tracePt t="37814" x="1622425" y="2701925"/>
          <p14:tracePt t="37826" x="1657350" y="2701925"/>
          <p14:tracePt t="37837" x="1700213" y="2701925"/>
          <p14:tracePt t="37848" x="1733550" y="2701925"/>
          <p14:tracePt t="37859" x="1751013" y="2701925"/>
          <p14:tracePt t="37871" x="1784350" y="2701925"/>
          <p14:tracePt t="37882" x="1819275" y="2701925"/>
          <p14:tracePt t="37893" x="1870075" y="2701925"/>
          <p14:tracePt t="37904" x="1928813" y="2701925"/>
          <p14:tracePt t="37915" x="2014538" y="2711450"/>
          <p14:tracePt t="37927" x="2108200" y="2727325"/>
          <p14:tracePt t="37938" x="2192338" y="2736850"/>
          <p14:tracePt t="37959" x="2268538" y="2744788"/>
          <p14:tracePt t="37961" x="2336800" y="2744788"/>
          <p14:tracePt t="37972" x="2397125" y="2752725"/>
          <p14:tracePt t="37983" x="2438400" y="2752725"/>
          <p14:tracePt t="37994" x="2455863" y="2752725"/>
          <p14:tracePt t="38005" x="2463800" y="2762250"/>
          <p14:tracePt t="38017" x="2473325" y="2762250"/>
          <p14:tracePt t="38028" x="2481263" y="2770188"/>
          <p14:tracePt t="38039" x="2489200" y="2778125"/>
          <p14:tracePt t="38051" x="2506663" y="2778125"/>
          <p14:tracePt t="38062" x="2532063" y="2795588"/>
          <p14:tracePt t="38084" x="2549525" y="2820988"/>
          <p14:tracePt t="38095" x="2557463" y="2830513"/>
          <p14:tracePt t="38118" x="2557463" y="2838450"/>
          <p14:tracePt t="38129" x="2557463" y="2846388"/>
          <p14:tracePt t="38152" x="2557463" y="2855913"/>
          <p14:tracePt t="38163" x="2557463" y="2871788"/>
          <p14:tracePt t="38175" x="2557463" y="2881313"/>
          <p14:tracePt t="38185" x="2549525" y="2897188"/>
          <p14:tracePt t="38197" x="2541588" y="2914650"/>
          <p14:tracePt t="38209" x="2532063" y="2932113"/>
          <p14:tracePt t="38219" x="2516188" y="2949575"/>
          <p14:tracePt t="38231" x="2506663" y="2965450"/>
          <p14:tracePt t="38242" x="2489200" y="3000375"/>
          <p14:tracePt t="38253" x="2481263" y="3016250"/>
          <p14:tracePt t="38264" x="2455863" y="3041650"/>
          <p14:tracePt t="38276" x="2438400" y="3059113"/>
          <p14:tracePt t="38287" x="2422525" y="3094038"/>
          <p14:tracePt t="38298" x="2397125" y="3109913"/>
          <p14:tracePt t="38310" x="2379663" y="3119438"/>
          <p14:tracePt t="38331" x="2362200" y="3135313"/>
          <p14:tracePt t="38332" x="2344738" y="3135313"/>
          <p14:tracePt t="38343" x="2336800" y="3135313"/>
          <p14:tracePt t="38354" x="2328863" y="3135313"/>
          <p14:tracePt t="38366" x="2303463" y="3135313"/>
          <p14:tracePt t="38388" x="2286000" y="3135313"/>
          <p14:tracePt t="38399" x="2252663" y="3144838"/>
          <p14:tracePt t="38411" x="2235200" y="3144838"/>
          <p14:tracePt t="38422" x="2209800" y="3152775"/>
          <p14:tracePt t="38433" x="2184400" y="3160713"/>
          <p14:tracePt t="38444" x="2166938" y="3160713"/>
          <p14:tracePt t="38455" x="2116138" y="3170238"/>
          <p14:tracePt t="38467" x="2108200" y="3178175"/>
          <p14:tracePt t="38478" x="2082800" y="3186113"/>
          <p14:tracePt t="38489" x="2073275" y="3186113"/>
          <p14:tracePt t="38501" x="2065338" y="3186113"/>
          <p14:tracePt t="38512" x="2055813" y="3186113"/>
          <p14:tracePt t="38523" x="2047875" y="3186113"/>
          <p14:tracePt t="38545" x="2030413" y="3195638"/>
          <p14:tracePt t="38557" x="2022475" y="3195638"/>
          <p14:tracePt t="38612" x="2005013" y="3203575"/>
          <p14:tracePt t="38613" x="1997075" y="3203575"/>
          <p14:tracePt t="38634" x="1997075" y="3211513"/>
          <p14:tracePt t="38646" x="1989138" y="3211513"/>
          <p14:tracePt t="38657" x="1979613" y="3211513"/>
          <p14:tracePt t="38669" x="1971675" y="3211513"/>
          <p14:tracePt t="38681" x="1963738" y="3211513"/>
          <p14:tracePt t="38692" x="1954213" y="3211513"/>
          <p14:tracePt t="38714" x="1938338" y="3211513"/>
          <p14:tracePt t="38726" x="1928813" y="3211513"/>
          <p14:tracePt t="38737" x="1911350" y="3211513"/>
          <p14:tracePt t="38748" x="1895475" y="3211513"/>
          <p14:tracePt t="38771" x="1878013" y="3203575"/>
          <p14:tracePt t="38782" x="1860550" y="3203575"/>
          <p14:tracePt t="38804" x="1844675" y="3195638"/>
          <p14:tracePt t="38816" x="1835150" y="3195638"/>
          <p14:tracePt t="38838" x="1827213" y="3195638"/>
          <p14:tracePt t="38849" x="1819275" y="3195638"/>
          <p14:tracePt t="38872" x="1801813" y="3195638"/>
          <p14:tracePt t="38883" x="1758950" y="3195638"/>
          <p14:tracePt t="38894" x="1716088" y="3195638"/>
          <p14:tracePt t="38906" x="1690688" y="3195638"/>
          <p14:tracePt t="38917" x="1639888" y="3195638"/>
          <p14:tracePt t="38928" x="1606550" y="3186113"/>
          <p14:tracePt t="38939" x="1571625" y="3186113"/>
          <p14:tracePt t="38951" x="1546225" y="3178175"/>
          <p14:tracePt t="38962" x="1530350" y="3178175"/>
          <p14:tracePt t="38976" x="1504950" y="3178175"/>
          <p14:tracePt t="38996" x="1495425" y="3178175"/>
          <p14:tracePt t="39007" x="1487488" y="3178175"/>
          <p14:tracePt t="39018" x="1477963" y="3178175"/>
          <p14:tracePt t="39041" x="1470025" y="3178175"/>
          <p14:tracePt t="39052" x="1462088" y="3178175"/>
          <p14:tracePt t="39107" x="1452563" y="3178175"/>
          <p14:tracePt t="39129" x="1444625" y="3178175"/>
          <p14:tracePt t="39131" x="1436688" y="3178175"/>
          <p14:tracePt t="39153" x="1427163" y="3178175"/>
          <p14:tracePt t="39164" x="1419225" y="3178175"/>
          <p14:tracePt t="39175" x="1401763" y="3170238"/>
          <p14:tracePt t="39489" x="1393825" y="3170238"/>
          <p14:tracePt t="39491" x="1385888" y="3170238"/>
          <p14:tracePt t="39512" x="1385888" y="3160713"/>
          <p14:tracePt t="39624" x="1376363" y="3160713"/>
          <p14:tracePt t="39626" x="1368425" y="3160713"/>
          <p14:tracePt t="39929" x="1376363" y="3160713"/>
          <p14:tracePt t="39952" x="1393825" y="3160713"/>
          <p14:tracePt t="39963" x="1401763" y="3160713"/>
          <p14:tracePt t="39986" x="1411288" y="3160713"/>
          <p14:tracePt t="39997" x="1419225" y="3160713"/>
          <p14:tracePt t="40008" x="1427163" y="3160713"/>
          <p14:tracePt t="40019" x="1427163" y="3152775"/>
          <p14:tracePt t="40030" x="1436688" y="3152775"/>
          <p14:tracePt t="40042" x="1444625" y="3152775"/>
          <p14:tracePt t="40053" x="1462088" y="3152775"/>
          <p14:tracePt t="40064" x="1477963" y="3152775"/>
          <p14:tracePt t="40076" x="1487488" y="3152775"/>
          <p14:tracePt t="40087" x="1512888" y="3152775"/>
          <p14:tracePt t="40098" x="1538288" y="3152775"/>
          <p14:tracePt t="40109" x="1546225" y="3152775"/>
          <p14:tracePt t="40120" x="1571625" y="3152775"/>
          <p14:tracePt t="40132" x="1597025" y="3152775"/>
          <p14:tracePt t="40143" x="1639888" y="3152775"/>
          <p14:tracePt t="40154" x="1690688" y="3152775"/>
          <p14:tracePt t="40165" x="1716088" y="3152775"/>
          <p14:tracePt t="40177" x="1766888" y="3152775"/>
          <p14:tracePt t="40188" x="1827213" y="3152775"/>
          <p14:tracePt t="40199" x="1870075" y="3152775"/>
          <p14:tracePt t="40211" x="1903413" y="3152775"/>
          <p14:tracePt t="40222" x="1920875" y="3144838"/>
          <p14:tracePt t="40233" x="1928813" y="3135313"/>
          <p14:tracePt t="40244" x="1938338" y="3135313"/>
          <p14:tracePt t="40256" x="1946275" y="3135313"/>
          <p14:tracePt t="40267" x="1954213" y="3127375"/>
          <p14:tracePt t="40289" x="1963738" y="3127375"/>
          <p14:tracePt t="40301" x="1971675" y="3127375"/>
          <p14:tracePt t="40312" x="1979613" y="3127375"/>
          <p14:tracePt t="40324" x="1997075" y="3127375"/>
          <p14:tracePt t="40334" x="2022475" y="3127375"/>
          <p14:tracePt t="40345" x="2030413" y="3127375"/>
          <p14:tracePt t="40401" x="2039938" y="3119438"/>
          <p14:tracePt t="40412" x="2047875" y="3119438"/>
          <p14:tracePt t="40434" x="2055813" y="3119438"/>
          <p14:tracePt t="40536" x="2055813" y="3109913"/>
          <p14:tracePt t="40559" x="2039938" y="3109913"/>
          <p14:tracePt t="40571" x="2030413" y="3109913"/>
          <p14:tracePt t="40582" x="1989138" y="3109913"/>
          <p14:tracePt t="40596" x="1946275" y="3109913"/>
          <p14:tracePt t="40604" x="1895475" y="3109913"/>
          <p14:tracePt t="40616" x="1844675" y="3109913"/>
          <p14:tracePt t="40627" x="1784350" y="3109913"/>
          <p14:tracePt t="40638" x="1758950" y="3109913"/>
          <p14:tracePt t="40649" x="1716088" y="3109913"/>
          <p14:tracePt t="40660" x="1700213" y="3109913"/>
          <p14:tracePt t="40672" x="1682750" y="3109913"/>
          <p14:tracePt t="40817" x="1690688" y="3109913"/>
          <p14:tracePt t="40818" x="1716088" y="3109913"/>
          <p14:tracePt t="40830" x="1725613" y="3109913"/>
          <p14:tracePt t="40840" x="1758950" y="3109913"/>
          <p14:tracePt t="40852" x="1766888" y="3109913"/>
          <p14:tracePt t="40863" x="1809750" y="3101975"/>
          <p14:tracePt t="40874" x="1835150" y="3094038"/>
          <p14:tracePt t="40885" x="1885950" y="3094038"/>
          <p14:tracePt t="40897" x="1938338" y="3094038"/>
          <p14:tracePt t="40908" x="1954213" y="3094038"/>
          <p14:tracePt t="40919" x="1963738" y="3094038"/>
          <p14:tracePt t="40963" x="1971675" y="3094038"/>
          <p14:tracePt t="40964" x="1979613" y="3094038"/>
          <p14:tracePt t="41267" x="1979613" y="3084513"/>
          <p14:tracePt t="41279" x="1971675" y="3084513"/>
          <p14:tracePt t="41291" x="1963738" y="3084513"/>
          <p14:tracePt t="41302" x="1946275" y="3084513"/>
          <p14:tracePt t="41313" x="1938338" y="3084513"/>
          <p14:tracePt t="41324" x="1920875" y="3084513"/>
          <p14:tracePt t="41336" x="1895475" y="3084513"/>
          <p14:tracePt t="41347" x="1870075" y="3084513"/>
          <p14:tracePt t="41358" x="1827213" y="3084513"/>
          <p14:tracePt t="41369" x="1784350" y="3084513"/>
          <p14:tracePt t="41381" x="1725613" y="3084513"/>
          <p14:tracePt t="41392" x="1665288" y="3084513"/>
          <p14:tracePt t="41403" x="1657350" y="3084513"/>
          <p14:tracePt t="41638" x="1665288" y="3084513"/>
          <p14:tracePt t="41640" x="1674813" y="3084513"/>
          <p14:tracePt t="41662" x="1708150" y="3084513"/>
          <p14:tracePt t="41684" x="1751013" y="3084513"/>
          <p14:tracePt t="41696" x="1801813" y="3084513"/>
          <p14:tracePt t="41707" x="1835150" y="3084513"/>
          <p14:tracePt t="41718" x="1895475" y="3084513"/>
          <p14:tracePt t="41729" x="1989138" y="3084513"/>
          <p14:tracePt t="41741" x="2090738" y="3084513"/>
          <p14:tracePt t="41752" x="2174875" y="3084513"/>
          <p14:tracePt t="41796" x="2174875" y="3094038"/>
          <p14:tracePt t="41842" x="2166938" y="3094038"/>
          <p14:tracePt t="41875" x="2159000" y="3094038"/>
          <p14:tracePt t="41887" x="2149475" y="3101975"/>
          <p14:tracePt t="43327" x="2159000" y="3101975"/>
          <p14:tracePt t="43349" x="2166938" y="3109913"/>
          <p14:tracePt t="43361" x="2166938" y="3119438"/>
          <p14:tracePt t="43383" x="2174875" y="3127375"/>
          <p14:tracePt t="43394" x="2174875" y="3152775"/>
          <p14:tracePt t="43406" x="2174875" y="3170238"/>
          <p14:tracePt t="43417" x="2174875" y="3203575"/>
          <p14:tracePt t="43428" x="2174875" y="3228975"/>
          <p14:tracePt t="43439" x="2141538" y="3263900"/>
          <p14:tracePt t="43451" x="2073275" y="3297238"/>
          <p14:tracePt t="43462" x="2030413" y="3322638"/>
          <p14:tracePt t="43473" x="1979613" y="3355975"/>
          <p14:tracePt t="43484" x="1946275" y="3355975"/>
          <p14:tracePt t="43496" x="1903413" y="3355975"/>
          <p14:tracePt t="43507" x="1844675" y="3355975"/>
          <p14:tracePt t="43518" x="1784350" y="3355975"/>
          <p14:tracePt t="43530" x="1741488" y="3355975"/>
          <p14:tracePt t="43541" x="1700213" y="3365500"/>
          <p14:tracePt t="43552" x="1639888" y="3373438"/>
          <p14:tracePt t="43563" x="1606550" y="3382963"/>
          <p14:tracePt t="43574" x="1571625" y="3390900"/>
          <p14:tracePt t="43586" x="1530350" y="3398838"/>
          <p14:tracePt t="43597" x="1495425" y="3408363"/>
          <p14:tracePt t="43608" x="1477963" y="3416300"/>
          <p14:tracePt t="43619" x="1462088" y="3424238"/>
          <p14:tracePt t="43631" x="1452563" y="3424238"/>
          <p14:tracePt t="43642" x="1436688" y="3424238"/>
          <p14:tracePt t="43654" x="1419225" y="3424238"/>
          <p14:tracePt t="43664" x="1376363" y="3424238"/>
          <p14:tracePt t="43676" x="1343025" y="3424238"/>
          <p14:tracePt t="43687" x="1308100" y="3424238"/>
          <p14:tracePt t="43698" x="1257300" y="3424238"/>
          <p14:tracePt t="43709" x="1198563" y="3424238"/>
          <p14:tracePt t="43721" x="1163638" y="3424238"/>
          <p14:tracePt t="43732" x="1130300" y="3449638"/>
          <p14:tracePt t="43743" x="1104900" y="3449638"/>
          <p14:tracePt t="43754" x="1079500" y="3449638"/>
          <p14:tracePt t="43766" x="1036638" y="3449638"/>
          <p14:tracePt t="43777" x="993775" y="3449638"/>
          <p14:tracePt t="43788" x="960438" y="3459163"/>
          <p14:tracePt t="43799" x="925513" y="3475038"/>
          <p14:tracePt t="43811" x="884238" y="3492500"/>
          <p14:tracePt t="43822" x="849313" y="3517900"/>
          <p14:tracePt t="43833" x="823913" y="3543300"/>
          <p14:tracePt t="43844" x="798513" y="3568700"/>
          <p14:tracePt t="43856" x="773113" y="3594100"/>
          <p14:tracePt t="43867" x="765175" y="3611563"/>
          <p14:tracePt t="43878" x="755650" y="3629025"/>
          <p14:tracePt t="43889" x="747713" y="3636963"/>
          <p14:tracePt t="44046" x="747713" y="3646488"/>
          <p14:tracePt t="44102" x="755650" y="3646488"/>
          <p14:tracePt t="44214" x="765175" y="3646488"/>
          <p14:tracePt t="44216" x="773113" y="3646488"/>
          <p14:tracePt t="44248" x="781050" y="3646488"/>
          <p14:tracePt t="44250" x="798513" y="3646488"/>
          <p14:tracePt t="44261" x="808038" y="3636963"/>
          <p14:tracePt t="44272" x="815975" y="3629025"/>
          <p14:tracePt t="44283" x="823913" y="3629025"/>
          <p14:tracePt t="44306" x="833438" y="3629025"/>
          <p14:tracePt t="44317" x="858838" y="3619500"/>
          <p14:tracePt t="44328" x="874713" y="3619500"/>
          <p14:tracePt t="44339" x="909638" y="3619500"/>
          <p14:tracePt t="44351" x="960438" y="3619500"/>
          <p14:tracePt t="44362" x="985838" y="3619500"/>
          <p14:tracePt t="44373" x="1036638" y="3619500"/>
          <p14:tracePt t="44384" x="1112838" y="3619500"/>
          <p14:tracePt t="44396" x="1223963" y="3619500"/>
          <p14:tracePt t="44407" x="1376363" y="3619500"/>
          <p14:tracePt t="44418" x="1546225" y="3619500"/>
          <p14:tracePt t="44429" x="1708150" y="3594100"/>
          <p14:tracePt t="44441" x="1870075" y="3578225"/>
          <p14:tracePt t="44452" x="1997075" y="3552825"/>
          <p14:tracePt t="44463" x="2098675" y="3535363"/>
          <p14:tracePt t="44474" x="2174875" y="3509963"/>
          <p14:tracePt t="44497" x="2260600" y="3492500"/>
          <p14:tracePt t="44508" x="2336800" y="3475038"/>
          <p14:tracePt t="44520" x="2405063" y="3467100"/>
          <p14:tracePt t="44531" x="2566988" y="3441700"/>
          <p14:tracePt t="44542" x="2693988" y="3433763"/>
          <p14:tracePt t="44554" x="2820988" y="3433763"/>
          <p14:tracePt t="44565" x="2922588" y="3433763"/>
          <p14:tracePt t="44576" x="3008313" y="3424238"/>
          <p14:tracePt t="44598" x="3016250" y="3424238"/>
          <p14:tracePt t="44609" x="3025775" y="3416300"/>
          <p14:tracePt t="44621" x="3033713" y="3416300"/>
          <p14:tracePt t="44643" x="3076575" y="3416300"/>
          <p14:tracePt t="44654" x="3135313" y="3408363"/>
          <p14:tracePt t="44666" x="3195638" y="3408363"/>
          <p14:tracePt t="44677" x="3221038" y="3408363"/>
          <p14:tracePt t="44688" x="3279775" y="3408363"/>
          <p14:tracePt t="44699" x="3340100" y="3398838"/>
          <p14:tracePt t="44711" x="3408363" y="3382963"/>
          <p14:tracePt t="44722" x="3467100" y="3373438"/>
          <p14:tracePt t="44733" x="3484563" y="3365500"/>
          <p14:tracePt t="44799" x="3492500" y="3365500"/>
          <p14:tracePt t="44812" x="3509963" y="3365500"/>
          <p14:tracePt t="44823" x="3517900" y="3365500"/>
          <p14:tracePt t="44846" x="3527425" y="3365500"/>
          <p14:tracePt t="44857" x="3535363" y="3365500"/>
          <p14:tracePt t="44868" x="3543300" y="3365500"/>
          <p14:tracePt t="44891" x="3552825" y="3365500"/>
          <p14:tracePt t="44902" x="3560763" y="3365500"/>
          <p14:tracePt t="44913" x="3586163" y="3365500"/>
          <p14:tracePt t="44924" x="3629025" y="3365500"/>
          <p14:tracePt t="44936" x="3662363" y="3365500"/>
          <p14:tracePt t="44947" x="3705225" y="3365500"/>
          <p14:tracePt t="44970" x="3781425" y="3365500"/>
          <p14:tracePt t="44981" x="3816350" y="3365500"/>
          <p14:tracePt t="44992" x="3849688" y="3365500"/>
          <p14:tracePt t="45003" x="3867150" y="3382963"/>
          <p14:tracePt t="45159" x="3867150" y="3390900"/>
          <p14:tracePt t="45161" x="3875088" y="3390900"/>
          <p14:tracePt t="45172" x="3883025" y="3398838"/>
          <p14:tracePt t="45183" x="3892550" y="3416300"/>
          <p14:tracePt t="45206" x="3900488" y="3416300"/>
          <p14:tracePt t="45217" x="3908425" y="3416300"/>
          <p14:tracePt t="45228" x="3917950" y="3424238"/>
          <p14:tracePt t="45239" x="3935413" y="3433763"/>
          <p14:tracePt t="45251" x="3951288" y="3441700"/>
          <p14:tracePt t="45262" x="3960813" y="3449638"/>
          <p14:tracePt t="45273" x="3968750" y="3449638"/>
          <p14:tracePt t="45351" x="3976688" y="3449638"/>
          <p14:tracePt t="45362" x="3976688" y="3459163"/>
          <p14:tracePt t="45363" x="3968750" y="3459163"/>
          <p14:tracePt t="45374" x="3968750" y="3467100"/>
          <p14:tracePt t="45386" x="3943350" y="3475038"/>
          <p14:tracePt t="45397" x="3935413" y="3475038"/>
          <p14:tracePt t="45408" x="3908425" y="3484563"/>
          <p14:tracePt t="45419" x="3867150" y="3492500"/>
          <p14:tracePt t="45431" x="3806825" y="3502025"/>
          <p14:tracePt t="45442" x="3713163" y="3535363"/>
          <p14:tracePt t="45453" x="3611563" y="3552825"/>
          <p14:tracePt t="45464" x="3509963" y="3586163"/>
          <p14:tracePt t="45476" x="3390900" y="3636963"/>
          <p14:tracePt t="45487" x="3289300" y="3705225"/>
          <p14:tracePt t="45498" x="3186113" y="3763963"/>
          <p14:tracePt t="45509" x="3094038" y="3798888"/>
          <p14:tracePt t="45521" x="3033713" y="3816350"/>
          <p14:tracePt t="45532" x="2974975" y="3832225"/>
          <p14:tracePt t="45543" x="2914650" y="3841750"/>
          <p14:tracePt t="45554" x="2838450" y="3849688"/>
          <p14:tracePt t="45566" x="2770188" y="3849688"/>
          <p14:tracePt t="45577" x="2701925" y="3849688"/>
          <p14:tracePt t="45588" x="2643188" y="3849688"/>
          <p14:tracePt t="45599" x="2566988" y="3849688"/>
          <p14:tracePt t="45611" x="2516188" y="3849688"/>
          <p14:tracePt t="45622" x="2455863" y="3849688"/>
          <p14:tracePt t="45633" x="2397125" y="3849688"/>
          <p14:tracePt t="45644" x="2319338" y="3857625"/>
          <p14:tracePt t="45656" x="2278063" y="3857625"/>
          <p14:tracePt t="45667" x="2268538" y="3867150"/>
          <p14:tracePt t="45678" x="2252663" y="3875088"/>
          <p14:tracePt t="45689" x="2243138" y="3875088"/>
          <p14:tracePt t="45701" x="2227263" y="3875088"/>
          <p14:tracePt t="45712" x="2209800" y="3875088"/>
          <p14:tracePt t="45723" x="2174875" y="3875088"/>
          <p14:tracePt t="45734" x="2159000" y="3875088"/>
          <p14:tracePt t="45746" x="2133600" y="3875088"/>
          <p14:tracePt t="45757" x="2124075" y="3875088"/>
          <p14:tracePt t="45769" x="2098675" y="3875088"/>
          <p14:tracePt t="45779" x="2082800" y="3875088"/>
          <p14:tracePt t="45791" x="2055813" y="3875088"/>
          <p14:tracePt t="45802" x="2030413" y="3875088"/>
          <p14:tracePt t="45813" x="2022475" y="3875088"/>
          <p14:tracePt t="45824" x="2014538" y="3875088"/>
          <p14:tracePt t="46072" x="2022475" y="3875088"/>
          <p14:tracePt t="46083" x="2030413" y="3875088"/>
          <p14:tracePt t="46106" x="2047875" y="3875088"/>
          <p14:tracePt t="46117" x="2055813" y="3875088"/>
          <p14:tracePt t="46128" x="2073275" y="3875088"/>
          <p14:tracePt t="46139" x="2098675" y="3875088"/>
          <p14:tracePt t="46151" x="2116138" y="3875088"/>
          <p14:tracePt t="46162" x="2149475" y="3875088"/>
          <p14:tracePt t="46173" x="2159000" y="3875088"/>
          <p14:tracePt t="46185" x="2174875" y="3875088"/>
          <p14:tracePt t="46196" x="2184400" y="3875088"/>
          <p14:tracePt t="46207" x="2200275" y="3875088"/>
          <p14:tracePt t="46218" x="2227263" y="3875088"/>
          <p14:tracePt t="46229" x="2252663" y="3875088"/>
          <p14:tracePt t="46241" x="2260600" y="3875088"/>
          <p14:tracePt t="46252" x="2293938" y="3875088"/>
          <p14:tracePt t="46263" x="2311400" y="3875088"/>
          <p14:tracePt t="46274" x="2319338" y="3875088"/>
          <p14:tracePt t="46286" x="2344738" y="3875088"/>
          <p14:tracePt t="46297" x="2354263" y="3875088"/>
          <p14:tracePt t="46308" x="2362200" y="3875088"/>
          <p14:tracePt t="46319" x="2371725" y="3875088"/>
          <p14:tracePt t="46331" x="2379663" y="3875088"/>
          <p14:tracePt t="46353" x="2387600" y="3875088"/>
          <p14:tracePt t="46364" x="2397125" y="3875088"/>
          <p14:tracePt t="46397" x="2405063" y="3875088"/>
          <p14:tracePt t="46419" x="2413000" y="3875088"/>
          <p14:tracePt t="46421" x="2422525" y="3875088"/>
          <p14:tracePt t="46432" x="2430463" y="3875088"/>
          <p14:tracePt t="46443" x="2438400" y="3875088"/>
          <p14:tracePt t="46454" x="2447925" y="3875088"/>
          <p14:tracePt t="46466" x="2455863" y="3875088"/>
          <p14:tracePt t="46477" x="2489200" y="3875088"/>
          <p14:tracePt t="46488" x="2532063" y="3875088"/>
          <p14:tracePt t="46499" x="2574925" y="3875088"/>
          <p14:tracePt t="46511" x="2600325" y="3875088"/>
          <p14:tracePt t="46522" x="2643188" y="3875088"/>
          <p14:tracePt t="46533" x="2693988" y="3875088"/>
          <p14:tracePt t="46544" x="2744788" y="3875088"/>
          <p14:tracePt t="46556" x="2762250" y="3875088"/>
          <p14:tracePt t="46567" x="2787650" y="3875088"/>
          <p14:tracePt t="46578" x="2820988" y="3875088"/>
          <p14:tracePt t="46589" x="2830513" y="3875088"/>
          <p14:tracePt t="46601" x="2838450" y="3875088"/>
          <p14:tracePt t="46612" x="2855913" y="3875088"/>
          <p14:tracePt t="46623" x="2863850" y="3875088"/>
          <p14:tracePt t="46635" x="2889250" y="3875088"/>
          <p14:tracePt t="46646" x="2906713" y="3875088"/>
          <p14:tracePt t="46657" x="2949575" y="3875088"/>
          <p14:tracePt t="46668" x="2982913" y="3875088"/>
          <p14:tracePt t="46679" x="3008313" y="3875088"/>
          <p14:tracePt t="46691" x="3033713" y="3867150"/>
          <p14:tracePt t="46702" x="3059113" y="3867150"/>
          <p14:tracePt t="46713" x="3094038" y="3857625"/>
          <p14:tracePt t="46724" x="3119438" y="3857625"/>
          <p14:tracePt t="46736" x="3152775" y="3849688"/>
          <p14:tracePt t="46747" x="3160713" y="3849688"/>
          <p14:tracePt t="46758" x="3221038" y="3849688"/>
          <p14:tracePt t="46769" x="3246438" y="3841750"/>
          <p14:tracePt t="46781" x="3297238" y="3841750"/>
          <p14:tracePt t="46792" x="3322638" y="3841750"/>
          <p14:tracePt t="46803" x="3355975" y="3841750"/>
          <p14:tracePt t="46814" x="3373438" y="3841750"/>
          <p14:tracePt t="46848" x="3382963" y="3841750"/>
          <p14:tracePt t="46859" x="3390900" y="3841750"/>
          <p14:tracePt t="46871" x="3408363" y="3841750"/>
          <p14:tracePt t="46882" x="3416300" y="3841750"/>
          <p14:tracePt t="46893" x="3424238" y="3841750"/>
          <p14:tracePt t="46904" x="3459163" y="3841750"/>
          <p14:tracePt t="46915" x="3502025" y="3841750"/>
          <p14:tracePt t="46927" x="3535363" y="3841750"/>
          <p14:tracePt t="46938" x="3603625" y="3841750"/>
          <p14:tracePt t="46949" x="3687763" y="3841750"/>
          <p14:tracePt t="46968" x="3773488" y="3841750"/>
          <p14:tracePt t="46972" x="3857625" y="3841750"/>
          <p14:tracePt t="46983" x="3951288" y="3841750"/>
          <p14:tracePt t="46994" x="4027488" y="3841750"/>
          <p14:tracePt t="47006" x="4105275" y="3857625"/>
          <p14:tracePt t="47018" x="4164013" y="3867150"/>
          <p14:tracePt t="47028" x="4206875" y="3875088"/>
          <p14:tracePt t="47039" x="4224338" y="3875088"/>
          <p14:tracePt t="47129" x="4240213" y="3875088"/>
          <p14:tracePt t="47141" x="4249738" y="3875088"/>
          <p14:tracePt t="47152" x="4257675" y="3875088"/>
          <p14:tracePt t="47163" x="4265613" y="3875088"/>
          <p14:tracePt t="47174" x="4283075" y="3875088"/>
          <p14:tracePt t="47186" x="4316413" y="3875088"/>
          <p14:tracePt t="47197" x="4368800" y="3883025"/>
          <p14:tracePt t="47208" x="4427538" y="3883025"/>
          <p14:tracePt t="47219" x="4495800" y="3917950"/>
          <p14:tracePt t="47231" x="4538663" y="3917950"/>
          <p14:tracePt t="47242" x="4597400" y="3925888"/>
          <p14:tracePt t="47253" x="4648200" y="3925888"/>
          <p14:tracePt t="47264" x="4708525" y="3925888"/>
          <p14:tracePt t="47276" x="4741863" y="3925888"/>
          <p14:tracePt t="47287" x="4784725" y="3925888"/>
          <p14:tracePt t="47298" x="4818063" y="3925888"/>
          <p14:tracePt t="47309" x="4835525" y="3925888"/>
          <p14:tracePt t="47321" x="4868863" y="3925888"/>
          <p14:tracePt t="47332" x="4911725" y="3925888"/>
          <p14:tracePt t="47343" x="4972050" y="3925888"/>
          <p14:tracePt t="47354" x="5013325" y="3925888"/>
          <p14:tracePt t="47365" x="5056188" y="3925888"/>
          <p14:tracePt t="47377" x="5106988" y="3925888"/>
          <p14:tracePt t="47399" x="5149850" y="3917950"/>
          <p14:tracePt t="47411" x="5192713" y="3908425"/>
          <p14:tracePt t="47422" x="5226050" y="3900488"/>
          <p14:tracePt t="47434" x="5276850" y="3875088"/>
          <p14:tracePt t="47444" x="5294313" y="3867150"/>
          <p14:tracePt t="47456" x="5311775" y="3857625"/>
          <p14:tracePt t="47467" x="5327650" y="3841750"/>
          <p14:tracePt t="47478" x="5353050" y="3824288"/>
          <p14:tracePt t="47489" x="5362575" y="3816350"/>
          <p14:tracePt t="47501" x="5380038" y="3798888"/>
          <p14:tracePt t="47512" x="5421313" y="3763963"/>
          <p14:tracePt t="47534" x="5430838" y="3748088"/>
          <p14:tracePt t="47546" x="5438775" y="3722688"/>
          <p14:tracePt t="47557" x="5438775" y="3705225"/>
          <p14:tracePt t="47568" x="5438775" y="3687763"/>
          <p14:tracePt t="47579" x="5438775" y="3654425"/>
          <p14:tracePt t="47591" x="5438775" y="3646488"/>
          <p14:tracePt t="47602" x="5413375" y="3619500"/>
          <p14:tracePt t="47613" x="5380038" y="3611563"/>
          <p14:tracePt t="47624" x="5362575" y="3603625"/>
          <p14:tracePt t="47636" x="5319713" y="3594100"/>
          <p14:tracePt t="47647" x="5260975" y="3578225"/>
          <p14:tracePt t="47658" x="5200650" y="3560763"/>
          <p14:tracePt t="47669" x="5175250" y="3560763"/>
          <p14:tracePt t="47681" x="5116513" y="3552825"/>
          <p14:tracePt t="47692" x="5013325" y="3552825"/>
          <p14:tracePt t="47703" x="4911725" y="3552825"/>
          <p14:tracePt t="47714" x="4802188" y="3552825"/>
          <p14:tracePt t="47726" x="4691063" y="3552825"/>
          <p14:tracePt t="47737" x="4605338" y="3552825"/>
          <p14:tracePt t="47748" x="4589463" y="3552825"/>
          <p14:tracePt t="47759" x="4572000" y="3560763"/>
          <p14:tracePt t="47771" x="4564063" y="3568700"/>
          <p14:tracePt t="47782" x="4546600" y="3586163"/>
          <p14:tracePt t="47793" x="4529138" y="3586163"/>
          <p14:tracePt t="47804" x="4503738" y="3629025"/>
          <p14:tracePt t="47816" x="4478338" y="3636963"/>
          <p14:tracePt t="47827" x="4460875" y="3671888"/>
          <p14:tracePt t="47838" x="4445000" y="3687763"/>
          <p14:tracePt t="47850" x="4445000" y="3705225"/>
          <p14:tracePt t="47861" x="4419600" y="3730625"/>
          <p14:tracePt t="47872" x="4419600" y="3738563"/>
          <p14:tracePt t="47884" x="4410075" y="3756025"/>
          <p14:tracePt t="47894" x="4410075" y="3763963"/>
          <p14:tracePt t="47917" x="4410075" y="3773488"/>
          <p14:tracePt t="47928" x="4410075" y="3790950"/>
          <p14:tracePt t="47951" x="4410075" y="3798888"/>
          <p14:tracePt t="47962" x="4410075" y="3806825"/>
          <p14:tracePt t="47973" x="4410075" y="3816350"/>
          <p14:tracePt t="47996" x="4427538" y="3832225"/>
          <p14:tracePt t="48007" x="4435475" y="3841750"/>
          <p14:tracePt t="48018" x="4452938" y="3849688"/>
          <p14:tracePt t="48029" x="4478338" y="3857625"/>
          <p14:tracePt t="48041" x="4495800" y="3867150"/>
          <p14:tracePt t="48052" x="4495800" y="3875088"/>
          <p14:tracePt t="48063" x="4495800" y="3883025"/>
          <p14:tracePt t="48074" x="4503738" y="3883025"/>
          <p14:tracePt t="48399" x="4495800" y="3883025"/>
          <p14:tracePt t="48401" x="4478338" y="3883025"/>
          <p14:tracePt t="48423" x="4470400" y="3883025"/>
          <p14:tracePt t="48434" x="4460875" y="3883025"/>
          <p14:tracePt t="48446" x="4460875" y="3875088"/>
          <p14:tracePt t="48468" x="4452938" y="3867150"/>
          <p14:tracePt t="48479" x="4435475" y="3841750"/>
          <p14:tracePt t="48491" x="4394200" y="3841750"/>
          <p14:tracePt t="48513" x="4384675" y="3841750"/>
          <p14:tracePt t="48624" x="4376738" y="3841750"/>
          <p14:tracePt t="48626" x="4359275" y="3841750"/>
          <p14:tracePt t="48669" x="4351338" y="3841750"/>
          <p14:tracePt t="48671" x="4341813" y="3841750"/>
          <p14:tracePt t="48693" x="4333875" y="3841750"/>
          <p14:tracePt t="48704" x="4325938" y="3841750"/>
          <p14:tracePt t="48716" x="4316413" y="3841750"/>
          <p14:tracePt t="48738" x="4308475" y="3841750"/>
          <p14:tracePt t="48759" x="4300538" y="3841750"/>
          <p14:tracePt t="48804" x="4291013" y="3849688"/>
          <p14:tracePt t="48827" x="4283075" y="3849688"/>
          <p14:tracePt t="48849" x="4283075" y="3857625"/>
          <p14:tracePt t="48883" x="4283075" y="3867150"/>
          <p14:tracePt t="48939" x="4283075" y="3875088"/>
          <p14:tracePt t="48951" x="4275138" y="3875088"/>
          <p14:tracePt t="48952" x="4275138" y="3883025"/>
          <p14:tracePt t="49007" x="4275138" y="3900488"/>
          <p14:tracePt t="49198" x="4275138" y="3908425"/>
          <p14:tracePt t="49200" x="4257675" y="3908425"/>
          <p14:tracePt t="49222" x="4249738" y="3908425"/>
          <p14:tracePt t="49233" x="4240213" y="3908425"/>
          <p14:tracePt t="49244" x="4232275" y="3908425"/>
          <p14:tracePt t="49267" x="4224338" y="3908425"/>
          <p14:tracePt t="49344" x="4214813" y="3917950"/>
          <p14:tracePt t="49378" x="4214813" y="3925888"/>
          <p14:tracePt t="49380" x="4214813" y="3935413"/>
          <p14:tracePt t="49402" x="4224338" y="3943350"/>
          <p14:tracePt t="49424" x="4232275" y="3943350"/>
          <p14:tracePt t="49436" x="4265613" y="3943350"/>
          <p14:tracePt t="49447" x="4325938" y="3943350"/>
          <p14:tracePt t="49458" x="4384675" y="3943350"/>
          <p14:tracePt t="49469" x="4419600" y="3943350"/>
          <p14:tracePt t="49481" x="4470400" y="3943350"/>
          <p14:tracePt t="49503" x="4554538" y="3943350"/>
          <p14:tracePt t="49514" x="4657725" y="3943350"/>
          <p14:tracePt t="49526" x="4767263" y="3943350"/>
          <p14:tracePt t="49537" x="5064125" y="3943350"/>
          <p14:tracePt t="49549" x="5353050" y="3943350"/>
          <p14:tracePt t="49559" x="5676900" y="3943350"/>
          <p14:tracePt t="49571" x="6024563" y="3943350"/>
          <p14:tracePt t="49583" x="6365875" y="3943350"/>
          <p14:tracePt t="49593" x="6713538" y="3943350"/>
          <p14:tracePt t="49604" x="7002463" y="3943350"/>
          <p14:tracePt t="49616" x="7265988" y="3943350"/>
          <p14:tracePt t="49627" x="7469188" y="3943350"/>
          <p14:tracePt t="49638" x="7631113" y="3925888"/>
          <p14:tracePt t="49649" x="7732713" y="3908425"/>
          <p14:tracePt t="49661" x="7742238" y="3908425"/>
          <p14:tracePt t="49693" x="7750175" y="3908425"/>
          <p14:tracePt t="49716" x="7767638" y="3908425"/>
          <p14:tracePt t="49728" x="7783513" y="3908425"/>
          <p14:tracePt t="49739" x="7793038" y="3908425"/>
          <p14:tracePt t="49751" x="7810500" y="3908425"/>
          <p14:tracePt t="49762" x="7843838" y="3908425"/>
          <p14:tracePt t="49773" x="7894638" y="3908425"/>
          <p14:tracePt t="49784" x="7954963" y="3908425"/>
          <p14:tracePt t="49796" x="8039100" y="3908425"/>
          <p14:tracePt t="49818" x="8107363" y="3908425"/>
          <p14:tracePt t="49829" x="8183563" y="3900488"/>
          <p14:tracePt t="49841" x="8243888" y="3883025"/>
          <p14:tracePt t="49852" x="8294688" y="3849688"/>
          <p14:tracePt t="49863" x="8302625" y="3849688"/>
          <p14:tracePt t="49874" x="8320088" y="3832225"/>
          <p14:tracePt t="49886" x="8335963" y="3832225"/>
          <p14:tracePt t="49929" x="8345488" y="3832225"/>
          <p14:tracePt t="50008" x="8353425" y="3841750"/>
          <p14:tracePt t="50019" x="8362950" y="3841750"/>
          <p14:tracePt t="50088" x="8370888" y="3841750"/>
          <p14:tracePt t="50099" x="8378825" y="3841750"/>
          <p14:tracePt t="50111" x="8388350" y="3841750"/>
          <p14:tracePt t="50133" x="8396288" y="3841750"/>
          <p14:tracePt t="50154" x="8404225" y="3849688"/>
          <p14:tracePt t="50167" x="8413750" y="3849688"/>
          <p14:tracePt t="50178" x="8421688" y="3857625"/>
          <p14:tracePt t="50189" x="8421688" y="3867150"/>
          <p14:tracePt t="50201" x="8429625" y="3875088"/>
          <p14:tracePt t="50212" x="8439150" y="3875088"/>
          <p14:tracePt t="50223" x="8447088" y="3883025"/>
          <p14:tracePt t="50234" x="8455025" y="3892550"/>
          <p14:tracePt t="50257" x="8464550" y="3892550"/>
          <p14:tracePt t="50268" x="8472488" y="3892550"/>
          <p14:tracePt t="50291" x="8480425" y="3892550"/>
          <p14:tracePt t="50302" x="8497888" y="3892550"/>
          <p14:tracePt t="50313" x="8523288" y="3892550"/>
          <p14:tracePt t="50324" x="8558213" y="3892550"/>
          <p14:tracePt t="50336" x="8583613" y="3892550"/>
          <p14:tracePt t="50347" x="8616950" y="3892550"/>
          <p14:tracePt t="50358" x="8624888" y="3892550"/>
          <p14:tracePt t="50369" x="8642350" y="3892550"/>
          <p14:tracePt t="50381" x="8667750" y="3892550"/>
          <p14:tracePt t="50414" x="8685213" y="3892550"/>
          <p14:tracePt t="50426" x="8693150" y="3892550"/>
          <p14:tracePt t="50448" x="8702675" y="3892550"/>
          <p14:tracePt t="50459" x="8710613" y="3892550"/>
          <p14:tracePt t="50471" x="8718550" y="3892550"/>
          <p14:tracePt t="50482" x="8736013" y="3892550"/>
          <p14:tracePt t="50830" x="8718550" y="3900488"/>
          <p14:tracePt t="50831" x="8667750" y="3908425"/>
          <p14:tracePt t="50853" x="8616950" y="3908425"/>
          <p14:tracePt t="50864" x="8532813" y="3917950"/>
          <p14:tracePt t="50876" x="8489950" y="3925888"/>
          <p14:tracePt t="50887" x="8158163" y="3960813"/>
          <p14:tracePt t="50898" x="7800975" y="3994150"/>
          <p14:tracePt t="50909" x="7504113" y="4027488"/>
          <p14:tracePt t="50921" x="7248525" y="4070350"/>
          <p14:tracePt t="50932" x="7027863" y="4121150"/>
          <p14:tracePt t="50943" x="6807200" y="4146550"/>
          <p14:tracePt t="50954" x="6535738" y="4181475"/>
          <p14:tracePt t="50966" x="6272213" y="4197350"/>
          <p14:tracePt t="50977" x="5915025" y="4214813"/>
          <p14:tracePt t="50988" x="5507038" y="4249738"/>
          <p14:tracePt t="50999" x="5124450" y="4265613"/>
          <p14:tracePt t="51011" x="4767263" y="4300538"/>
          <p14:tracePt t="51022" x="4470400" y="4316413"/>
          <p14:tracePt t="51033" x="4197350" y="4351338"/>
          <p14:tracePt t="51044" x="3986213" y="4368800"/>
          <p14:tracePt t="51056" x="3806825" y="4368800"/>
          <p14:tracePt t="51067" x="3636963" y="4368800"/>
          <p14:tracePt t="51078" x="3449638" y="4376738"/>
          <p14:tracePt t="51089" x="3314700" y="4394200"/>
          <p14:tracePt t="51101" x="3170238" y="4402138"/>
          <p14:tracePt t="51112" x="3025775" y="4419600"/>
          <p14:tracePt t="51123" x="2889250" y="4419600"/>
          <p14:tracePt t="51134" x="2762250" y="4427538"/>
          <p14:tracePt t="51146" x="2633663" y="4435475"/>
          <p14:tracePt t="51157" x="2489200" y="4460875"/>
          <p14:tracePt t="51168" x="2362200" y="4486275"/>
          <p14:tracePt t="51179" x="2235200" y="4513263"/>
          <p14:tracePt t="51191" x="2133600" y="4521200"/>
          <p14:tracePt t="51202" x="2047875" y="4529138"/>
          <p14:tracePt t="51214" x="1971675" y="4529138"/>
          <p14:tracePt t="51224" x="1928813" y="4529138"/>
          <p14:tracePt t="51236" x="1860550" y="4529138"/>
          <p14:tracePt t="51247" x="1784350" y="4529138"/>
          <p14:tracePt t="51258" x="1716088" y="4529138"/>
          <p14:tracePt t="51281" x="1631950" y="4529138"/>
          <p14:tracePt t="51292" x="1546225" y="4529138"/>
          <p14:tracePt t="51303" x="1470025" y="4529138"/>
          <p14:tracePt t="51314" x="1376363" y="4529138"/>
          <p14:tracePt t="51326" x="1300163" y="4529138"/>
          <p14:tracePt t="51337" x="1249363" y="4529138"/>
          <p14:tracePt t="51348" x="1231900" y="4529138"/>
          <p14:tracePt t="51359" x="1198563" y="4521200"/>
          <p14:tracePt t="51371" x="1163638" y="4503738"/>
          <p14:tracePt t="51382" x="1155700" y="4503738"/>
          <p14:tracePt t="51393" x="1147763" y="4503738"/>
          <p14:tracePt t="51404" x="1122363" y="4495800"/>
          <p14:tracePt t="51416" x="1112838" y="4495800"/>
          <p14:tracePt t="51427" x="1104900" y="4486275"/>
          <p14:tracePt t="51438" x="1079500" y="4486275"/>
          <p14:tracePt t="51449" x="1069975" y="4486275"/>
          <p14:tracePt t="51461" x="1044575" y="4486275"/>
          <p14:tracePt t="51472" x="1028700" y="4486275"/>
          <p14:tracePt t="51483" x="1019175" y="4486275"/>
          <p14:tracePt t="51494" x="1011238" y="4478338"/>
          <p14:tracePt t="51506" x="1003300" y="4478338"/>
          <p14:tracePt t="51517" x="1003300" y="4470400"/>
          <p14:tracePt t="51528" x="993775" y="4470400"/>
          <p14:tracePt t="51539" x="985838" y="4470400"/>
          <p14:tracePt t="51551" x="977900" y="4470400"/>
          <p14:tracePt t="51562" x="968375" y="4452938"/>
          <p14:tracePt t="51629" x="977900" y="4452938"/>
          <p14:tracePt t="51641" x="985838" y="4452938"/>
          <p14:tracePt t="51652" x="993775" y="4452938"/>
          <p14:tracePt t="51663" x="1019175" y="4452938"/>
          <p14:tracePt t="51674" x="1062038" y="4452938"/>
          <p14:tracePt t="51686" x="1112838" y="4452938"/>
          <p14:tracePt t="51708" x="1155700" y="4452938"/>
          <p14:tracePt t="51719" x="1181100" y="4445000"/>
          <p14:tracePt t="51730" x="1198563" y="4445000"/>
          <p14:tracePt t="51864" x="1206500" y="4445000"/>
          <p14:tracePt t="51876" x="1206500" y="4435475"/>
          <p14:tracePt t="51877" x="1206500" y="4427538"/>
          <p14:tracePt t="51898" x="1206500" y="4419600"/>
          <p14:tracePt t="51911" x="1206500" y="4410075"/>
          <p14:tracePt t="51922" x="1206500" y="4394200"/>
          <p14:tracePt t="51933" x="1198563" y="4394200"/>
          <p14:tracePt t="51944" x="1189038" y="4384675"/>
          <p14:tracePt t="51956" x="1181100" y="4368800"/>
          <p14:tracePt t="51980" x="1138238" y="4300538"/>
          <p14:tracePt t="51989" x="1104900" y="4283075"/>
          <p14:tracePt t="52001" x="1079500" y="4265613"/>
          <p14:tracePt t="52012" x="1054100" y="4257675"/>
          <p14:tracePt t="52023" x="1036638" y="4257675"/>
          <p14:tracePt t="52034" x="1036638" y="4249738"/>
          <p14:tracePt t="52123" x="1036638" y="4240213"/>
          <p14:tracePt t="52146" x="1036638" y="4232275"/>
          <p14:tracePt t="52158" x="1036638" y="4224338"/>
          <p14:tracePt t="52169" x="1036638" y="4214813"/>
          <p14:tracePt t="52181" x="1036638" y="4206875"/>
          <p14:tracePt t="52192" x="1036638" y="4197350"/>
          <p14:tracePt t="52203" x="1036638" y="4189413"/>
          <p14:tracePt t="52226" x="1036638" y="4171950"/>
          <p14:tracePt t="52237" x="1036638" y="4164013"/>
          <p14:tracePt t="52248" x="1036638" y="4156075"/>
          <p14:tracePt t="52259" x="1036638" y="4146550"/>
          <p14:tracePt t="52271" x="1044575" y="4146550"/>
          <p14:tracePt t="52282" x="1054100" y="4146550"/>
          <p14:tracePt t="52293" x="1062038" y="4146550"/>
          <p14:tracePt t="52304" x="1096963" y="4146550"/>
          <p14:tracePt t="52316" x="1122363" y="4146550"/>
          <p14:tracePt t="52327" x="1138238" y="4146550"/>
          <p14:tracePt t="52338" x="1173163" y="4146550"/>
          <p14:tracePt t="52349" x="1198563" y="4146550"/>
          <p14:tracePt t="52361" x="1223963" y="4146550"/>
          <p14:tracePt t="52372" x="1266825" y="4146550"/>
          <p14:tracePt t="52383" x="1317625" y="4146550"/>
          <p14:tracePt t="52394" x="1343025" y="4146550"/>
          <p14:tracePt t="52406" x="1350963" y="4146550"/>
          <p14:tracePt t="52461" x="1360488" y="4146550"/>
          <p14:tracePt t="52473" x="1376363" y="4146550"/>
          <p14:tracePt t="52494" x="1385888" y="4146550"/>
          <p14:tracePt t="52496" x="1401763" y="4146550"/>
          <p14:tracePt t="52507" x="1411288" y="4146550"/>
          <p14:tracePt t="52518" x="1419225" y="4146550"/>
          <p14:tracePt t="52530" x="1436688" y="4146550"/>
          <p14:tracePt t="52541" x="1444625" y="4156075"/>
          <p14:tracePt t="52641" x="1452563" y="4156075"/>
          <p14:tracePt t="52652" x="1462088" y="4156075"/>
          <p14:tracePt t="52663" x="1462088" y="4164013"/>
          <p14:tracePt t="52665" x="1470025" y="4164013"/>
          <p14:tracePt t="52676" x="1487488" y="4171950"/>
          <p14:tracePt t="52687" x="1495425" y="4181475"/>
          <p14:tracePt t="52698" x="1504950" y="4181475"/>
          <p14:tracePt t="52709" x="1530350" y="4181475"/>
          <p14:tracePt t="52721" x="1589088" y="4189413"/>
          <p14:tracePt t="52732" x="1649413" y="4197350"/>
          <p14:tracePt t="52743" x="1690688" y="4197350"/>
          <p14:tracePt t="52754" x="1716088" y="4197350"/>
          <p14:tracePt t="52766" x="1758950" y="4197350"/>
          <p14:tracePt t="52777" x="1784350" y="4197350"/>
          <p14:tracePt t="52788" x="1827213" y="4197350"/>
          <p14:tracePt t="52799" x="1844675" y="4197350"/>
          <p14:tracePt t="52810" x="1860550" y="4197350"/>
          <p14:tracePt t="52833" x="1870075" y="4197350"/>
          <p14:tracePt t="52844" x="1878013" y="4197350"/>
          <p14:tracePt t="52856" x="1878013" y="4189413"/>
          <p14:tracePt t="52867" x="1878013" y="4181475"/>
          <p14:tracePt t="52878" x="1895475" y="4138613"/>
          <p14:tracePt t="52889" x="1895475" y="4105275"/>
          <p14:tracePt t="52901" x="1895475" y="4044950"/>
          <p14:tracePt t="52913" x="1895475" y="4019550"/>
          <p14:tracePt t="52923" x="1895475" y="3986213"/>
          <p14:tracePt t="52934" x="1895475" y="3968750"/>
          <p14:tracePt t="52946" x="1885950" y="3935413"/>
          <p14:tracePt t="52963" x="1870075" y="3908425"/>
          <p14:tracePt t="52968" x="1852613" y="3892550"/>
          <p14:tracePt t="52979" x="1827213" y="3875088"/>
          <p14:tracePt t="52991" x="1784350" y="3875088"/>
          <p14:tracePt t="53002" x="1725613" y="3875088"/>
          <p14:tracePt t="53013" x="1674813" y="3875088"/>
          <p14:tracePt t="53024" x="1622425" y="3875088"/>
          <p14:tracePt t="53036" x="1571625" y="3875088"/>
          <p14:tracePt t="53047" x="1512888" y="3875088"/>
          <p14:tracePt t="53058" x="1444625" y="3875088"/>
          <p14:tracePt t="53069" x="1393825" y="3875088"/>
          <p14:tracePt t="53081" x="1385888" y="3875088"/>
          <p14:tracePt t="53092" x="1368425" y="3892550"/>
          <p14:tracePt t="53103" x="1368425" y="3900488"/>
          <p14:tracePt t="53114" x="1368425" y="3908425"/>
          <p14:tracePt t="53126" x="1368425" y="3925888"/>
          <p14:tracePt t="53137" x="1385888" y="3943350"/>
          <p14:tracePt t="53148" x="1419225" y="3976688"/>
          <p14:tracePt t="53159" x="1419225" y="3986213"/>
          <p14:tracePt t="53171" x="1452563" y="3994150"/>
          <p14:tracePt t="53182" x="1477963" y="4011613"/>
          <p14:tracePt t="53193" x="1495425" y="4019550"/>
          <p14:tracePt t="53204" x="1512888" y="4044950"/>
          <p14:tracePt t="53216" x="1520825" y="4052888"/>
          <p14:tracePt t="53227" x="1530350" y="4052888"/>
          <p14:tracePt t="53238" x="1546225" y="4062413"/>
          <p14:tracePt t="53249" x="1555750" y="4070350"/>
          <p14:tracePt t="53261" x="1563688" y="4070350"/>
          <p14:tracePt t="53462" x="1571625" y="4070350"/>
          <p14:tracePt t="53463" x="1581150" y="4070350"/>
          <p14:tracePt t="53474" x="1589088" y="4070350"/>
          <p14:tracePt t="53486" x="1622425" y="4070350"/>
          <p14:tracePt t="53497" x="1631950" y="4070350"/>
          <p14:tracePt t="53508" x="1649413" y="4070350"/>
          <p14:tracePt t="53519" x="1733550" y="4070350"/>
          <p14:tracePt t="53531" x="1938338" y="4052888"/>
          <p14:tracePt t="53542" x="2344738" y="4037013"/>
          <p14:tracePt t="53553" x="3067050" y="3994150"/>
          <p14:tracePt t="53564" x="3883025" y="3943350"/>
          <p14:tracePt t="53576" x="4749800" y="3875088"/>
          <p14:tracePt t="53587" x="5532438" y="3790950"/>
          <p14:tracePt t="53598" x="6262688" y="3697288"/>
          <p14:tracePt t="53609" x="6858000" y="3611563"/>
          <p14:tracePt t="53621" x="7324725" y="3552825"/>
          <p14:tracePt t="53632" x="7691438" y="3502025"/>
          <p14:tracePt t="53643" x="7962900" y="3467100"/>
          <p14:tracePt t="53654" x="8183563" y="3441700"/>
          <p14:tracePt t="53666" x="8335963" y="3424238"/>
          <p14:tracePt t="53677" x="8489950" y="3416300"/>
          <p14:tracePt t="53688" x="8667750" y="3408363"/>
          <p14:tracePt t="53699" x="8829675" y="3382963"/>
          <p14:tracePt t="53711" x="8956675" y="3355975"/>
          <p14:tracePt t="53722" x="9093200" y="3330575"/>
          <p14:tracePt t="54048" x="9017000" y="3578225"/>
          <p14:tracePt t="54059" x="8913813" y="3603625"/>
          <p14:tracePt t="54071" x="8829675" y="3611563"/>
          <p14:tracePt t="54082" x="8769350" y="3619500"/>
          <p14:tracePt t="54183" x="8769350" y="3611563"/>
          <p14:tracePt t="54194" x="8761413" y="3603625"/>
          <p14:tracePt t="54206" x="8753475" y="3603625"/>
          <p14:tracePt t="54217" x="8743950" y="3594100"/>
          <p14:tracePt t="54228" x="8728075" y="3578225"/>
          <p14:tracePt t="54239" x="8685213" y="3568700"/>
          <p14:tracePt t="54251" x="8659813" y="3560763"/>
          <p14:tracePt t="54262" x="8651875" y="3560763"/>
          <p14:tracePt t="54317" x="8642350" y="3560763"/>
          <p14:tracePt t="54339" x="8642350" y="3568700"/>
          <p14:tracePt t="54352" x="8642350" y="3578225"/>
          <p14:tracePt t="54363" x="8642350" y="3594100"/>
          <p14:tracePt t="54386" x="8634413" y="3629025"/>
          <p14:tracePt t="54397" x="8624888" y="3654425"/>
          <p14:tracePt t="54408" x="8591550" y="3687763"/>
          <p14:tracePt t="54419" x="8574088" y="3730625"/>
          <p14:tracePt t="54431" x="8574088" y="3763963"/>
          <p14:tracePt t="54442" x="8574088" y="3781425"/>
          <p14:tracePt t="54453" x="8574088" y="3806825"/>
          <p14:tracePt t="54464" x="8574088" y="3832225"/>
          <p14:tracePt t="54475" x="8574088" y="3841750"/>
          <p14:tracePt t="54542" x="8583613" y="3841750"/>
          <p14:tracePt t="54544" x="8591550" y="3849688"/>
          <p14:tracePt t="54565" x="8599488" y="3849688"/>
          <p14:tracePt t="54577" x="8609013" y="3857625"/>
          <p14:tracePt t="54588" x="8616950" y="3857625"/>
          <p14:tracePt t="54599" x="8651875" y="3875088"/>
          <p14:tracePt t="54611" x="8685213" y="3883025"/>
          <p14:tracePt t="54622" x="8718550" y="3883025"/>
          <p14:tracePt t="54633" x="8761413" y="3883025"/>
          <p14:tracePt t="54645" x="8786813" y="3883025"/>
          <p14:tracePt t="54656" x="8796338" y="3883025"/>
          <p14:tracePt t="54667" x="8804275" y="3883025"/>
          <p14:tracePt t="54678" x="8812213" y="3883025"/>
          <p14:tracePt t="54689" x="8812213" y="3875088"/>
          <p14:tracePt t="54701" x="8812213" y="3867150"/>
          <p14:tracePt t="54712" x="8837613" y="3849688"/>
          <p14:tracePt t="54723" x="8847138" y="3841750"/>
          <p14:tracePt t="54734" x="8847138" y="3824288"/>
          <p14:tracePt t="54746" x="8855075" y="3798888"/>
          <p14:tracePt t="54768" x="8855075" y="3781425"/>
          <p14:tracePt t="54779" x="8855075" y="3763963"/>
          <p14:tracePt t="54791" x="8855075" y="3756025"/>
          <p14:tracePt t="54802" x="8855075" y="3738563"/>
          <p14:tracePt t="54813" x="8837613" y="3730625"/>
          <p14:tracePt t="54824" x="8778875" y="3722688"/>
          <p14:tracePt t="54836" x="8753475" y="3722688"/>
          <p14:tracePt t="54847" x="8728075" y="3722688"/>
          <p14:tracePt t="54858" x="8693150" y="3722688"/>
          <p14:tracePt t="54869" x="8659813" y="3722688"/>
          <p14:tracePt t="54881" x="8634413" y="3722688"/>
          <p14:tracePt t="54892" x="8599488" y="3722688"/>
          <p14:tracePt t="54903" x="8583613" y="3730625"/>
          <p14:tracePt t="54914" x="8558213" y="3738563"/>
          <p14:tracePt t="54926" x="8540750" y="3756025"/>
          <p14:tracePt t="54937" x="8523288" y="3773488"/>
          <p14:tracePt t="54948" x="8507413" y="3773488"/>
          <p14:tracePt t="54959" x="8497888" y="3781425"/>
          <p14:tracePt t="54971" x="8497888" y="3790950"/>
          <p14:tracePt t="54982" x="8497888" y="3798888"/>
          <p14:tracePt t="54994" x="8497888" y="3806825"/>
          <p14:tracePt t="55004" x="8497888" y="3816350"/>
          <p14:tracePt t="55386" x="8497888" y="3824288"/>
          <p14:tracePt t="55387" x="8455025" y="3832225"/>
          <p14:tracePt t="55398" x="8447088" y="3832225"/>
          <p14:tracePt t="55410" x="8421688" y="3832225"/>
          <p14:tracePt t="55421" x="8413750" y="3832225"/>
          <p14:tracePt t="55432" x="8388350" y="3841750"/>
          <p14:tracePt t="55444" x="8345488" y="3841750"/>
          <p14:tracePt t="55454" x="8320088" y="3841750"/>
          <p14:tracePt t="55466" x="8294688" y="3841750"/>
          <p14:tracePt t="55477" x="8277225" y="3841750"/>
          <p14:tracePt t="55488" x="8259763" y="3849688"/>
          <p14:tracePt t="55577" x="8259763" y="3857625"/>
          <p14:tracePt t="55601" x="8269288" y="3857625"/>
          <p14:tracePt t="55612" x="8285163" y="3857625"/>
          <p14:tracePt t="55623" x="8294688" y="3857625"/>
          <p14:tracePt t="55635" x="8335963" y="3857625"/>
          <p14:tracePt t="55647" x="8353425" y="3857625"/>
          <p14:tracePt t="55657" x="8378825" y="3857625"/>
          <p14:tracePt t="55668" x="8396288" y="3857625"/>
          <p14:tracePt t="55691" x="8413750" y="3857625"/>
          <p14:tracePt t="55702" x="8421688" y="3849688"/>
          <p14:tracePt t="55713" x="8421688" y="3832225"/>
          <p14:tracePt t="55724" x="8421688" y="3824288"/>
          <p14:tracePt t="55736" x="8429625" y="3806825"/>
          <p14:tracePt t="55747" x="8429625" y="3798888"/>
          <p14:tracePt t="55758" x="8429625" y="3781425"/>
          <p14:tracePt t="55769" x="8447088" y="3763963"/>
          <p14:tracePt t="55781" x="8447088" y="3748088"/>
          <p14:tracePt t="55792" x="8447088" y="3730625"/>
          <p14:tracePt t="55803" x="8447088" y="3705225"/>
          <p14:tracePt t="55814" x="8447088" y="3671888"/>
          <p14:tracePt t="55827" x="8439150" y="3654425"/>
          <p14:tracePt t="55837" x="8439150" y="3646488"/>
          <p14:tracePt t="55881" x="8429625" y="3636963"/>
          <p14:tracePt t="55892" x="8429625" y="3629025"/>
          <p14:tracePt t="55903" x="8421688" y="3629025"/>
          <p14:tracePt t="55904" x="8413750" y="3629025"/>
          <p14:tracePt t="55927" x="8404225" y="3629025"/>
          <p14:tracePt t="55938" x="8396288" y="3629025"/>
          <p14:tracePt t="55949" x="8388350" y="3629025"/>
          <p14:tracePt t="55961" x="8362950" y="3619500"/>
          <p14:tracePt t="55972" x="8335963" y="3619500"/>
          <p14:tracePt t="55983" x="8320088" y="3619500"/>
          <p14:tracePt t="55994" x="8277225" y="3619500"/>
          <p14:tracePt t="56006" x="8243888" y="3619500"/>
          <p14:tracePt t="56017" x="8218488" y="3619500"/>
          <p14:tracePt t="56028" x="8201025" y="3619500"/>
          <p14:tracePt t="56039" x="8166100" y="3619500"/>
          <p14:tracePt t="56051" x="8150225" y="3619500"/>
          <p14:tracePt t="56073" x="8132763" y="3619500"/>
          <p14:tracePt t="56084" x="8124825" y="3619500"/>
          <p14:tracePt t="56096" x="8115300" y="3619500"/>
          <p14:tracePt t="56107" x="8107363" y="3619500"/>
          <p14:tracePt t="56118" x="8099425" y="3619500"/>
          <p14:tracePt t="56129" x="8099425" y="3629025"/>
          <p14:tracePt t="56141" x="8089900" y="3636963"/>
          <p14:tracePt t="56163" x="8081963" y="3654425"/>
          <p14:tracePt t="56174" x="8081963" y="3671888"/>
          <p14:tracePt t="56186" x="8064500" y="3705225"/>
          <p14:tracePt t="56208" x="8064500" y="3713163"/>
          <p14:tracePt t="56219" x="8064500" y="3722688"/>
          <p14:tracePt t="56242" x="8064500" y="3738563"/>
          <p14:tracePt t="56253" x="8064500" y="3748088"/>
          <p14:tracePt t="56276" x="8064500" y="3763963"/>
          <p14:tracePt t="56287" x="8064500" y="3790950"/>
          <p14:tracePt t="56298" x="8064500" y="3798888"/>
          <p14:tracePt t="56310" x="8064500" y="3824288"/>
          <p14:tracePt t="56321" x="8064500" y="3849688"/>
          <p14:tracePt t="56343" x="8064500" y="3875088"/>
          <p14:tracePt t="56354" x="8064500" y="3892550"/>
          <p14:tracePt t="56366" x="8074025" y="3925888"/>
          <p14:tracePt t="56377" x="8074025" y="3943350"/>
          <p14:tracePt t="56388" x="8089900" y="3960813"/>
          <p14:tracePt t="56399" x="8099425" y="3960813"/>
          <p14:tracePt t="56411" x="8115300" y="3976688"/>
          <p14:tracePt t="56422" x="8124825" y="3976688"/>
          <p14:tracePt t="56433" x="8140700" y="3976688"/>
          <p14:tracePt t="56444" x="8158163" y="3976688"/>
          <p14:tracePt t="56456" x="8175625" y="3976688"/>
          <p14:tracePt t="56467" x="8183563" y="3976688"/>
          <p14:tracePt t="56489" x="8191500" y="3976688"/>
          <p14:tracePt t="56501" x="8201025" y="3976688"/>
          <p14:tracePt t="56533" x="8208963" y="3976688"/>
          <p14:tracePt t="56535" x="8226425" y="3976688"/>
          <p14:tracePt t="56546" x="8226425" y="3968750"/>
          <p14:tracePt t="57782" x="8234363" y="3968750"/>
          <p14:tracePt t="57794" x="8226425" y="3968750"/>
          <p14:tracePt t="57806" x="8218488" y="3968750"/>
          <p14:tracePt t="57817" x="8208963" y="3976688"/>
          <p14:tracePt t="57828" x="8208963" y="3986213"/>
          <p14:tracePt t="57839" x="8191500" y="3994150"/>
          <p14:tracePt t="57851" x="8158163" y="4011613"/>
          <p14:tracePt t="57862" x="8107363" y="4044950"/>
          <p14:tracePt t="57873" x="8074025" y="4052888"/>
          <p14:tracePt t="57884" x="8031163" y="4062413"/>
          <p14:tracePt t="57896" x="7927975" y="4087813"/>
          <p14:tracePt t="57907" x="7810500" y="4121150"/>
          <p14:tracePt t="57918" x="7681913" y="4156075"/>
          <p14:tracePt t="57929" x="7521575" y="4189413"/>
          <p14:tracePt t="57941" x="7316788" y="4249738"/>
          <p14:tracePt t="57960" x="7113588" y="4308475"/>
          <p14:tracePt t="57963" x="6900863" y="4384675"/>
          <p14:tracePt t="57975" x="6680200" y="4495800"/>
          <p14:tracePt t="57986" x="6467475" y="4589463"/>
          <p14:tracePt t="57997" x="6262688" y="4640263"/>
          <p14:tracePt t="58008" x="6034088" y="4708525"/>
          <p14:tracePt t="58019" x="5813425" y="4733925"/>
          <p14:tracePt t="58031" x="5540375" y="4767263"/>
          <p14:tracePt t="58042" x="5276850" y="4784725"/>
          <p14:tracePt t="58053" x="5013325" y="4784725"/>
          <p14:tracePt t="58064" x="4749800" y="4784725"/>
          <p14:tracePt t="58076" x="4546600" y="4784725"/>
          <p14:tracePt t="58087" x="4410075" y="4784725"/>
          <p14:tracePt t="58098" x="4300538" y="4784725"/>
          <p14:tracePt t="58109" x="4181475" y="4784725"/>
          <p14:tracePt t="58120" x="4087813" y="4792663"/>
          <p14:tracePt t="58132" x="3968750" y="4802188"/>
          <p14:tracePt t="58143" x="3841750" y="4818063"/>
          <p14:tracePt t="58154" x="3713163" y="4827588"/>
          <p14:tracePt t="58166" x="3552825" y="4852988"/>
          <p14:tracePt t="58177" x="3390900" y="4878388"/>
          <p14:tracePt t="58188" x="3228975" y="4903788"/>
          <p14:tracePt t="58199" x="3084513" y="4929188"/>
          <p14:tracePt t="58211" x="2957513" y="4946650"/>
          <p14:tracePt t="58222" x="2846388" y="4972050"/>
          <p14:tracePt t="58233" x="2727325" y="4979988"/>
          <p14:tracePt t="58244" x="2643188" y="4997450"/>
          <p14:tracePt t="58255" x="2541588" y="4997450"/>
          <p14:tracePt t="58267" x="2473325" y="4997450"/>
          <p14:tracePt t="58278" x="2397125" y="4997450"/>
          <p14:tracePt t="58289" x="2328863" y="5005388"/>
          <p14:tracePt t="58301" x="2268538" y="5013325"/>
          <p14:tracePt t="58312" x="2192338" y="5022850"/>
          <p14:tracePt t="58323" x="2090738" y="5048250"/>
          <p14:tracePt t="58334" x="1989138" y="5073650"/>
          <p14:tracePt t="58346" x="1928813" y="5081588"/>
          <p14:tracePt t="58358" x="1903413" y="5081588"/>
          <p14:tracePt t="58368" x="1885950" y="5081588"/>
          <p14:tracePt t="58379" x="1885950" y="5064125"/>
          <p14:tracePt t="58391" x="1895475" y="5048250"/>
          <p14:tracePt t="58402" x="1920875" y="5030788"/>
          <p14:tracePt t="58514" x="1928813" y="5030788"/>
          <p14:tracePt t="58526" x="1938338" y="5030788"/>
          <p14:tracePt t="58537" x="1946275" y="5030788"/>
          <p14:tracePt t="58548" x="1954213" y="5030788"/>
          <p14:tracePt t="58559" x="1963738" y="5030788"/>
          <p14:tracePt t="58682" x="1963738" y="4987925"/>
          <p14:tracePt t="58694" x="1946275" y="4954588"/>
          <p14:tracePt t="58706" x="1903413" y="4894263"/>
          <p14:tracePt t="58717" x="1885950" y="4878388"/>
          <p14:tracePt t="58728" x="1860550" y="4835525"/>
          <p14:tracePt t="58739" x="1809750" y="4775200"/>
          <p14:tracePt t="58751" x="1716088" y="4699000"/>
          <p14:tracePt t="58762" x="1606550" y="4572000"/>
          <p14:tracePt t="58774" x="1487488" y="4445000"/>
          <p14:tracePt t="58784" x="1385888" y="4316413"/>
          <p14:tracePt t="58796" x="1317625" y="4240213"/>
          <p14:tracePt t="58807" x="1266825" y="4171950"/>
          <p14:tracePt t="58818" x="1257300" y="4164013"/>
          <p14:tracePt t="58829" x="1249363" y="4146550"/>
          <p14:tracePt t="58841" x="1249363" y="4138613"/>
          <p14:tracePt t="58852" x="1249363" y="4130675"/>
          <p14:tracePt t="58863" x="1249363" y="4121150"/>
          <p14:tracePt t="58874" x="1249363" y="4113213"/>
          <p14:tracePt t="58885" x="1249363" y="4105275"/>
          <p14:tracePt t="58897" x="1249363" y="4087813"/>
          <p14:tracePt t="58908" x="1249363" y="4070350"/>
          <p14:tracePt t="58931" x="1249363" y="4062413"/>
          <p14:tracePt t="58942" x="1257300" y="4062413"/>
          <p14:tracePt t="58959" x="1308100" y="4070350"/>
          <p14:tracePt t="58964" x="1333500" y="4095750"/>
          <p14:tracePt t="58976" x="1360488" y="4130675"/>
          <p14:tracePt t="58987" x="1401763" y="4181475"/>
          <p14:tracePt t="58998" x="1436688" y="4232275"/>
          <p14:tracePt t="59021" x="1477963" y="4283075"/>
          <p14:tracePt t="59032" x="1520825" y="4333875"/>
          <p14:tracePt t="59043" x="1563688" y="4376738"/>
          <p14:tracePt t="59054" x="1614488" y="4427538"/>
          <p14:tracePt t="59066" x="1622425" y="4435475"/>
          <p14:tracePt t="59077" x="1631950" y="4445000"/>
          <p14:tracePt t="59099" x="1649413" y="4478338"/>
          <p14:tracePt t="59111" x="1649413" y="4486275"/>
          <p14:tracePt t="59122" x="1674813" y="4521200"/>
          <p14:tracePt t="59133" x="1690688" y="4546600"/>
          <p14:tracePt t="59144" x="1708150" y="4572000"/>
          <p14:tracePt t="59156" x="1741488" y="4605338"/>
          <p14:tracePt t="59167" x="1801813" y="4665663"/>
          <p14:tracePt t="59178" x="1844675" y="4716463"/>
          <p14:tracePt t="59190" x="1895475" y="4767263"/>
          <p14:tracePt t="59201" x="1938338" y="4792663"/>
          <p14:tracePt t="59212" x="1989138" y="4843463"/>
          <p14:tracePt t="59224" x="2082800" y="4903788"/>
          <p14:tracePt t="59234" x="2184400" y="4972050"/>
          <p14:tracePt t="59246" x="2286000" y="5038725"/>
          <p14:tracePt t="59257" x="2379663" y="5099050"/>
          <p14:tracePt t="59268" x="2473325" y="5132388"/>
          <p14:tracePt t="59279" x="2481263" y="5141913"/>
          <p14:tracePt t="59291" x="2489200" y="5141913"/>
          <p14:tracePt t="59357" x="2498725" y="5141913"/>
          <p14:tracePt t="59358" x="2489200" y="5132388"/>
          <p14:tracePt t="59369" x="2473325" y="5124450"/>
          <p14:tracePt t="59381" x="2438400" y="5091113"/>
          <p14:tracePt t="59403" x="2413000" y="5056188"/>
          <p14:tracePt t="59414" x="2371725" y="5030788"/>
          <p14:tracePt t="59437" x="2293938" y="4987925"/>
          <p14:tracePt t="59448" x="2217738" y="4946650"/>
          <p14:tracePt t="59459" x="2141538" y="4886325"/>
          <p14:tracePt t="59471" x="2039938" y="4818063"/>
          <p14:tracePt t="59482" x="1971675" y="4775200"/>
          <p14:tracePt t="59493" x="1971675" y="4767263"/>
          <p14:tracePt t="59504" x="1954213" y="4759325"/>
          <p14:tracePt t="59516" x="1946275" y="4759325"/>
          <p14:tracePt t="59527" x="1938338" y="4749800"/>
          <p14:tracePt t="59538" x="1928813" y="4749800"/>
          <p14:tracePt t="59549" x="1903413" y="4749800"/>
          <p14:tracePt t="59561" x="1860550" y="4741863"/>
          <p14:tracePt t="59572" x="1835150" y="4741863"/>
          <p14:tracePt t="59583" x="1784350" y="4733925"/>
          <p14:tracePt t="59594" x="1725613" y="4716463"/>
          <p14:tracePt t="59606" x="1665288" y="4708525"/>
          <p14:tracePt t="59617" x="1614488" y="4699000"/>
          <p14:tracePt t="59628" x="1581150" y="4683125"/>
          <p14:tracePt t="59640" x="1546225" y="4665663"/>
          <p14:tracePt t="59651" x="1512888" y="4648200"/>
          <p14:tracePt t="59662" x="1477963" y="4630738"/>
          <p14:tracePt t="59673" x="1452563" y="4614863"/>
          <p14:tracePt t="59684" x="1436688" y="4597400"/>
          <p14:tracePt t="59696" x="1419225" y="4589463"/>
          <p14:tracePt t="59707" x="1393825" y="4572000"/>
          <p14:tracePt t="59718" x="1385888" y="4572000"/>
          <p14:tracePt t="59729" x="1376363" y="4572000"/>
          <p14:tracePt t="59741" x="1376363" y="4564063"/>
          <p14:tracePt t="59752" x="1350963" y="4554538"/>
          <p14:tracePt t="59763" x="1343025" y="4546600"/>
          <p14:tracePt t="59774" x="1325563" y="4538663"/>
          <p14:tracePt t="59786" x="1308100" y="4529138"/>
          <p14:tracePt t="59797" x="1292225" y="4521200"/>
          <p14:tracePt t="59976" x="1300163" y="4521200"/>
          <p14:tracePt t="60640" x="1308100" y="4521200"/>
          <p14:tracePt t="60641" x="1317625" y="4521200"/>
          <p14:tracePt t="60652" x="1325563" y="4521200"/>
          <p14:tracePt t="60663" x="1325563" y="4529138"/>
          <p14:tracePt t="60675" x="1333500" y="4529138"/>
          <p14:tracePt t="60686" x="1360488" y="4529138"/>
          <p14:tracePt t="60697" x="1376363" y="4529138"/>
          <p14:tracePt t="60708" x="1419225" y="4529138"/>
          <p14:tracePt t="60719" x="1477963" y="4529138"/>
          <p14:tracePt t="60731" x="1563688" y="4529138"/>
          <p14:tracePt t="60742" x="1665288" y="4529138"/>
          <p14:tracePt t="60753" x="1776413" y="4529138"/>
          <p14:tracePt t="60764" x="1903413" y="4529138"/>
          <p14:tracePt t="60776" x="2039938" y="4529138"/>
          <p14:tracePt t="60787" x="2184400" y="4529138"/>
          <p14:tracePt t="60798" x="2319338" y="4529138"/>
          <p14:tracePt t="60809" x="2447925" y="4529138"/>
          <p14:tracePt t="60821" x="2574925" y="4529138"/>
          <p14:tracePt t="60832" x="2693988" y="4529138"/>
          <p14:tracePt t="60843" x="2787650" y="4529138"/>
          <p14:tracePt t="60854" x="2889250" y="4529138"/>
          <p14:tracePt t="60866" x="2990850" y="4529138"/>
          <p14:tracePt t="60877" x="3084513" y="4529138"/>
          <p14:tracePt t="60889" x="3170238" y="4529138"/>
          <p14:tracePt t="60899" x="3246438" y="4529138"/>
          <p14:tracePt t="60911" x="3314700" y="4529138"/>
          <p14:tracePt t="60922" x="3373438" y="4529138"/>
          <p14:tracePt t="60933" x="3408363" y="4529138"/>
          <p14:tracePt t="60956" x="3416300" y="4529138"/>
          <p14:tracePt t="60967" x="3424238" y="4529138"/>
          <p14:tracePt t="60978" x="3433763" y="4529138"/>
          <p14:tracePt t="60990" x="3467100" y="4529138"/>
          <p14:tracePt t="61001" x="3509963" y="4529138"/>
          <p14:tracePt t="61012" x="3560763" y="4546600"/>
          <p14:tracePt t="61023" x="3611563" y="4546600"/>
          <p14:tracePt t="61034" x="3662363" y="4554538"/>
          <p14:tracePt t="61046" x="3705225" y="4564063"/>
          <p14:tracePt t="61057" x="3730625" y="4564063"/>
          <p14:tracePt t="61068" x="3748088" y="4572000"/>
          <p14:tracePt t="61134" x="3756025" y="4572000"/>
          <p14:tracePt t="61136" x="3763963" y="4572000"/>
          <p14:tracePt t="61158" x="3781425" y="4572000"/>
          <p14:tracePt t="61169" x="3790950" y="4572000"/>
          <p14:tracePt t="61181" x="3816350" y="4572000"/>
          <p14:tracePt t="61192" x="3857625" y="4572000"/>
          <p14:tracePt t="61203" x="3883025" y="4572000"/>
          <p14:tracePt t="61214" x="3908425" y="4572000"/>
          <p14:tracePt t="61226" x="3917950" y="4572000"/>
          <p14:tracePt t="61237" x="3925888" y="4572000"/>
          <p14:tracePt t="61483" x="3935413" y="4572000"/>
          <p14:tracePt t="61485" x="3943350" y="4572000"/>
          <p14:tracePt t="61496" x="3951288" y="4572000"/>
          <p14:tracePt t="61518" x="3960813" y="4572000"/>
          <p14:tracePt t="61529" x="3968750" y="4572000"/>
          <p14:tracePt t="61541" x="3986213" y="4572000"/>
          <p14:tracePt t="61552" x="4011613" y="4572000"/>
          <p14:tracePt t="61563" x="4052888" y="4572000"/>
          <p14:tracePt t="61574" x="4087813" y="4572000"/>
          <p14:tracePt t="61585" x="4130675" y="4572000"/>
          <p14:tracePt t="61597" x="4197350" y="4572000"/>
          <p14:tracePt t="61608" x="4265613" y="4572000"/>
          <p14:tracePt t="61619" x="4341813" y="4572000"/>
          <p14:tracePt t="61631" x="4427538" y="4572000"/>
          <p14:tracePt t="61642" x="4486275" y="4572000"/>
          <p14:tracePt t="61653" x="4538663" y="4572000"/>
          <p14:tracePt t="61667" x="4597400" y="4572000"/>
          <p14:tracePt t="61676" x="4640263" y="4572000"/>
          <p14:tracePt t="61688" x="4691063" y="4564063"/>
          <p14:tracePt t="61698" x="4749800" y="4554538"/>
          <p14:tracePt t="61709" x="4802188" y="4538663"/>
          <p14:tracePt t="61721" x="4843463" y="4529138"/>
          <p14:tracePt t="61732" x="4903788" y="4529138"/>
          <p14:tracePt t="61743" x="4946650" y="4529138"/>
          <p14:tracePt t="61755" x="5005388" y="4529138"/>
          <p14:tracePt t="61766" x="5048250" y="4529138"/>
          <p14:tracePt t="61777" x="5106988" y="4529138"/>
          <p14:tracePt t="61788" x="5149850" y="4529138"/>
          <p14:tracePt t="61799" x="5192713" y="4529138"/>
          <p14:tracePt t="61811" x="5235575" y="4529138"/>
          <p14:tracePt t="61822" x="5268913" y="4529138"/>
          <p14:tracePt t="61833" x="5302250" y="4538663"/>
          <p14:tracePt t="61844" x="5311775" y="4538663"/>
          <p14:tracePt t="61856" x="5362575" y="4546600"/>
          <p14:tracePt t="61867" x="5380038" y="4546600"/>
          <p14:tracePt t="61878" x="5413375" y="4546600"/>
          <p14:tracePt t="61889" x="5464175" y="4546600"/>
          <p14:tracePt t="61901" x="5489575" y="4546600"/>
          <p14:tracePt t="61912" x="5514975" y="4546600"/>
          <p14:tracePt t="61990" x="5524500" y="4546600"/>
          <p14:tracePt t="62002" x="5532438" y="4546600"/>
          <p14:tracePt t="62024" x="5540375" y="4546600"/>
          <p14:tracePt t="62036" x="5565775" y="4546600"/>
          <p14:tracePt t="62047" x="5583238" y="4546600"/>
          <p14:tracePt t="62058" x="5608638" y="4546600"/>
          <p14:tracePt t="62069" x="5641975" y="4546600"/>
          <p14:tracePt t="62081" x="5668963" y="4546600"/>
          <p14:tracePt t="62092" x="5710238" y="4546600"/>
          <p14:tracePt t="62103" x="5761038" y="4546600"/>
          <p14:tracePt t="62114" x="5821363" y="4529138"/>
          <p14:tracePt t="62126" x="5838825" y="4529138"/>
          <p14:tracePt t="62138" x="5880100" y="4529138"/>
          <p14:tracePt t="62148" x="5957888" y="4529138"/>
          <p14:tracePt t="62159" x="6042025" y="4529138"/>
          <p14:tracePt t="62171" x="6127750" y="4529138"/>
          <p14:tracePt t="62182" x="6221413" y="4529138"/>
          <p14:tracePt t="62193" x="6338888" y="4529138"/>
          <p14:tracePt t="62204" x="6450013" y="4529138"/>
          <p14:tracePt t="62216" x="6551613" y="4529138"/>
          <p14:tracePt t="62227" x="6637338" y="4529138"/>
          <p14:tracePt t="62238" x="6721475" y="4529138"/>
          <p14:tracePt t="62249" x="6781800" y="4529138"/>
          <p14:tracePt t="62261" x="6840538" y="4521200"/>
          <p14:tracePt t="62272" x="6900863" y="4513263"/>
          <p14:tracePt t="62283" x="6959600" y="4503738"/>
          <p14:tracePt t="62294" x="7019925" y="4495800"/>
          <p14:tracePt t="62306" x="7088188" y="4470400"/>
          <p14:tracePt t="62317" x="7164388" y="4460875"/>
          <p14:tracePt t="62328" x="7265988" y="4452938"/>
          <p14:tracePt t="62339" x="7367588" y="4435475"/>
          <p14:tracePt t="62351" x="7453313" y="4435475"/>
          <p14:tracePt t="62362" x="7546975" y="4435475"/>
          <p14:tracePt t="62373" x="7648575" y="4435475"/>
          <p14:tracePt t="62384" x="7716838" y="4435475"/>
          <p14:tracePt t="62396" x="7793038" y="4435475"/>
          <p14:tracePt t="62407" x="7835900" y="4435475"/>
          <p14:tracePt t="62418" x="7869238" y="4435475"/>
          <p14:tracePt t="62429" x="7886700" y="4435475"/>
          <p14:tracePt t="62441" x="7920038" y="4435475"/>
          <p14:tracePt t="62452" x="7954963" y="4435475"/>
          <p14:tracePt t="62463" x="7988300" y="4435475"/>
          <p14:tracePt t="62486" x="8013700" y="4435475"/>
          <p14:tracePt t="62497" x="8031163" y="4435475"/>
          <p14:tracePt t="62508" x="8039100" y="4435475"/>
          <p14:tracePt t="62531" x="8056563" y="4435475"/>
          <p14:tracePt t="62542" x="8064500" y="4435475"/>
          <p14:tracePt t="62554" x="8124825" y="4435475"/>
          <p14:tracePt t="62564" x="8183563" y="4435475"/>
          <p14:tracePt t="62576" x="8208963" y="4435475"/>
          <p14:tracePt t="62587" x="8269288" y="4435475"/>
          <p14:tracePt t="62598" x="8335963" y="4445000"/>
          <p14:tracePt t="62609" x="8396288" y="4445000"/>
          <p14:tracePt t="62621" x="8413750" y="4445000"/>
          <p14:tracePt t="62676" x="8421688" y="4452938"/>
          <p14:tracePt t="62677" x="8429625" y="4460875"/>
          <p14:tracePt t="62689" x="8439150" y="4460875"/>
          <p14:tracePt t="62699" x="8447088" y="4470400"/>
          <p14:tracePt t="62711" x="8455025" y="4470400"/>
          <p14:tracePt t="62722" x="8464550" y="4470400"/>
          <p14:tracePt t="62744" x="8472488" y="4470400"/>
          <p14:tracePt t="62777" x="8480425" y="4470400"/>
          <p14:tracePt t="62789" x="8489950" y="4470400"/>
          <p14:tracePt t="62801" x="8497888" y="4470400"/>
          <p14:tracePt t="62812" x="8507413" y="4470400"/>
          <p14:tracePt t="62823" x="8515350" y="4470400"/>
          <p14:tracePt t="62834" x="8523288" y="4478338"/>
          <p14:tracePt t="62846" x="8532813" y="4478338"/>
          <p14:tracePt t="62857" x="8540750" y="4486275"/>
          <p14:tracePt t="62868" x="8548688" y="4486275"/>
          <p14:tracePt t="62879" x="8558213" y="4486275"/>
          <p14:tracePt t="62991" x="8566150" y="4486275"/>
          <p14:tracePt t="63002" x="8574088" y="4486275"/>
          <p14:tracePt t="63003" x="8574088" y="4495800"/>
          <p14:tracePt t="63014" x="8583613" y="4495800"/>
          <p14:tracePt t="63026" x="8591550" y="4495800"/>
          <p14:tracePt t="63048" x="8599488" y="4503738"/>
          <p14:tracePt t="63070" x="8609013" y="4503738"/>
          <p14:tracePt t="63071" x="8616950" y="4503738"/>
          <p14:tracePt t="63093" x="8624888" y="4503738"/>
          <p14:tracePt t="63104" x="8634413" y="4503738"/>
          <p14:tracePt t="63127" x="8659813" y="4503738"/>
          <p14:tracePt t="63138" x="8667750" y="4503738"/>
          <p14:tracePt t="63149" x="8677275" y="4503738"/>
          <p14:tracePt t="63362" x="8651875" y="4513263"/>
          <p14:tracePt t="63363" x="8642350" y="4513263"/>
          <p14:tracePt t="63374" x="8624888" y="4521200"/>
          <p14:tracePt t="63386" x="8591550" y="4529138"/>
          <p14:tracePt t="63408" x="8574088" y="4529138"/>
          <p14:tracePt t="63419" x="8523288" y="4538663"/>
          <p14:tracePt t="63431" x="8480425" y="4546600"/>
          <p14:tracePt t="63442" x="8251825" y="4605338"/>
          <p14:tracePt t="63453" x="8021638" y="4648200"/>
          <p14:tracePt t="63464" x="7775575" y="4691063"/>
          <p14:tracePt t="63476" x="7580313" y="4724400"/>
          <p14:tracePt t="63487" x="7418388" y="4749800"/>
          <p14:tracePt t="63498" x="7265988" y="4759325"/>
          <p14:tracePt t="63509" x="7113588" y="4767263"/>
          <p14:tracePt t="63521" x="6959600" y="4767263"/>
          <p14:tracePt t="63532" x="6799263" y="4767263"/>
          <p14:tracePt t="63543" x="6611938" y="4767263"/>
          <p14:tracePt t="63554" x="6373813" y="4767263"/>
          <p14:tracePt t="63565" x="6118225" y="4767263"/>
          <p14:tracePt t="63577" x="5821363" y="4784725"/>
          <p14:tracePt t="63588" x="5514975" y="4818063"/>
          <p14:tracePt t="63599" x="5218113" y="4852988"/>
          <p14:tracePt t="63611" x="4962525" y="4903788"/>
          <p14:tracePt t="63622" x="4775200" y="4929188"/>
          <p14:tracePt t="63633" x="4648200" y="4954588"/>
          <p14:tracePt t="63644" x="4521200" y="4972050"/>
          <p14:tracePt t="63656" x="4419600" y="5005388"/>
          <p14:tracePt t="63667" x="4325938" y="5030788"/>
          <p14:tracePt t="63678" x="4240213" y="5056188"/>
          <p14:tracePt t="63689" x="4138613" y="5064125"/>
          <p14:tracePt t="63701" x="4037013" y="5091113"/>
          <p14:tracePt t="63712" x="3925888" y="5099050"/>
          <p14:tracePt t="63723" x="3806825" y="5124450"/>
          <p14:tracePt t="63734" x="3705225" y="5132388"/>
          <p14:tracePt t="63746" x="3636963" y="5141913"/>
          <p14:tracePt t="63757" x="3560763" y="5141913"/>
          <p14:tracePt t="63768" x="3517900" y="5141913"/>
          <p14:tracePt t="63779" x="3484563" y="5141913"/>
          <p14:tracePt t="63791" x="3459163" y="5141913"/>
          <p14:tracePt t="63803" x="3424238" y="5141913"/>
          <p14:tracePt t="63824" x="3390900" y="5141913"/>
          <p14:tracePt t="63836" x="3348038" y="5141913"/>
          <p14:tracePt t="63847" x="3289300" y="5141913"/>
          <p14:tracePt t="63858" x="3152775" y="5141913"/>
          <p14:tracePt t="63870" x="3041650" y="5141913"/>
          <p14:tracePt t="63881" x="2965450" y="5141913"/>
          <p14:tracePt t="63892" x="2897188" y="5141913"/>
          <p14:tracePt t="63903" x="2838450" y="5132388"/>
          <p14:tracePt t="63926" x="2795588" y="5116513"/>
          <p14:tracePt t="63937" x="2762250" y="5081588"/>
          <p14:tracePt t="63948" x="2736850" y="5064125"/>
          <p14:tracePt t="63970" x="2693988" y="5013325"/>
          <p14:tracePt t="63971" x="2693988" y="4997450"/>
          <p14:tracePt t="63982" x="2686050" y="4962525"/>
          <p14:tracePt t="63993" x="2676525" y="4954588"/>
          <p14:tracePt t="64004" x="2676525" y="4946650"/>
          <p14:tracePt t="64015" x="2676525" y="4937125"/>
          <p14:tracePt t="64027" x="2676525" y="4929188"/>
          <p14:tracePt t="64038" x="2676525" y="4919663"/>
          <p14:tracePt t="64049" x="2676525" y="4911725"/>
          <p14:tracePt t="64061" x="2676525" y="4903788"/>
          <p14:tracePt t="64094" x="2676525" y="4894263"/>
          <p14:tracePt t="64138" x="2676525" y="4886325"/>
          <p14:tracePt t="64172" x="2686050" y="4878388"/>
          <p14:tracePt t="64173" x="2693988" y="4868863"/>
          <p14:tracePt t="64184" x="2701925" y="4860925"/>
          <p14:tracePt t="64196" x="2701925" y="4852988"/>
          <p14:tracePt t="64207" x="2711450" y="4843463"/>
          <p14:tracePt t="64241" x="2727325" y="4818063"/>
          <p14:tracePt t="64252" x="2752725" y="4792663"/>
          <p14:tracePt t="64263" x="2762250" y="4784725"/>
          <p14:tracePt t="64274" x="2787650" y="4767263"/>
          <p14:tracePt t="64286" x="2805113" y="4741863"/>
          <p14:tracePt t="64297" x="2830513" y="4724400"/>
          <p14:tracePt t="64308" x="2846388" y="4716463"/>
          <p14:tracePt t="64319" x="2863850" y="4708525"/>
          <p14:tracePt t="65590" x="2871788" y="4708525"/>
          <p14:tracePt t="65623" x="2881313" y="4708525"/>
          <p14:tracePt t="65625" x="2889250" y="4708525"/>
          <p14:tracePt t="65646" x="2897188" y="4708525"/>
          <p14:tracePt t="65647" x="2906713" y="4708525"/>
          <p14:tracePt t="65951" x="2914650" y="4708525"/>
          <p14:tracePt t="65962" x="2922588" y="4708525"/>
          <p14:tracePt t="65973" x="2932113" y="4708525"/>
          <p14:tracePt t="66298" x="2940050" y="4708525"/>
          <p14:tracePt t="66309" x="2949575" y="4716463"/>
          <p14:tracePt t="66311" x="2957513" y="4716463"/>
          <p14:tracePt t="66457" x="2965450" y="4716463"/>
          <p14:tracePt t="66468" x="2974975" y="4716463"/>
          <p14:tracePt t="66647" x="2982913" y="4716463"/>
          <p14:tracePt t="66649" x="3000375" y="4716463"/>
          <p14:tracePt t="66659" x="3008313" y="4716463"/>
          <p14:tracePt t="66671" x="3016250" y="4716463"/>
          <p14:tracePt t="66682" x="3025775" y="4716463"/>
          <p14:tracePt t="66693" x="3033713" y="4716463"/>
          <p14:tracePt t="66704" x="3051175" y="4716463"/>
          <p14:tracePt t="67659" x="3067050" y="4716463"/>
          <p14:tracePt t="67661" x="3094038" y="4716463"/>
          <p14:tracePt t="67687" x="3119438" y="4716463"/>
          <p14:tracePt t="67694" x="3127375" y="4716463"/>
          <p14:tracePt t="67706" x="3170238" y="4716463"/>
          <p14:tracePt t="67717" x="3195638" y="4716463"/>
          <p14:tracePt t="67728" x="3263900" y="4716463"/>
          <p14:tracePt t="67739" x="3330575" y="4699000"/>
          <p14:tracePt t="67751" x="3449638" y="4683125"/>
          <p14:tracePt t="67762" x="3568700" y="4648200"/>
          <p14:tracePt t="67773" x="3730625" y="4605338"/>
          <p14:tracePt t="67784" x="3917950" y="4579938"/>
          <p14:tracePt t="67796" x="4113213" y="4554538"/>
          <p14:tracePt t="67807" x="4275138" y="4529138"/>
          <p14:tracePt t="67818" x="4460875" y="4503738"/>
          <p14:tracePt t="67829" x="4648200" y="4486275"/>
          <p14:tracePt t="67841" x="4802188" y="4486275"/>
          <p14:tracePt t="67852" x="4972050" y="4478338"/>
          <p14:tracePt t="67863" x="5183188" y="4460875"/>
          <p14:tracePt t="67874" x="5387975" y="4460875"/>
          <p14:tracePt t="67886" x="5626100" y="4460875"/>
          <p14:tracePt t="67897" x="5829300" y="4445000"/>
          <p14:tracePt t="67908" x="6016625" y="4435475"/>
          <p14:tracePt t="67919" x="6203950" y="4419600"/>
          <p14:tracePt t="67931" x="6338888" y="4419600"/>
          <p14:tracePt t="67942" x="6457950" y="4410075"/>
          <p14:tracePt t="67953" x="6551613" y="4410075"/>
          <p14:tracePt t="67964" x="6637338" y="4410075"/>
          <p14:tracePt t="67984" x="6721475" y="4410075"/>
          <p14:tracePt t="67987" x="6807200" y="4410075"/>
          <p14:tracePt t="67999" x="6908800" y="4410075"/>
          <p14:tracePt t="68009" x="7010400" y="4427538"/>
          <p14:tracePt t="68021" x="7121525" y="4435475"/>
          <p14:tracePt t="68032" x="7240588" y="4470400"/>
          <p14:tracePt t="68043" x="7342188" y="4513263"/>
          <p14:tracePt t="68054" x="7435850" y="4546600"/>
          <p14:tracePt t="68066" x="7494588" y="4572000"/>
          <p14:tracePt t="68077" x="7504113" y="4572000"/>
          <p14:tracePt t="68088" x="7512050" y="4572000"/>
          <p14:tracePt t="68313" x="7504113" y="4572000"/>
          <p14:tracePt t="68334" x="7494588" y="4579938"/>
          <p14:tracePt t="68347" x="7486650" y="4589463"/>
          <p14:tracePt t="68358" x="7469188" y="4605338"/>
          <p14:tracePt t="68381" x="7461250" y="4605338"/>
          <p14:tracePt t="68392" x="7453313" y="4614863"/>
          <p14:tracePt t="68403" x="7453313" y="4622800"/>
          <p14:tracePt t="68415" x="7443788" y="4630738"/>
          <p14:tracePt t="68437" x="7435850" y="4657725"/>
          <p14:tracePt t="68448" x="7435850" y="4665663"/>
          <p14:tracePt t="68471" x="7435850" y="4673600"/>
          <p14:tracePt t="68482" x="7427913" y="4683125"/>
          <p14:tracePt t="68493" x="7418388" y="4691063"/>
          <p14:tracePt t="68504" x="7410450" y="4699000"/>
          <p14:tracePt t="68515" x="7410450" y="4708525"/>
          <p14:tracePt t="68527" x="7410450" y="4716463"/>
          <p14:tracePt t="68672" x="7410450" y="4724400"/>
          <p14:tracePt t="68673" x="7392988" y="4733925"/>
          <p14:tracePt t="68684" x="7385050" y="4733925"/>
          <p14:tracePt t="68707" x="7377113" y="4733925"/>
          <p14:tracePt t="68719" x="7367588" y="4741863"/>
          <p14:tracePt t="68729" x="7359650" y="4759325"/>
          <p14:tracePt t="68741" x="7342188" y="4759325"/>
          <p14:tracePt t="68752" x="7334250" y="4759325"/>
          <p14:tracePt t="68953" x="7324725" y="4759325"/>
          <p14:tracePt t="68964" x="7316788" y="4759325"/>
          <p14:tracePt t="68998" x="7308850" y="4759325"/>
          <p14:tracePt t="69000" x="7299325" y="4759325"/>
          <p14:tracePt t="69021" x="7291388" y="4759325"/>
          <p14:tracePt t="69032" x="7283450" y="4759325"/>
          <p14:tracePt t="69054" x="7273925" y="4759325"/>
          <p14:tracePt t="69056" x="7265988" y="4759325"/>
          <p14:tracePt t="69067" x="7265988" y="4749800"/>
          <p14:tracePt t="69078" x="7258050" y="4749800"/>
          <p14:tracePt t="69089" x="7248525" y="4741863"/>
          <p14:tracePt t="69112" x="7240588" y="4733925"/>
          <p14:tracePt t="69123" x="7232650" y="4724400"/>
          <p14:tracePt t="69134" x="7223125" y="4724400"/>
          <p14:tracePt t="69145" x="7223125" y="4716463"/>
          <p14:tracePt t="69157" x="7215188" y="4708525"/>
          <p14:tracePt t="69179" x="7205663" y="4708525"/>
          <p14:tracePt t="69202" x="7197725" y="4708525"/>
          <p14:tracePt t="69416" x="7215188" y="4699000"/>
          <p14:tracePt t="69427" x="7223125" y="4699000"/>
          <p14:tracePt t="69438" x="7265988" y="4699000"/>
          <p14:tracePt t="69449" x="7283450" y="4699000"/>
          <p14:tracePt t="69461" x="7316788" y="4699000"/>
          <p14:tracePt t="69472" x="7377113" y="4699000"/>
          <p14:tracePt t="69483" x="7478713" y="4691063"/>
          <p14:tracePt t="69494" x="7580313" y="4691063"/>
          <p14:tracePt t="69506" x="7724775" y="4683125"/>
          <p14:tracePt t="69517" x="7851775" y="4665663"/>
          <p14:tracePt t="69528" x="7988300" y="4657725"/>
          <p14:tracePt t="69539" x="8107363" y="4648200"/>
          <p14:tracePt t="69551" x="8201025" y="4630738"/>
          <p14:tracePt t="69562" x="8259763" y="4622800"/>
          <p14:tracePt t="69573" x="8335963" y="4622800"/>
          <p14:tracePt t="69584" x="8421688" y="4622800"/>
          <p14:tracePt t="69595" x="8480425" y="4622800"/>
          <p14:tracePt t="69607" x="8548688" y="4622800"/>
          <p14:tracePt t="69618" x="8616950" y="4622800"/>
          <p14:tracePt t="69629" x="8667750" y="4622800"/>
          <p14:tracePt t="69641" x="8710613" y="4614863"/>
          <p14:tracePt t="69652" x="8718550" y="4614863"/>
          <p14:tracePt t="69763" x="8718550" y="4622800"/>
          <p14:tracePt t="69774" x="8728075" y="4622800"/>
          <p14:tracePt t="69977" x="8728075" y="4630738"/>
          <p14:tracePt t="69979" x="8728075" y="4640263"/>
          <p14:tracePt t="70179" x="8728075" y="4648200"/>
          <p14:tracePt t="70181" x="8728075" y="4657725"/>
          <p14:tracePt t="70192" x="8728075" y="4665663"/>
          <p14:tracePt t="70203" x="8685213" y="4673600"/>
          <p14:tracePt t="70226" x="8659813" y="4683125"/>
          <p14:tracePt t="70237" x="8616950" y="4691063"/>
          <p14:tracePt t="70248" x="8532813" y="4716463"/>
          <p14:tracePt t="70259" x="8429625" y="4741863"/>
          <p14:tracePt t="70271" x="8226425" y="4767263"/>
          <p14:tracePt t="70282" x="7927975" y="4802188"/>
          <p14:tracePt t="70293" x="7512050" y="4835525"/>
          <p14:tracePt t="70304" x="6985000" y="4894263"/>
          <p14:tracePt t="70316" x="6450013" y="4954588"/>
          <p14:tracePt t="70327" x="5897563" y="4997450"/>
          <p14:tracePt t="70338" x="5311775" y="5064125"/>
          <p14:tracePt t="70349" x="4759325" y="5081588"/>
          <p14:tracePt t="70360" x="4291013" y="5099050"/>
          <p14:tracePt t="70372" x="3917950" y="5099050"/>
          <p14:tracePt t="70383" x="3603625" y="5099050"/>
          <p14:tracePt t="70394" x="3373438" y="5099050"/>
          <p14:tracePt t="70406" x="3211513" y="5099050"/>
          <p14:tracePt t="70417" x="3101975" y="5099050"/>
          <p14:tracePt t="70428" x="2990850" y="5099050"/>
          <p14:tracePt t="70439" x="2906713" y="5099050"/>
          <p14:tracePt t="70451" x="2830513" y="5116513"/>
          <p14:tracePt t="70462" x="2762250" y="5124450"/>
          <p14:tracePt t="70473" x="2711450" y="5132388"/>
          <p14:tracePt t="70484" x="2676525" y="5141913"/>
          <p14:tracePt t="70495" x="2643188" y="5149850"/>
          <p14:tracePt t="70507" x="2617788" y="5157788"/>
          <p14:tracePt t="70518" x="2582863" y="5167313"/>
          <p14:tracePt t="70530" x="2532063" y="5175250"/>
          <p14:tracePt t="70541" x="2473325" y="5183188"/>
          <p14:tracePt t="70552" x="2413000" y="5192713"/>
          <p14:tracePt t="70563" x="2362200" y="5192713"/>
          <p14:tracePt t="70574" x="2303463" y="5192713"/>
          <p14:tracePt t="70586" x="2243138" y="5192713"/>
          <p14:tracePt t="70597" x="2184400" y="5192713"/>
          <p14:tracePt t="70608" x="2141538" y="5192713"/>
          <p14:tracePt t="70619" x="2133600" y="5192713"/>
          <p14:tracePt t="70641" x="2133600" y="5200650"/>
          <p14:tracePt t="70652" x="2133600" y="5208588"/>
          <p14:tracePt t="70732" x="2133600" y="5192713"/>
          <p14:tracePt t="70743" x="2141538" y="5192713"/>
          <p14:tracePt t="70754" x="2141538" y="5183188"/>
          <p14:tracePt t="70766" x="2141538" y="5175250"/>
          <p14:tracePt t="70788" x="2149475" y="5157788"/>
          <p14:tracePt t="70799" x="2149475" y="5141913"/>
          <p14:tracePt t="70811" x="2159000" y="5132388"/>
          <p14:tracePt t="70822" x="2174875" y="5124450"/>
          <p14:tracePt t="70833" x="2217738" y="5116513"/>
          <p14:tracePt t="70844" x="2278063" y="5091113"/>
          <p14:tracePt t="70856" x="2328863" y="5091113"/>
          <p14:tracePt t="70867" x="2344738" y="5091113"/>
          <p14:tracePt t="70878" x="2387600" y="5081588"/>
          <p14:tracePt t="70889" x="2422525" y="5073650"/>
          <p14:tracePt t="70901" x="2455863" y="5073650"/>
          <p14:tracePt t="70912" x="2489200" y="5064125"/>
          <p14:tracePt t="70923" x="2532063" y="5064125"/>
          <p14:tracePt t="70934" x="2566988" y="5064125"/>
          <p14:tracePt t="70948" x="2617788" y="5064125"/>
          <p14:tracePt t="70957" x="2676525" y="5064125"/>
          <p14:tracePt t="70968" x="2744788" y="5064125"/>
          <p14:tracePt t="70980" x="2820988" y="5064125"/>
          <p14:tracePt t="70991" x="2871788" y="5064125"/>
          <p14:tracePt t="71002" x="2906713" y="5056188"/>
          <p14:tracePt t="71013" x="2922588" y="5048250"/>
          <p14:tracePt t="71024" x="2932113" y="5048250"/>
          <p14:tracePt t="71047" x="2949575" y="5048250"/>
          <p14:tracePt t="71058" x="2982913" y="5038725"/>
          <p14:tracePt t="71069" x="3008313" y="5038725"/>
          <p14:tracePt t="71081" x="3051175" y="5038725"/>
          <p14:tracePt t="71092" x="3084513" y="5038725"/>
          <p14:tracePt t="71103" x="3152775" y="5038725"/>
          <p14:tracePt t="71114" x="3238500" y="5038725"/>
          <p14:tracePt t="71126" x="3305175" y="5038725"/>
          <p14:tracePt t="71137" x="3348038" y="5038725"/>
          <p14:tracePt t="71148" x="3365500" y="5038725"/>
          <p14:tracePt t="71259" x="3373438" y="5038725"/>
          <p14:tracePt t="71261" x="3382963" y="5038725"/>
          <p14:tracePt t="71272" x="3390900" y="5038725"/>
          <p14:tracePt t="71283" x="3398838" y="5038725"/>
          <p14:tracePt t="71306" x="3416300" y="5038725"/>
          <p14:tracePt t="71317" x="3459163" y="5038725"/>
          <p14:tracePt t="71328" x="3502025" y="5048250"/>
          <p14:tracePt t="71339" x="3535363" y="5048250"/>
          <p14:tracePt t="71351" x="3578225" y="5048250"/>
          <p14:tracePt t="71363" x="3654425" y="5048250"/>
          <p14:tracePt t="71373" x="3738563" y="5048250"/>
          <p14:tracePt t="71384" x="3832225" y="5048250"/>
          <p14:tracePt t="71396" x="3943350" y="5048250"/>
          <p14:tracePt t="71407" x="4062413" y="5048250"/>
          <p14:tracePt t="71418" x="4214813" y="5048250"/>
          <p14:tracePt t="71430" x="4384675" y="5048250"/>
          <p14:tracePt t="71441" x="4589463" y="5048250"/>
          <p14:tracePt t="71452" x="4792663" y="5048250"/>
          <p14:tracePt t="71463" x="4997450" y="5048250"/>
          <p14:tracePt t="71474" x="5149850" y="5048250"/>
          <p14:tracePt t="71486" x="5294313" y="5048250"/>
          <p14:tracePt t="71497" x="5421313" y="5048250"/>
          <p14:tracePt t="71508" x="5514975" y="5048250"/>
          <p14:tracePt t="71519" x="5600700" y="5048250"/>
          <p14:tracePt t="71531" x="5676900" y="5048250"/>
          <p14:tracePt t="71542" x="5719763" y="5048250"/>
          <p14:tracePt t="71553" x="5753100" y="5048250"/>
          <p14:tracePt t="71564" x="5761038" y="5048250"/>
          <p14:tracePt t="71597" x="5770563" y="5048250"/>
          <p14:tracePt t="71598" x="5778500" y="5048250"/>
          <p14:tracePt t="71621" x="5795963" y="5048250"/>
          <p14:tracePt t="71632" x="5803900" y="5038725"/>
          <p14:tracePt t="71654" x="5813425" y="5038725"/>
          <p14:tracePt t="71666" x="5821363" y="5038725"/>
          <p14:tracePt t="71688" x="5829300" y="5038725"/>
          <p14:tracePt t="71699" x="5838825" y="5038725"/>
          <p14:tracePt t="72936" x="5846763" y="5038725"/>
          <p14:tracePt t="72992" x="5846763" y="5030788"/>
          <p14:tracePt t="73116" x="5854700" y="5030788"/>
          <p14:tracePt t="73117" x="5864225" y="5013325"/>
          <p14:tracePt t="73251" x="5864225" y="5005388"/>
          <p14:tracePt t="73263" x="5854700" y="4997450"/>
          <p14:tracePt t="73286" x="5838825" y="4987925"/>
          <p14:tracePt t="73297" x="5829300" y="4987925"/>
          <p14:tracePt t="73308" x="5821363" y="4987925"/>
          <p14:tracePt t="73319" x="5813425" y="4979988"/>
          <p14:tracePt t="76685" x="5770563" y="4962525"/>
          <p14:tracePt t="76694" x="5761038" y="4962525"/>
          <p14:tracePt t="76706" x="5753100" y="4954588"/>
          <p14:tracePt t="76717" x="5745163" y="4946650"/>
          <p14:tracePt t="77042" x="5745163" y="4937125"/>
          <p14:tracePt t="77043" x="5745163" y="4919663"/>
          <p14:tracePt t="77054" x="5745163" y="4903788"/>
          <p14:tracePt t="77066" x="5745163" y="4852988"/>
          <p14:tracePt t="77077" x="5745163" y="4843463"/>
          <p14:tracePt t="77088" x="5745163" y="4835525"/>
          <p14:tracePt t="77099" x="5745163" y="4827588"/>
          <p14:tracePt t="77751" x="5745163" y="4818063"/>
          <p14:tracePt t="78077" x="5735638" y="4818063"/>
          <p14:tracePt t="78079" x="5727700" y="4818063"/>
          <p14:tracePt t="78090" x="5727700" y="4827588"/>
          <p14:tracePt t="78101" x="5719763" y="4835525"/>
          <p14:tracePt t="78112" x="5710238" y="4835525"/>
          <p14:tracePt t="78729" x="5710238" y="4843463"/>
          <p14:tracePt t="78741" x="5702300" y="4852988"/>
          <p14:tracePt t="78763" x="5694363" y="4852988"/>
          <p14:tracePt t="78765" x="5684838" y="4852988"/>
          <p14:tracePt t="78776" x="5676900" y="4852988"/>
          <p14:tracePt t="78787" x="5659438" y="4868863"/>
          <p14:tracePt t="78798" x="5651500" y="4868863"/>
          <p14:tracePt t="78809" x="5634038" y="4886325"/>
          <p14:tracePt t="78821" x="5575300" y="4919663"/>
          <p14:tracePt t="78832" x="5549900" y="4937125"/>
          <p14:tracePt t="78843" x="5497513" y="4962525"/>
          <p14:tracePt t="78854" x="5405438" y="5022850"/>
          <p14:tracePt t="78866" x="5311775" y="5091113"/>
          <p14:tracePt t="78877" x="5192713" y="5175250"/>
          <p14:tracePt t="78888" x="5064125" y="5276850"/>
          <p14:tracePt t="78899" x="4937125" y="5387975"/>
          <p14:tracePt t="78911" x="4810125" y="5507038"/>
          <p14:tracePt t="78923" x="4699000" y="5600700"/>
          <p14:tracePt t="78933" x="4597400" y="5684838"/>
          <p14:tracePt t="78944" x="4503738" y="5770563"/>
          <p14:tracePt t="78958" x="4435475" y="5821363"/>
          <p14:tracePt t="78967" x="4384675" y="5864225"/>
          <p14:tracePt t="78978" x="4333875" y="5889625"/>
          <p14:tracePt t="78990" x="4300538" y="5922963"/>
          <p14:tracePt t="79001" x="4240213" y="5948363"/>
          <p14:tracePt t="79012" x="4171950" y="5973763"/>
          <p14:tracePt t="79023" x="4105275" y="5991225"/>
          <p14:tracePt t="79034" x="4011613" y="6016625"/>
          <p14:tracePt t="79046" x="3925888" y="6034088"/>
          <p14:tracePt t="79057" x="3849688" y="6067425"/>
          <p14:tracePt t="79068" x="3798888" y="6076950"/>
          <p14:tracePt t="79079" x="3763963" y="6092825"/>
          <p14:tracePt t="79091" x="3730625" y="6102350"/>
          <p14:tracePt t="79123" x="3722688" y="6102350"/>
          <p14:tracePt t="79125" x="3713163" y="6102350"/>
          <p14:tracePt t="79136" x="3705225" y="6102350"/>
          <p14:tracePt t="79393" x="3697288" y="6102350"/>
          <p14:tracePt t="79395" x="3687763" y="6102350"/>
          <p14:tracePt t="79417" x="3679825" y="6102350"/>
          <p14:tracePt t="81803" x="3671888" y="6127750"/>
          <p14:tracePt t="81813" x="3671888" y="6143625"/>
          <p14:tracePt t="81836" x="3671888" y="6153150"/>
          <p14:tracePt t="81847" x="3671888" y="6161088"/>
          <p14:tracePt t="81958" x="3671888" y="6169025"/>
          <p14:tracePt t="82027" x="3671888" y="6186488"/>
          <p14:tracePt t="82633" x="3671888" y="6194425"/>
          <p14:tracePt t="82644" x="3662363" y="6194425"/>
          <p14:tracePt t="82646" x="3662363" y="6203950"/>
          <p14:tracePt t="82657" x="3654425" y="6203950"/>
          <p14:tracePt t="82668" x="3636963" y="6203950"/>
          <p14:tracePt t="82691" x="3611563" y="6203950"/>
          <p14:tracePt t="82703" x="3560763" y="6203950"/>
          <p14:tracePt t="82713" x="3502025" y="6203950"/>
          <p14:tracePt t="82724" x="3467100" y="6203950"/>
          <p14:tracePt t="82737" x="3433763" y="6203950"/>
          <p14:tracePt t="82747" x="3382963" y="6203950"/>
          <p14:tracePt t="82758" x="3330575" y="6203950"/>
          <p14:tracePt t="82770" x="3279775" y="6203950"/>
          <p14:tracePt t="82781" x="3254375" y="6203950"/>
          <p14:tracePt t="82792" x="3195638" y="6203950"/>
          <p14:tracePt t="82803" x="3144838" y="6203950"/>
          <p14:tracePt t="82814" x="3084513" y="6203950"/>
          <p14:tracePt t="82826" x="3000375" y="6203950"/>
          <p14:tracePt t="82837" x="2922588" y="6194425"/>
          <p14:tracePt t="82848" x="2838450" y="6178550"/>
          <p14:tracePt t="82859" x="2762250" y="6169025"/>
          <p14:tracePt t="82871" x="2693988" y="6161088"/>
          <p14:tracePt t="82882" x="2633663" y="6161088"/>
          <p14:tracePt t="82893" x="2574925" y="6153150"/>
          <p14:tracePt t="82904" x="2516188" y="6135688"/>
          <p14:tracePt t="82916" x="2455863" y="6127750"/>
          <p14:tracePt t="82927" x="2397125" y="6127750"/>
          <p14:tracePt t="82938" x="2319338" y="6118225"/>
          <p14:tracePt t="82954" x="2260600" y="6110288"/>
          <p14:tracePt t="82961" x="2192338" y="6102350"/>
          <p14:tracePt t="82972" x="2149475" y="6102350"/>
          <p14:tracePt t="82983" x="2133600" y="6102350"/>
          <p14:tracePt t="82994" x="2124075" y="6102350"/>
          <p14:tracePt t="85381" x="2141538" y="6110288"/>
          <p14:tracePt t="85391" x="2174875" y="6118225"/>
          <p14:tracePt t="85402" x="2217738" y="6127750"/>
          <p14:tracePt t="85413" x="2252663" y="6127750"/>
          <p14:tracePt t="85424" x="2686050" y="6169025"/>
          <p14:tracePt t="85436" x="3160713" y="6229350"/>
          <p14:tracePt t="85447" x="3543300" y="6262688"/>
          <p14:tracePt t="85458" x="3816350" y="6280150"/>
          <p14:tracePt t="85469" x="3968750" y="6297613"/>
          <p14:tracePt t="85481" x="4095750" y="6305550"/>
          <p14:tracePt t="85492" x="4181475" y="6313488"/>
          <p14:tracePt t="85504" x="4265613" y="6330950"/>
          <p14:tracePt t="85514" x="4368800" y="6338888"/>
          <p14:tracePt t="85526" x="4495800" y="6348413"/>
          <p14:tracePt t="85537" x="4640263" y="6348413"/>
          <p14:tracePt t="85548" x="4792663" y="6365875"/>
          <p14:tracePt t="85559" x="5013325" y="6373813"/>
          <p14:tracePt t="85571" x="5276850" y="6391275"/>
          <p14:tracePt t="85582" x="5481638" y="6391275"/>
          <p14:tracePt t="85593" x="5634038" y="6391275"/>
          <p14:tracePt t="85604" x="5753100" y="6391275"/>
          <p14:tracePt t="85616" x="5821363" y="6391275"/>
          <p14:tracePt t="85627" x="5838825" y="6391275"/>
          <p14:tracePt t="85638" x="5872163" y="6407150"/>
          <p14:tracePt t="85650" x="5889625" y="6407150"/>
          <p14:tracePt t="85661" x="5957888" y="6407150"/>
          <p14:tracePt t="85672" x="6059488" y="6407150"/>
          <p14:tracePt t="85683" x="6153150" y="6407150"/>
          <p14:tracePt t="85694" x="6272213" y="6407150"/>
          <p14:tracePt t="85706" x="6391275" y="6407150"/>
          <p14:tracePt t="85717" x="6551613" y="6407150"/>
          <p14:tracePt t="85728" x="6680200" y="6407150"/>
          <p14:tracePt t="85739" x="6772275" y="6407150"/>
          <p14:tracePt t="85751" x="6875463" y="6407150"/>
          <p14:tracePt t="85762" x="6959600" y="6407150"/>
          <p14:tracePt t="85773" x="7061200" y="6407150"/>
          <p14:tracePt t="85784" x="7146925" y="6407150"/>
          <p14:tracePt t="85796" x="7240588" y="6407150"/>
          <p14:tracePt t="85807" x="7316788" y="6407150"/>
          <p14:tracePt t="85818" x="7402513" y="6407150"/>
          <p14:tracePt t="85829" x="7469188" y="6407150"/>
          <p14:tracePt t="85841" x="7537450" y="6407150"/>
          <p14:tracePt t="85852" x="7613650" y="6407150"/>
          <p14:tracePt t="85863" x="7673975" y="6407150"/>
          <p14:tracePt t="85874" x="7742238" y="6407150"/>
          <p14:tracePt t="85886" x="7783513" y="6407150"/>
          <p14:tracePt t="85897" x="7826375" y="6407150"/>
          <p14:tracePt t="85908" x="7843838" y="6407150"/>
          <p14:tracePt t="85919" x="7851775" y="6407150"/>
          <p14:tracePt t="85987" x="7835900" y="6407150"/>
          <p14:tracePt t="85998" x="7826375" y="6407150"/>
          <p14:tracePt t="86009" x="7800975" y="6407150"/>
          <p14:tracePt t="86021" x="7783513" y="6407150"/>
          <p14:tracePt t="86032" x="7758113" y="6407150"/>
          <p14:tracePt t="86043" x="7681913" y="6407150"/>
          <p14:tracePt t="86054" x="7554913" y="6407150"/>
          <p14:tracePt t="86067" x="7402513" y="6407150"/>
          <p14:tracePt t="86077" x="7240588" y="6407150"/>
          <p14:tracePt t="86088" x="7053263" y="6407150"/>
          <p14:tracePt t="86100" x="6815138" y="6407150"/>
          <p14:tracePt t="86111" x="6611938" y="6407150"/>
          <p14:tracePt t="86122" x="6432550" y="6424613"/>
          <p14:tracePt t="86133" x="6229350" y="6424613"/>
          <p14:tracePt t="86144" x="6049963" y="6424613"/>
          <p14:tracePt t="86156" x="5880100" y="6424613"/>
          <p14:tracePt t="86167" x="5702300" y="6424613"/>
          <p14:tracePt t="86178" x="5497513" y="6424613"/>
          <p14:tracePt t="86189" x="5294313" y="6424613"/>
          <p14:tracePt t="86201" x="5064125" y="6424613"/>
          <p14:tracePt t="86212" x="4827588" y="6424613"/>
          <p14:tracePt t="86223" x="4622800" y="6424613"/>
          <p14:tracePt t="86234" x="4419600" y="6424613"/>
          <p14:tracePt t="86246" x="4249738" y="6424613"/>
          <p14:tracePt t="86257" x="4105275" y="6424613"/>
          <p14:tracePt t="86268" x="3994150" y="6424613"/>
          <p14:tracePt t="86279" x="3892550" y="6424613"/>
          <p14:tracePt t="86291" x="3798888" y="6424613"/>
          <p14:tracePt t="86302" x="3713163" y="6424613"/>
          <p14:tracePt t="86313" x="3629025" y="6424613"/>
          <p14:tracePt t="86324" x="3527425" y="6424613"/>
          <p14:tracePt t="86336" x="3408363" y="6416675"/>
          <p14:tracePt t="86347" x="3314700" y="6416675"/>
          <p14:tracePt t="86359" x="3211513" y="6416675"/>
          <p14:tracePt t="86369" x="3127375" y="6416675"/>
          <p14:tracePt t="86381" x="3041650" y="6407150"/>
          <p14:tracePt t="86392" x="2965450" y="6399213"/>
          <p14:tracePt t="86403" x="2897188" y="6391275"/>
          <p14:tracePt t="86414" x="2838450" y="6391275"/>
          <p14:tracePt t="86426" x="2752725" y="6373813"/>
          <p14:tracePt t="86437" x="2660650" y="6365875"/>
          <p14:tracePt t="86448" x="2592388" y="6356350"/>
          <p14:tracePt t="86459" x="2532063" y="6348413"/>
          <p14:tracePt t="86471" x="2473325" y="6330950"/>
          <p14:tracePt t="86483" x="2413000" y="6323013"/>
          <p14:tracePt t="86493" x="2362200" y="6305550"/>
          <p14:tracePt t="86504" x="2303463" y="6297613"/>
          <p14:tracePt t="86516" x="2268538" y="6280150"/>
          <p14:tracePt t="86527" x="2227263" y="6272213"/>
          <p14:tracePt t="86538" x="2192338" y="6254750"/>
          <p14:tracePt t="86550" x="2159000" y="6246813"/>
          <p14:tracePt t="86561" x="2124075" y="6229350"/>
          <p14:tracePt t="86572" x="2098675" y="6221413"/>
          <p14:tracePt t="86584" x="2065338" y="6211888"/>
          <p14:tracePt t="86594" x="2039938" y="6203950"/>
          <p14:tracePt t="86606" x="2005013" y="6194425"/>
          <p14:tracePt t="86762" x="2005013" y="6186488"/>
          <p14:tracePt t="86897" x="2005013" y="6178550"/>
          <p14:tracePt t="86988" x="2014538" y="6178550"/>
          <p14:tracePt t="86999" x="2022475" y="6178550"/>
          <p14:tracePt t="87022" x="2030413" y="6178550"/>
          <p14:tracePt t="87033" x="2039938" y="6178550"/>
          <p14:tracePt t="87056" x="2047875" y="6178550"/>
          <p14:tracePt t="87067" x="2073275" y="6178550"/>
          <p14:tracePt t="87078" x="2090738" y="6178550"/>
          <p14:tracePt t="87089" x="2108200" y="6178550"/>
          <p14:tracePt t="87101" x="2141538" y="6178550"/>
          <p14:tracePt t="87112" x="2159000" y="6178550"/>
          <p14:tracePt t="87123" x="2192338" y="6178550"/>
          <p14:tracePt t="87135" x="2227263" y="6178550"/>
          <p14:tracePt t="87145" x="2252663" y="6178550"/>
          <p14:tracePt t="87157" x="2311400" y="6178550"/>
          <p14:tracePt t="87168" x="2405063" y="6178550"/>
          <p14:tracePt t="87179" x="2524125" y="6178550"/>
          <p14:tracePt t="87191" x="2633663" y="6178550"/>
          <p14:tracePt t="87202" x="2736850" y="6178550"/>
          <p14:tracePt t="87213" x="2805113" y="6178550"/>
          <p14:tracePt t="87224" x="2846388" y="6178550"/>
          <p14:tracePt t="87236" x="2855913" y="6178550"/>
          <p14:tracePt t="87247" x="2863850" y="6178550"/>
          <p14:tracePt t="87258" x="2871788" y="6178550"/>
          <p14:tracePt t="87269" x="2897188" y="6178550"/>
          <p14:tracePt t="87281" x="2914650" y="6178550"/>
          <p14:tracePt t="87292" x="2949575" y="6178550"/>
          <p14:tracePt t="87303" x="2990850" y="6178550"/>
          <p14:tracePt t="87315" x="3025775" y="6178550"/>
          <p14:tracePt t="87326" x="3067050" y="6178550"/>
          <p14:tracePt t="87337" x="3135313" y="6178550"/>
          <p14:tracePt t="87349" x="3221038" y="6178550"/>
          <p14:tracePt t="87359" x="3297238" y="6178550"/>
          <p14:tracePt t="87371" x="3340100" y="6178550"/>
          <p14:tracePt t="87427" x="3355975" y="6178550"/>
          <p14:tracePt t="87438" x="3365500" y="6178550"/>
          <p14:tracePt t="87449" x="3373438" y="6178550"/>
          <p14:tracePt t="87461" x="3382963" y="6178550"/>
          <p14:tracePt t="87472" x="3390900" y="6178550"/>
          <p14:tracePt t="87483" x="3408363" y="6178550"/>
          <p14:tracePt t="87494" x="3441700" y="6178550"/>
          <p14:tracePt t="87506" x="3459163" y="6178550"/>
          <p14:tracePt t="87517" x="3475038" y="6178550"/>
          <p14:tracePt t="87528" x="3492500" y="6178550"/>
          <p14:tracePt t="87718" x="3502025" y="6178550"/>
          <p14:tracePt t="87720" x="3509963" y="6178550"/>
          <p14:tracePt t="87742" x="3527425" y="6186488"/>
          <p14:tracePt t="87753" x="3535363" y="6186488"/>
          <p14:tracePt t="87765" x="3560763" y="6186488"/>
          <p14:tracePt t="87776" x="3603625" y="6186488"/>
          <p14:tracePt t="87787" x="3646488" y="6186488"/>
          <p14:tracePt t="87798" x="3679825" y="6186488"/>
          <p14:tracePt t="87809" x="3722688" y="6186488"/>
          <p14:tracePt t="87821" x="3790950" y="6186488"/>
          <p14:tracePt t="87832" x="3875088" y="6186488"/>
          <p14:tracePt t="87843" x="3976688" y="6186488"/>
          <p14:tracePt t="87854" x="4087813" y="6186488"/>
          <p14:tracePt t="87866" x="4214813" y="6186488"/>
          <p14:tracePt t="87877" x="4359275" y="6186488"/>
          <p14:tracePt t="87888" x="4495800" y="6186488"/>
          <p14:tracePt t="87899" x="4622800" y="6186488"/>
          <p14:tracePt t="87911" x="4749800" y="6186488"/>
          <p14:tracePt t="87922" x="4852988" y="6186488"/>
          <p14:tracePt t="87933" x="4962525" y="6186488"/>
          <p14:tracePt t="87950" x="5048250" y="6186488"/>
          <p14:tracePt t="87955" x="5149850" y="6186488"/>
          <p14:tracePt t="87967" x="5243513" y="6186488"/>
          <p14:tracePt t="87978" x="5345113" y="6186488"/>
          <p14:tracePt t="87989" x="5430838" y="6186488"/>
          <p14:tracePt t="88001" x="5532438" y="6186488"/>
          <p14:tracePt t="88012" x="5626100" y="6186488"/>
          <p14:tracePt t="88023" x="5745163" y="6186488"/>
          <p14:tracePt t="88034" x="5829300" y="6186488"/>
          <p14:tracePt t="88045" x="5915025" y="6186488"/>
          <p14:tracePt t="88057" x="5965825" y="6186488"/>
          <p14:tracePt t="88068" x="5983288" y="6186488"/>
          <p14:tracePt t="88079" x="6024563" y="6186488"/>
          <p14:tracePt t="88091" x="6049963" y="6186488"/>
          <p14:tracePt t="88102" x="6059488" y="6186488"/>
          <p14:tracePt t="88113" x="6067425" y="6186488"/>
          <p14:tracePt t="88125" x="6076950" y="6186488"/>
          <p14:tracePt t="88136" x="6084888" y="6186488"/>
          <p14:tracePt t="88147" x="6092825" y="6186488"/>
          <p14:tracePt t="88158" x="6102350" y="6186488"/>
          <p14:tracePt t="88181" x="6110288" y="6186488"/>
          <p14:tracePt t="88281" x="6118225" y="6186488"/>
          <p14:tracePt t="89113" x="6135688" y="6186488"/>
          <p14:tracePt t="89597" x="6118225" y="6194425"/>
          <p14:tracePt t="89599" x="6118225" y="6203950"/>
          <p14:tracePt t="89609" x="6110288" y="6203950"/>
          <p14:tracePt t="89621" x="6092825" y="6203950"/>
          <p14:tracePt t="89632" x="6084888" y="6203950"/>
          <p14:tracePt t="89643" x="6059488" y="6203950"/>
          <p14:tracePt t="89654" x="6034088" y="6203950"/>
          <p14:tracePt t="89666" x="5991225" y="6211888"/>
          <p14:tracePt t="89677" x="5940425" y="6221413"/>
          <p14:tracePt t="89688" x="5897563" y="6237288"/>
          <p14:tracePt t="89699" x="5838825" y="6246813"/>
          <p14:tracePt t="89711" x="5761038" y="6254750"/>
          <p14:tracePt t="89722" x="5676900" y="6262688"/>
          <p14:tracePt t="89733" x="5557838" y="6280150"/>
          <p14:tracePt t="89744" x="5430838" y="6288088"/>
          <p14:tracePt t="89756" x="5302250" y="6297613"/>
          <p14:tracePt t="89767" x="5149850" y="6313488"/>
          <p14:tracePt t="89778" x="4997450" y="6323013"/>
          <p14:tracePt t="89789" x="4852988" y="6323013"/>
          <p14:tracePt t="89801" x="4699000" y="6338888"/>
          <p14:tracePt t="89812" x="4554538" y="6338888"/>
          <p14:tracePt t="89823" x="4419600" y="6348413"/>
          <p14:tracePt t="89834" x="4291013" y="6348413"/>
          <p14:tracePt t="89846" x="4181475" y="6356350"/>
          <p14:tracePt t="89857" x="4087813" y="6373813"/>
          <p14:tracePt t="89868" x="4002088" y="6381750"/>
          <p14:tracePt t="89881" x="3935413" y="6391275"/>
          <p14:tracePt t="89891" x="3857625" y="6399213"/>
          <p14:tracePt t="89913" x="3773488" y="6416675"/>
          <p14:tracePt t="89924" x="3697288" y="6432550"/>
          <p14:tracePt t="89936" x="3611563" y="6457950"/>
          <p14:tracePt t="89947" x="3475038" y="6475413"/>
          <p14:tracePt t="89958" x="3373438" y="6500813"/>
          <p14:tracePt t="89969" x="3305175" y="6510338"/>
          <p14:tracePt t="89981" x="3254375" y="6518275"/>
          <p14:tracePt t="89992" x="3228975" y="6526213"/>
          <p14:tracePt t="90004" x="3178175" y="6526213"/>
          <p14:tracePt t="90014" x="3152775" y="6526213"/>
          <p14:tracePt t="90026" x="3119438" y="6535738"/>
          <p14:tracePt t="90037" x="3067050" y="6543675"/>
          <p14:tracePt t="90048" x="3041650" y="6543675"/>
          <p14:tracePt t="90059" x="3025775" y="6543675"/>
          <p14:tracePt t="90071" x="3016250" y="6543675"/>
          <p14:tracePt t="90193" x="3025775" y="6543675"/>
          <p14:tracePt t="90195" x="3033713" y="6543675"/>
          <p14:tracePt t="90206" x="3041650" y="6543675"/>
          <p14:tracePt t="90217" x="3084513" y="6543675"/>
          <p14:tracePt t="90239" x="3127375" y="6543675"/>
          <p14:tracePt t="90251" x="3144838" y="6543675"/>
          <p14:tracePt t="90263" x="3203575" y="6543675"/>
          <p14:tracePt t="90273" x="3271838" y="6543675"/>
          <p14:tracePt t="90284" x="3348038" y="6543675"/>
          <p14:tracePt t="90296" x="3408363" y="6535738"/>
          <p14:tracePt t="90307" x="3416300" y="6526213"/>
          <p14:tracePt t="90318" x="3424238" y="6518275"/>
          <p14:tracePt t="90330" x="3433763" y="6518275"/>
          <p14:tracePt t="90341" x="3433763" y="6510338"/>
          <p14:tracePt t="90352" x="3441700" y="6492875"/>
          <p14:tracePt t="90363" x="3459163" y="6492875"/>
          <p14:tracePt t="90374" x="3467100" y="6492875"/>
          <p14:tracePt t="90386" x="3475038" y="6483350"/>
          <p14:tracePt t="90397" x="3502025" y="6483350"/>
          <p14:tracePt t="90408" x="3552825" y="6483350"/>
          <p14:tracePt t="90419" x="3578225" y="6483350"/>
          <p14:tracePt t="90431" x="3619500" y="6483350"/>
          <p14:tracePt t="90442" x="3662363" y="6483350"/>
          <p14:tracePt t="90453" x="3722688" y="6483350"/>
          <p14:tracePt t="90464" x="3763963" y="6475413"/>
          <p14:tracePt t="90476" x="3773488" y="6467475"/>
          <p14:tracePt t="90487" x="3773488" y="6457950"/>
          <p14:tracePt t="90498" x="3781425" y="6457950"/>
          <p14:tracePt t="90521" x="3790950" y="6450013"/>
          <p14:tracePt t="90532" x="3798888" y="6450013"/>
          <p14:tracePt t="90543" x="3806825" y="6450013"/>
          <p14:tracePt t="90554" x="3841750" y="6450013"/>
          <p14:tracePt t="90566" x="3875088" y="6450013"/>
          <p14:tracePt t="90577" x="3892550" y="6450013"/>
          <p14:tracePt t="90588" x="3908425" y="6450013"/>
          <p14:tracePt t="90599" x="3917950" y="6442075"/>
          <p14:tracePt t="90611" x="3917950" y="6432550"/>
          <p14:tracePt t="90633" x="3917950" y="6424613"/>
          <p14:tracePt t="90711" x="3925888" y="6416675"/>
          <p14:tracePt t="91352" x="3935413" y="6416675"/>
          <p14:tracePt t="91363" x="3935413" y="6424613"/>
          <p14:tracePt t="91365" x="3943350" y="6432550"/>
          <p14:tracePt t="91376" x="3943350" y="6442075"/>
          <p14:tracePt t="91387" x="3943350" y="6450013"/>
          <p14:tracePt t="92376" x="3951288" y="6457950"/>
          <p14:tracePt t="92387" x="3960813" y="6457950"/>
          <p14:tracePt t="94493" x="3994150" y="6432550"/>
          <p14:tracePt t="94502" x="4002088" y="6424613"/>
          <p14:tracePt t="94504" x="4011613" y="6416675"/>
          <p14:tracePt t="94514" x="4019550" y="6407150"/>
          <p14:tracePt t="94526" x="4037013" y="6356350"/>
          <p14:tracePt t="94537" x="4062413" y="6221413"/>
          <p14:tracePt t="94548" x="4079875" y="6118225"/>
          <p14:tracePt t="94559" x="4087813" y="6024563"/>
          <p14:tracePt t="94571" x="4105275" y="5957888"/>
          <p14:tracePt t="94582" x="4105275" y="5872163"/>
          <p14:tracePt t="94593" x="4105275" y="5795963"/>
          <p14:tracePt t="94604" x="4105275" y="5710238"/>
          <p14:tracePt t="94616" x="4105275" y="5626100"/>
          <p14:tracePt t="94627" x="4095750" y="5540375"/>
          <p14:tracePt t="94638" x="4079875" y="5456238"/>
          <p14:tracePt t="94649" x="4052888" y="5353050"/>
          <p14:tracePt t="94661" x="4019550" y="5260975"/>
          <p14:tracePt t="94672" x="3960813" y="5157788"/>
          <p14:tracePt t="94683" x="3925888" y="5064125"/>
          <p14:tracePt t="94694" x="3883025" y="4962525"/>
          <p14:tracePt t="94706" x="3841750" y="4878388"/>
          <p14:tracePt t="94717" x="3790950" y="4784725"/>
          <p14:tracePt t="94728" x="3748088" y="4716463"/>
          <p14:tracePt t="94739" x="3705225" y="4640263"/>
          <p14:tracePt t="94751" x="3654425" y="4564063"/>
          <p14:tracePt t="94762" x="3594100" y="4486275"/>
          <p14:tracePt t="94777" x="3543300" y="4435475"/>
          <p14:tracePt t="94784" x="3492500" y="4368800"/>
          <p14:tracePt t="94796" x="3441700" y="4291013"/>
          <p14:tracePt t="94807" x="3408363" y="4206875"/>
          <p14:tracePt t="94818" x="3365500" y="4113213"/>
          <p14:tracePt t="94829" x="3330575" y="4052888"/>
          <p14:tracePt t="94841" x="3305175" y="3986213"/>
          <p14:tracePt t="94852" x="3271838" y="3935413"/>
          <p14:tracePt t="94863" x="3238500" y="3900488"/>
          <p14:tracePt t="94875" x="3186113" y="3883025"/>
          <p14:tracePt t="94886" x="3135313" y="3857625"/>
          <p14:tracePt t="94897" x="3067050" y="3849688"/>
          <p14:tracePt t="94909" x="2990850" y="3849688"/>
          <p14:tracePt t="94920" x="2897188" y="3849688"/>
          <p14:tracePt t="94931" x="2795588" y="3849688"/>
          <p14:tracePt t="94942" x="2711450" y="3841750"/>
          <p14:tracePt t="94960" x="2633663" y="3832225"/>
          <p14:tracePt t="94964" x="2592388" y="3824288"/>
          <p14:tracePt t="94975" x="2557463" y="3806825"/>
          <p14:tracePt t="94987" x="2506663" y="3790950"/>
          <p14:tracePt t="95009" x="2481263" y="3790950"/>
          <p14:tracePt t="95021" x="2463800" y="3790950"/>
          <p14:tracePt t="95032" x="2422525" y="3790950"/>
          <p14:tracePt t="95043" x="2397125" y="3790950"/>
          <p14:tracePt t="95054" x="2362200" y="3790950"/>
          <p14:tracePt t="95066" x="2319338" y="3790950"/>
          <p14:tracePt t="95077" x="2286000" y="3790950"/>
          <p14:tracePt t="95099" x="2278063" y="3790950"/>
          <p14:tracePt t="95111" x="2268538" y="3790950"/>
          <p14:tracePt t="95122" x="2260600" y="3790950"/>
          <p14:tracePt t="95154" x="2252663" y="3790950"/>
          <p14:tracePt t="95188" x="2243138" y="3790950"/>
          <p14:tracePt t="95201" x="2235200" y="3790950"/>
          <p14:tracePt t="95212" x="2217738" y="3790950"/>
          <p14:tracePt t="95224" x="2209800" y="3798888"/>
          <p14:tracePt t="95234" x="2184400" y="3798888"/>
          <p14:tracePt t="95246" x="2149475" y="3806825"/>
          <p14:tracePt t="95257" x="2108200" y="3806825"/>
          <p14:tracePt t="95268" x="2047875" y="3816350"/>
          <p14:tracePt t="95279" x="2005013" y="3824288"/>
          <p14:tracePt t="95291" x="1954213" y="3832225"/>
          <p14:tracePt t="95302" x="1946275" y="3832225"/>
          <p14:tracePt t="95313" x="1938338" y="3832225"/>
          <p14:tracePt t="95325" x="1920875" y="3832225"/>
          <p14:tracePt t="95336" x="1920875" y="3841750"/>
          <p14:tracePt t="95347" x="1911350" y="3841750"/>
          <p14:tracePt t="95359" x="1895475" y="3849688"/>
          <p14:tracePt t="95369" x="1885950" y="3857625"/>
          <p14:tracePt t="95381" x="1878013" y="3867150"/>
          <p14:tracePt t="95392" x="1860550" y="3875088"/>
          <p14:tracePt t="95403" x="1860550" y="3883025"/>
          <p14:tracePt t="95414" x="1852613" y="3892550"/>
          <p14:tracePt t="95426" x="1835150" y="3917950"/>
          <p14:tracePt t="95437" x="1819275" y="3935413"/>
          <p14:tracePt t="95448" x="1801813" y="3960813"/>
          <p14:tracePt t="95460" x="1793875" y="3986213"/>
          <p14:tracePt t="95471" x="1751013" y="4019550"/>
          <p14:tracePt t="95482" x="1733550" y="4052888"/>
          <p14:tracePt t="95493" x="1708150" y="4105275"/>
          <p14:tracePt t="95504" x="1700213" y="4113213"/>
          <p14:tracePt t="95516" x="1690688" y="4130675"/>
          <p14:tracePt t="95527" x="1682750" y="4146550"/>
          <p14:tracePt t="95538" x="1674813" y="4171950"/>
          <p14:tracePt t="95561" x="1665288" y="4206875"/>
          <p14:tracePt t="95572" x="1649413" y="4232275"/>
          <p14:tracePt t="95583" x="1631950" y="4240213"/>
          <p14:tracePt t="95594" x="1614488" y="4275138"/>
          <p14:tracePt t="95605" x="1597025" y="4333875"/>
          <p14:tracePt t="95617" x="1581150" y="4359275"/>
          <p14:tracePt t="95628" x="1571625" y="4384675"/>
          <p14:tracePt t="95639" x="1563688" y="4410075"/>
          <p14:tracePt t="95651" x="1555750" y="4452938"/>
          <p14:tracePt t="95662" x="1546225" y="4495800"/>
          <p14:tracePt t="95673" x="1538288" y="4529138"/>
          <p14:tracePt t="95684" x="1520825" y="4579938"/>
          <p14:tracePt t="95696" x="1512888" y="4622800"/>
          <p14:tracePt t="95707" x="1495425" y="4657725"/>
          <p14:tracePt t="95718" x="1487488" y="4691063"/>
          <p14:tracePt t="95729" x="1487488" y="4733925"/>
          <p14:tracePt t="95742" x="1487488" y="4767263"/>
          <p14:tracePt t="95752" x="1487488" y="4810125"/>
          <p14:tracePt t="95763" x="1487488" y="4852988"/>
          <p14:tracePt t="95775" x="1487488" y="4911725"/>
          <p14:tracePt t="95786" x="1487488" y="4954588"/>
          <p14:tracePt t="95797" x="1495425" y="5013325"/>
          <p14:tracePt t="95808" x="1512888" y="5081588"/>
          <p14:tracePt t="95819" x="1538288" y="5124450"/>
          <p14:tracePt t="95831" x="1563688" y="5167313"/>
          <p14:tracePt t="95842" x="1581150" y="5200650"/>
          <p14:tracePt t="95853" x="1597025" y="5235575"/>
          <p14:tracePt t="95864" x="1614488" y="5260975"/>
          <p14:tracePt t="95876" x="1631950" y="5286375"/>
          <p14:tracePt t="95887" x="1649413" y="5302250"/>
          <p14:tracePt t="95898" x="1665288" y="5337175"/>
          <p14:tracePt t="95909" x="1690688" y="5387975"/>
          <p14:tracePt t="95921" x="1725613" y="5438775"/>
          <p14:tracePt t="95932" x="1758950" y="5489575"/>
          <p14:tracePt t="95943" x="1801813" y="5557838"/>
          <p14:tracePt t="95954" x="1852613" y="5616575"/>
          <p14:tracePt t="95975" x="1903413" y="5668963"/>
          <p14:tracePt t="95977" x="1954213" y="5735638"/>
          <p14:tracePt t="95988" x="1997075" y="5788025"/>
          <p14:tracePt t="95999" x="2039938" y="5838825"/>
          <p14:tracePt t="96011" x="2065338" y="5897563"/>
          <p14:tracePt t="96022" x="2108200" y="5940425"/>
          <p14:tracePt t="96033" x="2133600" y="5973763"/>
          <p14:tracePt t="96044" x="2174875" y="6016625"/>
          <p14:tracePt t="96056" x="2200275" y="6049963"/>
          <p14:tracePt t="96067" x="2235200" y="6076950"/>
          <p14:tracePt t="96078" x="2278063" y="6102350"/>
          <p14:tracePt t="96089" x="2319338" y="6135688"/>
          <p14:tracePt t="96101" x="2362200" y="6161088"/>
          <p14:tracePt t="96112" x="2397125" y="6178550"/>
          <p14:tracePt t="96124" x="2447925" y="6211888"/>
          <p14:tracePt t="96134" x="2498725" y="6237288"/>
          <p14:tracePt t="96146" x="2541588" y="6272213"/>
          <p14:tracePt t="96158" x="2608263" y="6313488"/>
          <p14:tracePt t="96168" x="2668588" y="6338888"/>
          <p14:tracePt t="96179" x="2719388" y="6373813"/>
          <p14:tracePt t="96191" x="2778125" y="6391275"/>
          <p14:tracePt t="96202" x="2855913" y="6416675"/>
          <p14:tracePt t="96213" x="2940050" y="6424613"/>
          <p14:tracePt t="96224" x="3016250" y="6432550"/>
          <p14:tracePt t="96236" x="3084513" y="6432550"/>
          <p14:tracePt t="96247" x="3160713" y="6432550"/>
          <p14:tracePt t="96258" x="3221038" y="6432550"/>
          <p14:tracePt t="96269" x="3297238" y="6416675"/>
          <p14:tracePt t="96281" x="3340100" y="6381750"/>
          <p14:tracePt t="96292" x="3390900" y="6338888"/>
          <p14:tracePt t="96303" x="3449638" y="6288088"/>
          <p14:tracePt t="96314" x="3502025" y="6246813"/>
          <p14:tracePt t="96326" x="3552825" y="6211888"/>
          <p14:tracePt t="96337" x="3594100" y="6178550"/>
          <p14:tracePt t="96348" x="3662363" y="6135688"/>
          <p14:tracePt t="96359" x="3713163" y="6110288"/>
          <p14:tracePt t="96371" x="3763963" y="6076950"/>
          <p14:tracePt t="96382" x="3841750" y="6034088"/>
          <p14:tracePt t="96393" x="3900488" y="5991225"/>
          <p14:tracePt t="96404" x="3951288" y="5940425"/>
          <p14:tracePt t="96416" x="4011613" y="5872163"/>
          <p14:tracePt t="96427" x="4044950" y="5795963"/>
          <p14:tracePt t="96438" x="4052888" y="5727700"/>
          <p14:tracePt t="96449" x="4062413" y="5668963"/>
          <p14:tracePt t="96461" x="4062413" y="5583238"/>
          <p14:tracePt t="96472" x="4062413" y="5497513"/>
          <p14:tracePt t="96483" x="4062413" y="5405438"/>
          <p14:tracePt t="96494" x="4037013" y="5302250"/>
          <p14:tracePt t="96506" x="4011613" y="5218113"/>
          <p14:tracePt t="96517" x="3994150" y="5141913"/>
          <p14:tracePt t="96528" x="3968750" y="5081588"/>
          <p14:tracePt t="96540" x="3951288" y="5030788"/>
          <p14:tracePt t="96551" x="3935413" y="4987925"/>
          <p14:tracePt t="96562" x="3900488" y="4937125"/>
          <p14:tracePt t="96574" x="3875088" y="4886325"/>
          <p14:tracePt t="96584" x="3841750" y="4835525"/>
          <p14:tracePt t="96596" x="3816350" y="4802188"/>
          <p14:tracePt t="96607" x="3790950" y="4767263"/>
          <p14:tracePt t="96618" x="3738563" y="4724400"/>
          <p14:tracePt t="96629" x="3697288" y="4673600"/>
          <p14:tracePt t="96641" x="3662363" y="4630738"/>
          <p14:tracePt t="96652" x="3619500" y="4597400"/>
          <p14:tracePt t="96664" x="3568700" y="4546600"/>
          <p14:tracePt t="96675" x="3527425" y="4503738"/>
          <p14:tracePt t="96686" x="3492500" y="4478338"/>
          <p14:tracePt t="96697" x="3459163" y="4452938"/>
          <p14:tracePt t="96708" x="3390900" y="4419600"/>
          <p14:tracePt t="96719" x="3348038" y="4402138"/>
          <p14:tracePt t="96731" x="3297238" y="4376738"/>
          <p14:tracePt t="96742" x="3246438" y="4359275"/>
          <p14:tracePt t="96753" x="3221038" y="4351338"/>
          <p14:tracePt t="96764" x="3170238" y="4341813"/>
          <p14:tracePt t="96776" x="3127375" y="4333875"/>
          <p14:tracePt t="96787" x="3076575" y="4316413"/>
          <p14:tracePt t="96798" x="3033713" y="4308475"/>
          <p14:tracePt t="96809" x="3000375" y="4308475"/>
          <p14:tracePt t="96821" x="2957513" y="4308475"/>
          <p14:tracePt t="96832" x="2897188" y="4308475"/>
          <p14:tracePt t="96843" x="2838450" y="4308475"/>
          <p14:tracePt t="96854" x="2787650" y="4308475"/>
          <p14:tracePt t="96866" x="2727325" y="4308475"/>
          <p14:tracePt t="96877" x="2668588" y="4316413"/>
          <p14:tracePt t="96888" x="2600325" y="4333875"/>
          <p14:tracePt t="96899" x="2557463" y="4359275"/>
          <p14:tracePt t="96911" x="2541588" y="4368800"/>
          <p14:tracePt t="96922" x="2506663" y="4394200"/>
          <p14:tracePt t="96934" x="2455863" y="4427538"/>
          <p14:tracePt t="96944" x="2430463" y="4445000"/>
          <p14:tracePt t="96959" x="2422525" y="4478338"/>
          <p14:tracePt t="96967" x="2413000" y="4513263"/>
          <p14:tracePt t="96978" x="2405063" y="4572000"/>
          <p14:tracePt t="96990" x="2397125" y="4630738"/>
          <p14:tracePt t="97001" x="2387600" y="4699000"/>
          <p14:tracePt t="97012" x="2371725" y="4784725"/>
          <p14:tracePt t="97024" x="2362200" y="4886325"/>
          <p14:tracePt t="97034" x="2362200" y="4987925"/>
          <p14:tracePt t="97046" x="2362200" y="5091113"/>
          <p14:tracePt t="97057" x="2362200" y="5175250"/>
          <p14:tracePt t="97068" x="2362200" y="5243513"/>
          <p14:tracePt t="97079" x="2362200" y="5302250"/>
          <p14:tracePt t="97091" x="2362200" y="5345113"/>
          <p14:tracePt t="97102" x="2362200" y="5380038"/>
          <p14:tracePt t="97113" x="2362200" y="5405438"/>
          <p14:tracePt t="97136" x="2362200" y="5438775"/>
          <p14:tracePt t="97147" x="2362200" y="5464175"/>
          <p14:tracePt t="97158" x="2362200" y="5497513"/>
          <p14:tracePt t="97169" x="2362200" y="5557838"/>
          <p14:tracePt t="97181" x="2379663" y="5608638"/>
          <p14:tracePt t="97192" x="2405063" y="5659438"/>
          <p14:tracePt t="97203" x="2422525" y="5702300"/>
          <p14:tracePt t="97214" x="2447925" y="5753100"/>
          <p14:tracePt t="97226" x="2481263" y="5803900"/>
          <p14:tracePt t="97237" x="2506663" y="5838825"/>
          <p14:tracePt t="97248" x="2524125" y="5854700"/>
          <p14:tracePt t="97259" x="2549525" y="5915025"/>
          <p14:tracePt t="97271" x="2566988" y="5940425"/>
          <p14:tracePt t="97282" x="2600325" y="5973763"/>
          <p14:tracePt t="97294" x="2643188" y="6024563"/>
          <p14:tracePt t="97304" x="2686050" y="6076950"/>
          <p14:tracePt t="97316" x="2711450" y="6102350"/>
          <p14:tracePt t="97327" x="2762250" y="6135688"/>
          <p14:tracePt t="97338" x="2787650" y="6161088"/>
          <p14:tracePt t="97349" x="2813050" y="6178550"/>
          <p14:tracePt t="97361" x="2846388" y="6211888"/>
          <p14:tracePt t="97372" x="2881313" y="6246813"/>
          <p14:tracePt t="97384" x="2889250" y="6246813"/>
          <p14:tracePt t="97394" x="2932113" y="6272213"/>
          <p14:tracePt t="97407" x="2982913" y="6313488"/>
          <p14:tracePt t="97417" x="3016250" y="6330950"/>
          <p14:tracePt t="97428" x="3076575" y="6356350"/>
          <p14:tracePt t="97440" x="3127375" y="6391275"/>
          <p14:tracePt t="97451" x="3160713" y="6407150"/>
          <p14:tracePt t="97462" x="3211513" y="6432550"/>
          <p14:tracePt t="97474" x="3254375" y="6450013"/>
          <p14:tracePt t="97484" x="3279775" y="6467475"/>
          <p14:tracePt t="97496" x="3314700" y="6475413"/>
          <p14:tracePt t="97507" x="3340100" y="6475413"/>
          <p14:tracePt t="97518" x="3348038" y="6483350"/>
          <p14:tracePt t="97529" x="3382963" y="6483350"/>
          <p14:tracePt t="97541" x="3398838" y="6483350"/>
          <p14:tracePt t="97552" x="3424238" y="6483350"/>
          <p14:tracePt t="97563" x="3449638" y="6467475"/>
          <p14:tracePt t="97574" x="3484563" y="6424613"/>
          <p14:tracePt t="97586" x="3517900" y="6373813"/>
          <p14:tracePt t="97597" x="3535363" y="6338888"/>
          <p14:tracePt t="97619" x="3552825" y="6323013"/>
          <p14:tracePt t="97631" x="3568700" y="6305550"/>
          <p14:tracePt t="97642" x="3586163" y="6297613"/>
          <p14:tracePt t="97664" x="3611563" y="6288088"/>
          <p14:tracePt t="97676" x="3629025" y="6272213"/>
          <p14:tracePt t="97687" x="3646488" y="6229350"/>
          <p14:tracePt t="97698" x="3654425" y="6194425"/>
          <p14:tracePt t="97709" x="3662363" y="6135688"/>
          <p14:tracePt t="97721" x="3662363" y="6110288"/>
          <p14:tracePt t="97732" x="3662363" y="6067425"/>
          <p14:tracePt t="97743" x="3662363" y="6042025"/>
          <p14:tracePt t="97754" x="3662363" y="6024563"/>
          <p14:tracePt t="97766" x="3662363" y="6008688"/>
          <p14:tracePt t="97777" x="3662363" y="5999163"/>
          <p14:tracePt t="97799" x="3679825" y="5983288"/>
          <p14:tracePt t="97811" x="3687763" y="5965825"/>
          <p14:tracePt t="97823" x="3697288" y="5965825"/>
          <p14:tracePt t="97844" x="3705225" y="5965825"/>
          <p14:tracePt t="97856" x="3713163" y="5965825"/>
          <p14:tracePt t="97867" x="3722688" y="5965825"/>
          <p14:tracePt t="97878" x="3722688" y="5957888"/>
          <p14:tracePt t="97890" x="3730625" y="5948363"/>
          <p14:tracePt t="97912" x="3738563" y="5915025"/>
          <p14:tracePt t="97923" x="3748088" y="5880100"/>
          <p14:tracePt t="97934" x="3748088" y="5864225"/>
          <p14:tracePt t="97946" x="3748088" y="5803900"/>
          <p14:tracePt t="97957" x="3748088" y="5778500"/>
          <p14:tracePt t="97974" x="3748088" y="5735638"/>
          <p14:tracePt t="97979" x="3748088" y="5684838"/>
          <p14:tracePt t="97991" x="3748088" y="5659438"/>
          <p14:tracePt t="98002" x="3748088" y="5616575"/>
          <p14:tracePt t="98013" x="3748088" y="5583238"/>
          <p14:tracePt t="98025" x="3748088" y="5540375"/>
          <p14:tracePt t="98036" x="3748088" y="5507038"/>
          <p14:tracePt t="98047" x="3748088" y="5464175"/>
          <p14:tracePt t="98058" x="3748088" y="5446713"/>
          <p14:tracePt t="98069" x="3748088" y="5413375"/>
          <p14:tracePt t="98081" x="3748088" y="5380038"/>
          <p14:tracePt t="98092" x="3748088" y="5353050"/>
          <p14:tracePt t="98103" x="3748088" y="5337175"/>
          <p14:tracePt t="98114" x="3738563" y="5311775"/>
          <p14:tracePt t="98126" x="3722688" y="5268913"/>
          <p14:tracePt t="98137" x="3713163" y="5208588"/>
          <p14:tracePt t="98148" x="3697288" y="5149850"/>
          <p14:tracePt t="98159" x="3679825" y="5081588"/>
          <p14:tracePt t="98171" x="3679825" y="5056188"/>
          <p14:tracePt t="98182" x="3662363" y="5005388"/>
          <p14:tracePt t="98193" x="3654425" y="4962525"/>
          <p14:tracePt t="98204" x="3636963" y="4929188"/>
          <p14:tracePt t="98216" x="3619500" y="4903788"/>
          <p14:tracePt t="98227" x="3611563" y="4878388"/>
          <p14:tracePt t="98239" x="3611563" y="4860925"/>
          <p14:tracePt t="98249" x="3611563" y="4843463"/>
          <p14:tracePt t="98261" x="3594100" y="4810125"/>
          <p14:tracePt t="98273" x="3578225" y="4775200"/>
          <p14:tracePt t="98284" x="3568700" y="4749800"/>
          <p14:tracePt t="98294" x="3543300" y="4716463"/>
          <p14:tracePt t="98306" x="3527425" y="4665663"/>
          <p14:tracePt t="98317" x="3509963" y="4657725"/>
          <p14:tracePt t="98328" x="3475038" y="4614863"/>
          <p14:tracePt t="98339" x="3449638" y="4597400"/>
          <p14:tracePt t="98351" x="3433763" y="4572000"/>
          <p14:tracePt t="98362" x="3416300" y="4554538"/>
          <p14:tracePt t="98374" x="3408363" y="4538663"/>
          <p14:tracePt t="98384" x="3398838" y="4529138"/>
          <p14:tracePt t="98396" x="3398838" y="4521200"/>
          <p14:tracePt t="98407" x="3390900" y="4513263"/>
          <p14:tracePt t="98418" x="3382963" y="4503738"/>
          <p14:tracePt t="98441" x="3382963" y="4486275"/>
          <p14:tracePt t="98452" x="3365500" y="4460875"/>
          <p14:tracePt t="98463" x="3340100" y="4445000"/>
          <p14:tracePt t="98475" x="3314700" y="4435475"/>
          <p14:tracePt t="98486" x="3289300" y="4419600"/>
          <p14:tracePt t="98497" x="3254375" y="4410075"/>
          <p14:tracePt t="98508" x="3238500" y="4402138"/>
          <p14:tracePt t="98519" x="3203575" y="4402138"/>
          <p14:tracePt t="98541" x="3170238" y="4402138"/>
          <p14:tracePt t="98542" x="3127375" y="4402138"/>
          <p14:tracePt t="98553" x="3094038" y="4402138"/>
          <p14:tracePt t="98564" x="3051175" y="4402138"/>
          <p14:tracePt t="98576" x="3033713" y="4402138"/>
          <p14:tracePt t="98587" x="3025775" y="4402138"/>
          <p14:tracePt t="98598" x="3016250" y="4402138"/>
          <p14:tracePt t="98654" x="3016250" y="4410075"/>
          <p14:tracePt t="98666" x="3016250" y="4419600"/>
          <p14:tracePt t="98677" x="3016250" y="4427538"/>
          <p14:tracePt t="98700" x="3016250" y="4445000"/>
          <p14:tracePt t="98722" x="3016250" y="4452938"/>
          <p14:tracePt t="98733" x="3016250" y="4460875"/>
          <p14:tracePt t="98856" x="3008313" y="4460875"/>
          <p14:tracePt t="98857" x="3000375" y="4460875"/>
          <p14:tracePt t="98879" x="2965450" y="4460875"/>
          <p14:tracePt t="98891" x="2949575" y="4452938"/>
          <p14:tracePt t="98902" x="2897188" y="4452938"/>
          <p14:tracePt t="98913" x="2838450" y="4435475"/>
          <p14:tracePt t="98924" x="2813050" y="4435475"/>
          <p14:tracePt t="98936" x="2770188" y="4419600"/>
          <p14:tracePt t="98955" x="2693988" y="4384675"/>
          <p14:tracePt t="98958" x="2617788" y="4359275"/>
          <p14:tracePt t="98969" x="2557463" y="4333875"/>
          <p14:tracePt t="98981" x="2498725" y="4308475"/>
          <p14:tracePt t="98992" x="2447925" y="4291013"/>
          <p14:tracePt t="99003" x="2405063" y="4283075"/>
          <p14:tracePt t="99014" x="2344738" y="4283075"/>
          <p14:tracePt t="99026" x="2303463" y="4283075"/>
          <p14:tracePt t="99037" x="2260600" y="4283075"/>
          <p14:tracePt t="99048" x="2209800" y="4283075"/>
          <p14:tracePt t="99059" x="2184400" y="4283075"/>
          <p14:tracePt t="99071" x="2166938" y="4283075"/>
          <p14:tracePt t="99082" x="2159000" y="4283075"/>
          <p14:tracePt t="99093" x="2149475" y="4283075"/>
          <p14:tracePt t="99105" x="2133600" y="4275138"/>
          <p14:tracePt t="99116" x="2116138" y="4257675"/>
          <p14:tracePt t="99127" x="2098675" y="4257675"/>
          <p14:tracePt t="99138" x="2047875" y="4232275"/>
          <p14:tracePt t="99149" x="2047875" y="4224338"/>
          <p14:tracePt t="99161" x="2039938" y="4224338"/>
          <p14:tracePt t="99172" x="2030413" y="4214813"/>
          <p14:tracePt t="99183" x="2022475" y="4206875"/>
          <p14:tracePt t="99194" x="2014538" y="4197350"/>
          <p14:tracePt t="99206" x="2005013" y="4189413"/>
          <p14:tracePt t="99217" x="2005013" y="4181475"/>
          <p14:tracePt t="99228" x="1997075" y="4171950"/>
          <p14:tracePt t="99251" x="1997075" y="4164013"/>
          <p14:tracePt t="99272" x="1997075" y="4156075"/>
          <p14:tracePt t="99294" x="2005013" y="4146550"/>
          <p14:tracePt t="99306" x="2014538" y="4138613"/>
          <p14:tracePt t="99318" x="2039938" y="4130675"/>
          <p14:tracePt t="99329" x="2047875" y="4130675"/>
          <p14:tracePt t="99341" x="2055813" y="4130675"/>
          <p14:tracePt t="99352" x="2065338" y="4130675"/>
          <p14:tracePt t="99363" x="2073275" y="4130675"/>
          <p14:tracePt t="99374" x="2124075" y="4105275"/>
          <p14:tracePt t="99386" x="2149475" y="4105275"/>
          <p14:tracePt t="99397" x="2192338" y="4095750"/>
          <p14:tracePt t="99408" x="2286000" y="4087813"/>
          <p14:tracePt t="99419" x="2387600" y="4062413"/>
          <p14:tracePt t="99431" x="2516188" y="4052888"/>
          <p14:tracePt t="99453" x="2651125" y="4027488"/>
          <p14:tracePt t="99464" x="2795588" y="4019550"/>
          <p14:tracePt t="99476" x="2949575" y="4011613"/>
          <p14:tracePt t="99487" x="3228975" y="3994150"/>
          <p14:tracePt t="99498" x="3433763" y="3994150"/>
          <p14:tracePt t="99509" x="3636963" y="3994150"/>
          <p14:tracePt t="99521" x="3824288" y="3976688"/>
          <p14:tracePt t="99532" x="4062413" y="3960813"/>
          <p14:tracePt t="99544" x="4325938" y="3960813"/>
          <p14:tracePt t="99555" x="4640263" y="3960813"/>
          <p14:tracePt t="99566" x="4929188" y="3960813"/>
          <p14:tracePt t="99577" x="5132388" y="3960813"/>
          <p14:tracePt t="99588" x="5286375" y="3960813"/>
          <p14:tracePt t="99599" x="5387975" y="3960813"/>
          <p14:tracePt t="99611" x="5446713" y="3960813"/>
          <p14:tracePt t="99622" x="5489575" y="3960813"/>
          <p14:tracePt t="99633" x="5532438" y="3960813"/>
          <p14:tracePt t="99644" x="5565775" y="3960813"/>
          <p14:tracePt t="99656" x="5600700" y="3960813"/>
          <p14:tracePt t="99667" x="5616575" y="3960813"/>
          <p14:tracePt t="99678" x="5651500" y="3960813"/>
          <p14:tracePt t="99689" x="5694363" y="3951288"/>
          <p14:tracePt t="99701" x="5727700" y="3951288"/>
          <p14:tracePt t="99712" x="5761038" y="3943350"/>
          <p14:tracePt t="99723" x="5803900" y="3925888"/>
          <p14:tracePt t="99734" x="5838825" y="3908425"/>
          <p14:tracePt t="99746" x="5864225" y="3900488"/>
          <p14:tracePt t="99757" x="5872163" y="3900488"/>
          <p14:tracePt t="99768" x="5880100" y="3892550"/>
          <p14:tracePt t="99779" x="5880100" y="3883025"/>
          <p14:tracePt t="99791" x="5889625" y="3883025"/>
          <p14:tracePt t="99802" x="5889625" y="3867150"/>
          <p14:tracePt t="99813" x="5889625" y="3857625"/>
          <p14:tracePt t="99824" x="5889625" y="3832225"/>
          <p14:tracePt t="99836" x="5889625" y="3816350"/>
          <p14:tracePt t="99847" x="5889625" y="3798888"/>
          <p14:tracePt t="99858" x="5864225" y="3790950"/>
          <p14:tracePt t="99869" x="5803900" y="3773488"/>
          <p14:tracePt t="99881" x="5710238" y="3763963"/>
          <p14:tracePt t="99892" x="5608638" y="3756025"/>
          <p14:tracePt t="99903" x="5497513" y="3756025"/>
          <p14:tracePt t="99914" x="5405438" y="3756025"/>
          <p14:tracePt t="99926" x="5302250" y="3748088"/>
          <p14:tracePt t="99938" x="5226050" y="3748088"/>
          <p14:tracePt t="99957" x="5157788" y="3730625"/>
          <p14:tracePt t="99959" x="5073650" y="3722688"/>
          <p14:tracePt t="99971" x="4997450" y="3722688"/>
          <p14:tracePt t="99982" x="4929188" y="3722688"/>
          <p14:tracePt t="99994" x="4843463" y="3722688"/>
          <p14:tracePt t="100005" x="4759325" y="3722688"/>
          <p14:tracePt t="100016" x="4673600" y="3722688"/>
          <p14:tracePt t="100027" x="4589463" y="3722688"/>
          <p14:tracePt t="100038" x="4503738" y="3722688"/>
          <p14:tracePt t="100049" x="4419600" y="3722688"/>
          <p14:tracePt t="100061" x="4341813" y="3722688"/>
          <p14:tracePt t="100072" x="4283075" y="3722688"/>
          <p14:tracePt t="100083" x="4214813" y="3722688"/>
          <p14:tracePt t="100094" x="4146550" y="3722688"/>
          <p14:tracePt t="100106" x="4087813" y="3722688"/>
          <p14:tracePt t="100117" x="4070350" y="3722688"/>
          <p14:tracePt t="100128" x="4019550" y="3722688"/>
          <p14:tracePt t="100139" x="3960813" y="3722688"/>
          <p14:tracePt t="100151" x="3935413" y="3722688"/>
          <p14:tracePt t="100162" x="3892550" y="3722688"/>
          <p14:tracePt t="100173" x="3824288" y="3722688"/>
          <p14:tracePt t="100184" x="3756025" y="3722688"/>
          <p14:tracePt t="100196" x="3671888" y="3722688"/>
          <p14:tracePt t="100207" x="3568700" y="3722688"/>
          <p14:tracePt t="100218" x="3467100" y="3722688"/>
          <p14:tracePt t="100229" x="3382963" y="3722688"/>
          <p14:tracePt t="100241" x="3314700" y="3722688"/>
          <p14:tracePt t="100252" x="3254375" y="3722688"/>
          <p14:tracePt t="100264" x="3195638" y="3722688"/>
          <p14:tracePt t="100274" x="3135313" y="3722688"/>
          <p14:tracePt t="100286" x="3084513" y="3722688"/>
          <p14:tracePt t="100297" x="3025775" y="3722688"/>
          <p14:tracePt t="100308" x="2965450" y="3722688"/>
          <p14:tracePt t="100319" x="2906713" y="3722688"/>
          <p14:tracePt t="100331" x="2863850" y="3722688"/>
          <p14:tracePt t="100342" x="2820988" y="3722688"/>
          <p14:tracePt t="100354" x="2787650" y="3722688"/>
          <p14:tracePt t="100364" x="2744788" y="3722688"/>
          <p14:tracePt t="100376" x="2719388" y="3722688"/>
          <p14:tracePt t="100387" x="2686050" y="3722688"/>
          <p14:tracePt t="100398" x="2651125" y="3722688"/>
          <p14:tracePt t="100409" x="2617788" y="3722688"/>
          <p14:tracePt t="100421" x="2582863" y="3722688"/>
          <p14:tracePt t="100432" x="2557463" y="3722688"/>
          <p14:tracePt t="100443" x="2532063" y="3722688"/>
          <p14:tracePt t="100454" x="2498725" y="3722688"/>
          <p14:tracePt t="100466" x="2489200" y="3722688"/>
          <p14:tracePt t="100588" x="2481263" y="3722688"/>
          <p14:tracePt t="100926" x="2473325" y="3722688"/>
          <p14:tracePt t="100938" x="2463800" y="3722688"/>
          <p14:tracePt t="100949" x="2455863" y="3730625"/>
          <p14:tracePt t="100961" x="2438400" y="3738563"/>
          <p14:tracePt t="100972" x="2413000" y="3763963"/>
          <p14:tracePt t="100983" x="2387600" y="3773488"/>
          <p14:tracePt t="100994" x="2371725" y="3790950"/>
          <p14:tracePt t="101006" x="2362200" y="3806825"/>
          <p14:tracePt t="101028" x="2344738" y="3816350"/>
          <p14:tracePt t="101039" x="2336800" y="3816350"/>
          <p14:tracePt t="101546" x="2336800" y="3824288"/>
          <p14:tracePt t="101557" x="2336800" y="3832225"/>
          <p14:tracePt t="101579" x="2344738" y="3832225"/>
          <p14:tracePt t="101591" x="2354263" y="3832225"/>
          <p14:tracePt t="101613" x="2362200" y="3841750"/>
          <p14:tracePt t="101781" x="2371725" y="3841750"/>
          <p14:tracePt t="101782" x="2387600" y="3849688"/>
          <p14:tracePt t="101793" x="2397125" y="3857625"/>
          <p14:tracePt t="101805" x="2405063" y="3857625"/>
          <p14:tracePt t="101816" x="2413000" y="3857625"/>
          <p14:tracePt t="101827" x="2430463" y="3857625"/>
          <p14:tracePt t="101838" x="2481263" y="3867150"/>
          <p14:tracePt t="101849" x="2506663" y="3867150"/>
          <p14:tracePt t="101861" x="2549525" y="3867150"/>
          <p14:tracePt t="101872" x="2617788" y="3867150"/>
          <p14:tracePt t="101883" x="2719388" y="3867150"/>
          <p14:tracePt t="101894" x="2855913" y="3867150"/>
          <p14:tracePt t="101906" x="3033713" y="3867150"/>
          <p14:tracePt t="101917" x="3305175" y="3849688"/>
          <p14:tracePt t="101928" x="3713163" y="3832225"/>
          <p14:tracePt t="101939" x="4181475" y="3790950"/>
          <p14:tracePt t="101954" x="4792663" y="3748088"/>
          <p14:tracePt t="101962" x="5456238" y="3705225"/>
          <p14:tracePt t="101973" x="6178550" y="3687763"/>
          <p14:tracePt t="101984" x="6959600" y="3662363"/>
          <p14:tracePt t="101996" x="7767638" y="3646488"/>
          <p14:tracePt t="102007" x="8540750" y="3619500"/>
        </p14:tracePtLst>
      </p14:laserTraceLst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B91A-2BDD-4836-B590-2E5E747C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Улучшение эффективности поиска подстроки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81C37E20-0335-42F2-97F1-17F7E5A8BEC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49" y="2627602"/>
            <a:ext cx="2191092" cy="1516910"/>
          </a:xfrm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3EFF3F1F-367C-4A93-ADC6-8653243CF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49600" y="2198255"/>
            <a:ext cx="5467929" cy="4294618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Цель</a:t>
            </a:r>
            <a:r>
              <a:rPr lang="ru-RU" dirty="0"/>
              <a:t> улучшений – по возможности при поиске сдвинуть образец на </a:t>
            </a:r>
            <a:r>
              <a:rPr lang="en-US" dirty="0"/>
              <a:t>&gt;</a:t>
            </a:r>
            <a:r>
              <a:rPr lang="ru-RU" dirty="0"/>
              <a:t>1 позицию</a:t>
            </a:r>
          </a:p>
          <a:p>
            <a:r>
              <a:rPr lang="ru-RU" dirty="0"/>
              <a:t>Механизм – </a:t>
            </a:r>
            <a:r>
              <a:rPr lang="ru-RU" b="1" dirty="0" err="1"/>
              <a:t>препроцессинг</a:t>
            </a:r>
            <a:r>
              <a:rPr lang="ru-RU" dirty="0"/>
              <a:t> – это предварительная обработка </a:t>
            </a:r>
            <a:r>
              <a:rPr lang="ru-RU" b="1" dirty="0"/>
              <a:t>образца</a:t>
            </a:r>
            <a:r>
              <a:rPr lang="ru-RU" dirty="0"/>
              <a:t>, позволяющая учесть частичные совпадения с текстом</a:t>
            </a:r>
          </a:p>
          <a:p>
            <a:r>
              <a:rPr lang="ru-RU" u="sng" dirty="0"/>
              <a:t>Реализации</a:t>
            </a:r>
            <a:r>
              <a:rPr lang="ru-RU" dirty="0"/>
              <a:t>:</a:t>
            </a:r>
          </a:p>
          <a:p>
            <a:pPr marL="360363" indent="-360363">
              <a:buFont typeface="+mj-lt"/>
              <a:buAutoNum type="arabicPeriod"/>
            </a:pPr>
            <a:r>
              <a:rPr lang="ru-RU" dirty="0"/>
              <a:t>Алгоритм </a:t>
            </a:r>
            <a:r>
              <a:rPr lang="ru-RU" b="1" dirty="0"/>
              <a:t>Кнута-Морриса-</a:t>
            </a:r>
            <a:r>
              <a:rPr lang="ru-RU" b="1" dirty="0" err="1"/>
              <a:t>Пратта</a:t>
            </a:r>
            <a:r>
              <a:rPr lang="ru-RU" b="1" dirty="0"/>
              <a:t> </a:t>
            </a:r>
            <a:r>
              <a:rPr lang="ru-RU" dirty="0"/>
              <a:t>                  →</a:t>
            </a:r>
            <a:endParaRPr lang="ru-RU" b="1" dirty="0"/>
          </a:p>
          <a:p>
            <a:pPr marL="360363" indent="-360363">
              <a:buFont typeface="+mj-lt"/>
              <a:buAutoNum type="arabicPeriod"/>
            </a:pPr>
            <a:r>
              <a:rPr lang="ru-RU" dirty="0"/>
              <a:t>Алгоритм </a:t>
            </a:r>
            <a:r>
              <a:rPr lang="ru-RU" b="1" dirty="0" err="1"/>
              <a:t>Бойера</a:t>
            </a:r>
            <a:r>
              <a:rPr lang="ru-RU" b="1" dirty="0"/>
              <a:t>-Мура</a:t>
            </a:r>
            <a:endParaRPr lang="ru-RU" dirty="0"/>
          </a:p>
          <a:p>
            <a:pPr marL="360363" indent="-360363">
              <a:buFont typeface="+mj-lt"/>
              <a:buAutoNum type="arabicPeriod"/>
            </a:pPr>
            <a:r>
              <a:rPr lang="ru-RU" dirty="0"/>
              <a:t>Алгоритм </a:t>
            </a:r>
            <a:r>
              <a:rPr lang="ru-RU" b="1" dirty="0"/>
              <a:t>конечного автомата</a:t>
            </a:r>
            <a:r>
              <a:rPr lang="ru-RU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07397F-9CBD-4169-A147-47078858F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4973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065D458-79BF-4616-B624-5D8569A45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87360"/>
          </a:xfrm>
        </p:spPr>
        <p:txBody>
          <a:bodyPr>
            <a:normAutofit fontScale="90000"/>
          </a:bodyPr>
          <a:lstStyle/>
          <a:p>
            <a:r>
              <a:rPr lang="ru-RU" dirty="0"/>
              <a:t>1. Алгоритм </a:t>
            </a:r>
            <a:br>
              <a:rPr lang="ru-RU" dirty="0"/>
            </a:br>
            <a:r>
              <a:rPr lang="ru-RU" dirty="0"/>
              <a:t>Кнута-Морриса-</a:t>
            </a:r>
            <a:r>
              <a:rPr lang="ru-RU" dirty="0" err="1"/>
              <a:t>Пратта</a:t>
            </a:r>
            <a:r>
              <a:rPr lang="ru-RU" dirty="0"/>
              <a:t> (КМП)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3A681B-279A-4791-B0CB-8F074918F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782618"/>
            <a:ext cx="7886700" cy="2503055"/>
          </a:xfrm>
        </p:spPr>
        <p:txBody>
          <a:bodyPr>
            <a:normAutofit fontScale="92500"/>
          </a:bodyPr>
          <a:lstStyle/>
          <a:p>
            <a:r>
              <a:rPr lang="ru-RU" dirty="0"/>
              <a:t>1970-е, </a:t>
            </a:r>
            <a:r>
              <a:rPr lang="ru-RU" dirty="0" err="1"/>
              <a:t>Д.Кнут</a:t>
            </a:r>
            <a:r>
              <a:rPr lang="ru-RU" dirty="0"/>
              <a:t> и </a:t>
            </a:r>
            <a:r>
              <a:rPr lang="ru-RU" dirty="0" err="1"/>
              <a:t>В.Пратт</a:t>
            </a:r>
            <a:r>
              <a:rPr lang="ru-RU" dirty="0"/>
              <a:t> и, независимо от них, </a:t>
            </a:r>
            <a:r>
              <a:rPr lang="ru-RU" dirty="0" err="1"/>
              <a:t>Д.Моррис</a:t>
            </a:r>
            <a:endParaRPr lang="ru-RU" dirty="0"/>
          </a:p>
          <a:p>
            <a:r>
              <a:rPr lang="ru-RU" dirty="0"/>
              <a:t>При </a:t>
            </a:r>
            <a:r>
              <a:rPr lang="ru-RU" b="1" dirty="0"/>
              <a:t>каждом несовпадении </a:t>
            </a:r>
            <a:r>
              <a:rPr lang="ru-RU" dirty="0"/>
              <a:t>пары символов </a:t>
            </a:r>
            <a:r>
              <a:rPr lang="ru-RU" u="sng" dirty="0"/>
              <a:t>важно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Обеспечить </a:t>
            </a:r>
            <a:r>
              <a:rPr lang="ru-RU" b="1" dirty="0"/>
              <a:t>максимально допустимый </a:t>
            </a:r>
            <a:r>
              <a:rPr lang="ru-RU" dirty="0"/>
              <a:t>сдвиг образца</a:t>
            </a:r>
          </a:p>
          <a:p>
            <a:pPr lvl="1"/>
            <a:r>
              <a:rPr lang="ru-RU" dirty="0"/>
              <a:t>Гарантированно </a:t>
            </a:r>
            <a:r>
              <a:rPr lang="ru-RU" b="1" dirty="0"/>
              <a:t>избежать пропуска </a:t>
            </a:r>
            <a:r>
              <a:rPr lang="ru-RU" dirty="0"/>
              <a:t>вхождений – величина сдвига должна вычисляться отдельно.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DEB3DDA-B19D-4514-9D88-D9B864FDF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832" y="4392102"/>
            <a:ext cx="4760336" cy="20915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4929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497"/>
    </mc:Choice>
    <mc:Fallback xmlns="">
      <p:transition spd="slow" advTm="72497"/>
    </mc:Fallback>
  </mc:AlternateContent>
  <p:extLst>
    <p:ext uri="{3A86A75C-4F4B-4683-9AE1-C65F6400EC91}">
      <p14:laserTraceLst xmlns:p14="http://schemas.microsoft.com/office/powerpoint/2010/main">
        <p14:tracePtLst>
          <p14:tracePt t="8980" x="8761413" y="2846388"/>
          <p14:tracePt t="8991" x="8455025" y="2795588"/>
          <p14:tracePt t="9003" x="8208963" y="2762250"/>
          <p14:tracePt t="9014" x="7988300" y="2719388"/>
          <p14:tracePt t="9025" x="7793038" y="2693988"/>
          <p14:tracePt t="9036" x="7631113" y="2668588"/>
          <p14:tracePt t="9048" x="7486650" y="2643188"/>
          <p14:tracePt t="9059" x="7359650" y="2617788"/>
          <p14:tracePt t="9070" x="7232650" y="2600325"/>
          <p14:tracePt t="9081" x="7121525" y="2582863"/>
          <p14:tracePt t="9093" x="7002463" y="2574925"/>
          <p14:tracePt t="9104" x="6891338" y="2566988"/>
          <p14:tracePt t="9115" x="6772275" y="2549525"/>
          <p14:tracePt t="9126" x="6662738" y="2541588"/>
          <p14:tracePt t="9138" x="6543675" y="2516188"/>
          <p14:tracePt t="9149" x="6432550" y="2489200"/>
          <p14:tracePt t="9160" x="6338888" y="2473325"/>
          <p14:tracePt t="9172" x="6272213" y="2447925"/>
          <p14:tracePt t="9183" x="6203950" y="2430463"/>
          <p14:tracePt t="9194" x="6161088" y="2413000"/>
          <p14:tracePt t="9205" x="6127750" y="2397125"/>
          <p14:tracePt t="9216" x="6110288" y="2387600"/>
          <p14:tracePt t="9228" x="6067425" y="2371725"/>
          <p14:tracePt t="9239" x="5999163" y="2336800"/>
          <p14:tracePt t="9250" x="5940425" y="2319338"/>
          <p14:tracePt t="9261" x="5905500" y="2311400"/>
          <p14:tracePt t="9272" x="5846763" y="2286000"/>
          <p14:tracePt t="9284" x="5770563" y="2268538"/>
          <p14:tracePt t="9295" x="5684838" y="2243138"/>
          <p14:tracePt t="9307" x="5591175" y="2209800"/>
          <p14:tracePt t="9318" x="5524500" y="2192338"/>
          <p14:tracePt t="9329" x="5446713" y="2166938"/>
          <p14:tracePt t="9340" x="5353050" y="2149475"/>
          <p14:tracePt t="9351" x="5268913" y="2124075"/>
          <p14:tracePt t="9363" x="5157788" y="2098675"/>
          <p14:tracePt t="9374" x="5038725" y="2090738"/>
          <p14:tracePt t="9385" x="4929188" y="2065338"/>
          <p14:tracePt t="9396" x="4792663" y="2039938"/>
          <p14:tracePt t="9408" x="4699000" y="2030413"/>
          <p14:tracePt t="9419" x="4597400" y="2022475"/>
          <p14:tracePt t="9430" x="4503738" y="1997075"/>
          <p14:tracePt t="9441" x="4419600" y="1979613"/>
          <p14:tracePt t="9453" x="4341813" y="1954213"/>
          <p14:tracePt t="9464" x="4275138" y="1938338"/>
          <p14:tracePt t="9475" x="4197350" y="1911350"/>
          <p14:tracePt t="9486" x="4095750" y="1885950"/>
          <p14:tracePt t="9498" x="3994150" y="1870075"/>
          <p14:tracePt t="9509" x="3875088" y="1852613"/>
          <p14:tracePt t="9520" x="3763963" y="1819275"/>
          <p14:tracePt t="9531" x="3662363" y="1809750"/>
          <p14:tracePt t="9543" x="3578225" y="1801813"/>
          <p14:tracePt t="9554" x="3484563" y="1776413"/>
          <p14:tracePt t="9565" x="3398838" y="1766888"/>
          <p14:tracePt t="9576" x="3340100" y="1751013"/>
          <p14:tracePt t="9588" x="3279775" y="1733550"/>
          <p14:tracePt t="9599" x="3238500" y="1725613"/>
          <p14:tracePt t="9610" x="3203575" y="1716088"/>
          <p14:tracePt t="9622" x="3195638" y="1716088"/>
          <p14:tracePt t="9633" x="3186113" y="1708150"/>
          <p14:tracePt t="10251" x="3186113" y="1700213"/>
          <p14:tracePt t="10263" x="3186113" y="1690688"/>
          <p14:tracePt t="10274" x="3228975" y="1682750"/>
          <p14:tracePt t="10285" x="3238500" y="1665288"/>
          <p14:tracePt t="10296" x="3263900" y="1657350"/>
          <p14:tracePt t="10308" x="3305175" y="1639888"/>
          <p14:tracePt t="10319" x="3355975" y="1622425"/>
          <p14:tracePt t="10330" x="3390900" y="1589088"/>
          <p14:tracePt t="10341" x="3424238" y="1571625"/>
          <p14:tracePt t="10353" x="3441700" y="1563688"/>
          <p14:tracePt t="10364" x="3467100" y="1530350"/>
          <p14:tracePt t="10375" x="3475038" y="1530350"/>
          <p14:tracePt t="10386" x="3484563" y="1520825"/>
          <p14:tracePt t="10398" x="3484563" y="1512888"/>
          <p14:tracePt t="10419" x="3492500" y="1504950"/>
          <p14:tracePt t="10420" x="3502025" y="1495425"/>
          <p14:tracePt t="10431" x="3502025" y="1487488"/>
          <p14:tracePt t="10443" x="3509963" y="1477963"/>
          <p14:tracePt t="10455" x="3509963" y="1470025"/>
          <p14:tracePt t="10465" x="3527425" y="1452563"/>
          <p14:tracePt t="10476" x="3535363" y="1401763"/>
          <p14:tracePt t="10488" x="3535363" y="1385888"/>
          <p14:tracePt t="10499" x="3535363" y="1360488"/>
          <p14:tracePt t="10510" x="3535363" y="1333500"/>
          <p14:tracePt t="10522" x="3535363" y="1317625"/>
          <p14:tracePt t="10533" x="3535363" y="1274763"/>
          <p14:tracePt t="10544" x="3509963" y="1249363"/>
          <p14:tracePt t="10556" x="3484563" y="1216025"/>
          <p14:tracePt t="10567" x="3449638" y="1189038"/>
          <p14:tracePt t="10578" x="3433763" y="1181100"/>
          <p14:tracePt t="10589" x="3408363" y="1173163"/>
          <p14:tracePt t="10600" x="3382963" y="1173163"/>
          <p14:tracePt t="10611" x="3330575" y="1163638"/>
          <p14:tracePt t="10623" x="3263900" y="1163638"/>
          <p14:tracePt t="10634" x="3186113" y="1147763"/>
          <p14:tracePt t="10645" x="3119438" y="1138238"/>
          <p14:tracePt t="10656" x="3033713" y="1130300"/>
          <p14:tracePt t="10668" x="2949575" y="1130300"/>
          <p14:tracePt t="10679" x="2863850" y="1130300"/>
          <p14:tracePt t="10690" x="2805113" y="1130300"/>
          <p14:tracePt t="10701" x="2762250" y="1130300"/>
          <p14:tracePt t="10713" x="2727325" y="1130300"/>
          <p14:tracePt t="10724" x="2719388" y="1130300"/>
          <p14:tracePt t="10746" x="2711450" y="1130300"/>
          <p14:tracePt t="10769" x="2701925" y="1130300"/>
          <p14:tracePt t="10780" x="2693988" y="1130300"/>
          <p14:tracePt t="10791" x="2668588" y="1130300"/>
          <p14:tracePt t="10803" x="2617788" y="1138238"/>
          <p14:tracePt t="10814" x="2592388" y="1138238"/>
          <p14:tracePt t="10825" x="2566988" y="1138238"/>
          <p14:tracePt t="10837" x="2557463" y="1138238"/>
          <p14:tracePt t="10848" x="2549525" y="1138238"/>
          <p14:tracePt t="10859" x="2541588" y="1138238"/>
          <p14:tracePt t="10871" x="2532063" y="1138238"/>
          <p14:tracePt t="10893" x="2498725" y="1138238"/>
          <p14:tracePt t="10904" x="2481263" y="1138238"/>
          <p14:tracePt t="10915" x="2455863" y="1147763"/>
          <p14:tracePt t="10926" x="2438400" y="1155700"/>
          <p14:tracePt t="10949" x="2422525" y="1173163"/>
          <p14:tracePt t="10960" x="2405063" y="1189038"/>
          <p14:tracePt t="10983" x="2387600" y="1198563"/>
          <p14:tracePt t="10994" x="2379663" y="1206500"/>
          <p14:tracePt t="11005" x="2371725" y="1206500"/>
          <p14:tracePt t="11016" x="2362200" y="1216025"/>
          <p14:tracePt t="11083" x="2354263" y="1216025"/>
          <p14:tracePt t="11105" x="2344738" y="1223963"/>
          <p14:tracePt t="11128" x="2336800" y="1223963"/>
          <p14:tracePt t="11195" x="2328863" y="1223963"/>
          <p14:tracePt t="11206" x="2328863" y="1231900"/>
          <p14:tracePt t="11229" x="2319338" y="1241425"/>
          <p14:tracePt t="11454" x="2311400" y="1249363"/>
          <p14:tracePt t="11465" x="2311400" y="1257300"/>
          <p14:tracePt t="11499" x="2303463" y="1266825"/>
          <p14:tracePt t="11589" x="2293938" y="1266825"/>
          <p14:tracePt t="11591" x="2286000" y="1274763"/>
          <p14:tracePt t="11601" x="2286000" y="1282700"/>
          <p14:tracePt t="11613" x="2278063" y="1282700"/>
          <p14:tracePt t="11624" x="2268538" y="1292225"/>
          <p14:tracePt t="11668" x="2260600" y="1300163"/>
          <p14:tracePt t="11690" x="2260600" y="1308100"/>
          <p14:tracePt t="11692" x="2260600" y="1317625"/>
          <p14:tracePt t="11703" x="2260600" y="1325563"/>
          <p14:tracePt t="11714" x="2260600" y="1333500"/>
          <p14:tracePt t="11725" x="2260600" y="1350963"/>
          <p14:tracePt t="11737" x="2260600" y="1368425"/>
          <p14:tracePt t="11748" x="2252663" y="1393825"/>
          <p14:tracePt t="11759" x="2252663" y="1452563"/>
          <p14:tracePt t="11770" x="2252663" y="1477963"/>
          <p14:tracePt t="11781" x="2252663" y="1520825"/>
          <p14:tracePt t="11793" x="2252663" y="1589088"/>
          <p14:tracePt t="11804" x="2278063" y="1682750"/>
          <p14:tracePt t="11815" x="2319338" y="1793875"/>
          <p14:tracePt t="11826" x="2354263" y="1911350"/>
          <p14:tracePt t="11838" x="2405063" y="2030413"/>
          <p14:tracePt t="11849" x="2438400" y="2133600"/>
          <p14:tracePt t="11860" x="2473325" y="2252663"/>
          <p14:tracePt t="11871" x="2506663" y="2362200"/>
          <p14:tracePt t="11882" x="2532063" y="2455863"/>
          <p14:tracePt t="11903" x="2549525" y="2524125"/>
          <p14:tracePt t="11905" x="2557463" y="2617788"/>
          <p14:tracePt t="11916" x="2557463" y="2668588"/>
          <p14:tracePt t="11928" x="2557463" y="2727325"/>
          <p14:tracePt t="11939" x="2557463" y="2770188"/>
          <p14:tracePt t="11950" x="2557463" y="2820988"/>
          <p14:tracePt t="11962" x="2557463" y="2846388"/>
          <p14:tracePt t="11972" x="2557463" y="2881313"/>
          <p14:tracePt t="11984" x="2557463" y="2914650"/>
          <p14:tracePt t="11995" x="2557463" y="2932113"/>
          <p14:tracePt t="12006" x="2557463" y="2957513"/>
          <p14:tracePt t="12018" x="2549525" y="2982913"/>
          <p14:tracePt t="12029" x="2524125" y="3000375"/>
          <p14:tracePt t="12040" x="2498725" y="3008313"/>
          <p14:tracePt t="12051" x="2463800" y="3016250"/>
          <p14:tracePt t="12063" x="2430463" y="3025775"/>
          <p14:tracePt t="12074" x="2397125" y="3033713"/>
          <p14:tracePt t="12085" x="2371725" y="3033713"/>
          <p14:tracePt t="12096" x="2344738" y="3033713"/>
          <p14:tracePt t="12108" x="2319338" y="3033713"/>
          <p14:tracePt t="12120" x="2303463" y="3033713"/>
          <p14:tracePt t="12130" x="2278063" y="3033713"/>
          <p14:tracePt t="12141" x="2260600" y="3016250"/>
          <p14:tracePt t="12153" x="2243138" y="3008313"/>
          <p14:tracePt t="12164" x="2243138" y="3000375"/>
          <p14:tracePt t="12175" x="2227263" y="2990850"/>
          <p14:tracePt t="12186" x="2217738" y="2990850"/>
          <p14:tracePt t="12198" x="2209800" y="2990850"/>
          <p14:tracePt t="12209" x="2192338" y="2982913"/>
          <p14:tracePt t="12231" x="2166938" y="2982913"/>
          <p14:tracePt t="12243" x="2141538" y="2982913"/>
          <p14:tracePt t="12265" x="2124075" y="2982913"/>
          <p14:tracePt t="12320" x="2124075" y="2974975"/>
          <p14:tracePt t="12501" x="2108200" y="2974975"/>
          <p14:tracePt t="12513" x="2098675" y="2965450"/>
          <p14:tracePt t="12524" x="2090738" y="2965450"/>
          <p14:tracePt t="12535" x="2090738" y="2957513"/>
          <p14:tracePt t="12546" x="2082800" y="2949575"/>
          <p14:tracePt t="12558" x="2082800" y="2940050"/>
          <p14:tracePt t="12569" x="2073275" y="2932113"/>
          <p14:tracePt t="12580" x="2073275" y="2922588"/>
          <p14:tracePt t="12591" x="2073275" y="2914650"/>
          <p14:tracePt t="12648" x="2073275" y="2906713"/>
          <p14:tracePt t="12659" x="2055813" y="2897188"/>
          <p14:tracePt t="12681" x="2055813" y="2889250"/>
          <p14:tracePt t="12693" x="2055813" y="2881313"/>
          <p14:tracePt t="12704" x="2055813" y="2871788"/>
          <p14:tracePt t="12726" x="2055813" y="2855913"/>
          <p14:tracePt t="12738" x="2055813" y="2846388"/>
          <p14:tracePt t="12760" x="2055813" y="2838450"/>
          <p14:tracePt t="12771" x="2065338" y="2830513"/>
          <p14:tracePt t="12849" x="2073275" y="2830513"/>
          <p14:tracePt t="12851" x="2082800" y="2830513"/>
          <p14:tracePt t="12872" x="2090738" y="2830513"/>
          <p14:tracePt t="12884" x="2098675" y="2820988"/>
          <p14:tracePt t="12903" x="2098675" y="2813050"/>
          <p14:tracePt t="12906" x="2108200" y="2805113"/>
          <p14:tracePt t="12950" x="2116138" y="2805113"/>
          <p14:tracePt t="12973" x="2124075" y="2805113"/>
          <p14:tracePt t="12974" x="2133600" y="2805113"/>
          <p14:tracePt t="12985" x="2141538" y="2805113"/>
          <p14:tracePt t="12996" x="2149475" y="2805113"/>
          <p14:tracePt t="13008" x="2159000" y="2805113"/>
          <p14:tracePt t="13019" x="2166938" y="2805113"/>
          <p14:tracePt t="13030" x="2200275" y="2795588"/>
          <p14:tracePt t="13041" x="2243138" y="2795588"/>
          <p14:tracePt t="13052" x="2278063" y="2795588"/>
          <p14:tracePt t="13064" x="2328863" y="2795588"/>
          <p14:tracePt t="13075" x="2430463" y="2795588"/>
          <p14:tracePt t="13086" x="2541588" y="2795588"/>
          <p14:tracePt t="13098" x="2668588" y="2795588"/>
          <p14:tracePt t="13109" x="2820988" y="2795588"/>
          <p14:tracePt t="13120" x="2982913" y="2795588"/>
          <p14:tracePt t="13131" x="3135313" y="2795588"/>
          <p14:tracePt t="13143" x="3263900" y="2795588"/>
          <p14:tracePt t="13154" x="3390900" y="2795588"/>
          <p14:tracePt t="13165" x="3502025" y="2795588"/>
          <p14:tracePt t="13176" x="3603625" y="2795588"/>
          <p14:tracePt t="13188" x="3687763" y="2795588"/>
          <p14:tracePt t="13199" x="3773488" y="2795588"/>
          <p14:tracePt t="13210" x="3857625" y="2795588"/>
          <p14:tracePt t="13221" x="3951288" y="2795588"/>
          <p14:tracePt t="13233" x="4052888" y="2795588"/>
          <p14:tracePt t="13244" x="4164013" y="2795588"/>
          <p14:tracePt t="13255" x="4275138" y="2795588"/>
          <p14:tracePt t="13266" x="4368800" y="2795588"/>
          <p14:tracePt t="13278" x="4435475" y="2795588"/>
          <p14:tracePt t="13289" x="4495800" y="2795588"/>
          <p14:tracePt t="13300" x="4503738" y="2795588"/>
          <p14:tracePt t="13311" x="4529138" y="2795588"/>
          <p14:tracePt t="13323" x="4564063" y="2795588"/>
          <p14:tracePt t="13335" x="4579938" y="2795588"/>
          <p14:tracePt t="13345" x="4605338" y="2795588"/>
          <p14:tracePt t="13356" x="4648200" y="2795588"/>
          <p14:tracePt t="13368" x="4691063" y="2795588"/>
          <p14:tracePt t="13379" x="4775200" y="2795588"/>
          <p14:tracePt t="13390" x="4878388" y="2805113"/>
          <p14:tracePt t="13402" x="4979988" y="2805113"/>
          <p14:tracePt t="13413" x="5081588" y="2805113"/>
          <p14:tracePt t="13424" x="5175250" y="2805113"/>
          <p14:tracePt t="13435" x="5235575" y="2805113"/>
          <p14:tracePt t="13446" x="5276850" y="2805113"/>
          <p14:tracePt t="13458" x="5294313" y="2805113"/>
          <p14:tracePt t="13469" x="5302250" y="2805113"/>
          <p14:tracePt t="13480" x="5327650" y="2805113"/>
          <p14:tracePt t="13491" x="5362575" y="2805113"/>
          <p14:tracePt t="13503" x="5380038" y="2805113"/>
          <p14:tracePt t="13514" x="5421313" y="2805113"/>
          <p14:tracePt t="13525" x="5472113" y="2805113"/>
          <p14:tracePt t="13536" x="5524500" y="2805113"/>
          <p14:tracePt t="13548" x="5583238" y="2805113"/>
          <p14:tracePt t="13559" x="5616575" y="2805113"/>
          <p14:tracePt t="13659" x="5626100" y="2805113"/>
          <p14:tracePt t="13693" x="5634038" y="2805113"/>
          <p14:tracePt t="13726" x="5641975" y="2813050"/>
          <p14:tracePt t="13895" x="5651500" y="2813050"/>
          <p14:tracePt t="14604" x="5659438" y="2813050"/>
          <p14:tracePt t="14650" x="5659438" y="2805113"/>
          <p14:tracePt t="14661" x="5659438" y="2795588"/>
          <p14:tracePt t="14673" x="5659438" y="2787650"/>
          <p14:tracePt t="14684" x="5659438" y="2778125"/>
          <p14:tracePt t="14695" x="5659438" y="2770188"/>
          <p14:tracePt t="14706" x="5634038" y="2727325"/>
          <p14:tracePt t="14718" x="5591175" y="2676525"/>
          <p14:tracePt t="14729" x="5565775" y="2660650"/>
          <p14:tracePt t="14740" x="5514975" y="2625725"/>
          <p14:tracePt t="14752" x="5438775" y="2566988"/>
          <p14:tracePt t="14762" x="5327650" y="2516188"/>
          <p14:tracePt t="14774" x="5208588" y="2438400"/>
          <p14:tracePt t="14785" x="5106988" y="2371725"/>
          <p14:tracePt t="14796" x="4987925" y="2303463"/>
          <p14:tracePt t="14808" x="4878388" y="2227263"/>
          <p14:tracePt t="14819" x="4775200" y="2166938"/>
          <p14:tracePt t="14830" x="4673600" y="2098675"/>
          <p14:tracePt t="14841" x="4564063" y="2030413"/>
          <p14:tracePt t="14853" x="4478338" y="1963738"/>
          <p14:tracePt t="14864" x="4384675" y="1895475"/>
          <p14:tracePt t="14875" x="4291013" y="1827213"/>
          <p14:tracePt t="14886" x="4197350" y="1766888"/>
          <p14:tracePt t="14898" x="4121150" y="1708150"/>
          <p14:tracePt t="14909" x="4052888" y="1657350"/>
          <p14:tracePt t="14920" x="3976688" y="1597025"/>
          <p14:tracePt t="14931" x="3917950" y="1555750"/>
          <p14:tracePt t="14943" x="3867150" y="1520825"/>
          <p14:tracePt t="14954" x="3857625" y="1512888"/>
          <p14:tracePt t="14965" x="3841750" y="1477963"/>
          <p14:tracePt t="14976" x="3816350" y="1462088"/>
          <p14:tracePt t="14988" x="3790950" y="1444625"/>
          <p14:tracePt t="14999" x="3781425" y="1436688"/>
          <p14:tracePt t="15010" x="3756025" y="1419225"/>
          <p14:tracePt t="15021" x="3713163" y="1393825"/>
          <p14:tracePt t="15033" x="3687763" y="1385888"/>
          <p14:tracePt t="15044" x="3636963" y="1350963"/>
          <p14:tracePt t="15055" x="3578225" y="1325563"/>
          <p14:tracePt t="15067" x="3502025" y="1282700"/>
          <p14:tracePt t="15078" x="3433763" y="1241425"/>
          <p14:tracePt t="15089" x="3382963" y="1198563"/>
          <p14:tracePt t="15100" x="3348038" y="1181100"/>
          <p14:tracePt t="15111" x="3314700" y="1163638"/>
          <p14:tracePt t="15123" x="3297238" y="1147763"/>
          <p14:tracePt t="15134" x="3289300" y="1122363"/>
          <p14:tracePt t="15145" x="3279775" y="1112838"/>
          <p14:tracePt t="15156" x="3254375" y="1104900"/>
          <p14:tracePt t="15168" x="3238500" y="1096963"/>
          <p14:tracePt t="15303" x="3246438" y="1096963"/>
          <p14:tracePt t="15314" x="3254375" y="1096963"/>
          <p14:tracePt t="15325" x="3271838" y="1096963"/>
          <p14:tracePt t="15337" x="3297238" y="1096963"/>
          <p14:tracePt t="15348" x="3322638" y="1096963"/>
          <p14:tracePt t="15359" x="3382963" y="1096963"/>
          <p14:tracePt t="15370" x="3492500" y="1096963"/>
          <p14:tracePt t="15381" x="3629025" y="1096963"/>
          <p14:tracePt t="15393" x="3773488" y="1096963"/>
          <p14:tracePt t="15404" x="3968750" y="1096963"/>
          <p14:tracePt t="15415" x="4171950" y="1096963"/>
          <p14:tracePt t="15426" x="4341813" y="1096963"/>
          <p14:tracePt t="15438" x="4495800" y="1096963"/>
          <p14:tracePt t="15449" x="4657725" y="1096963"/>
          <p14:tracePt t="15460" x="4775200" y="1096963"/>
          <p14:tracePt t="15471" x="4894263" y="1096963"/>
          <p14:tracePt t="15483" x="5005388" y="1096963"/>
          <p14:tracePt t="15494" x="5116513" y="1096963"/>
          <p14:tracePt t="15505" x="5235575" y="1096963"/>
          <p14:tracePt t="15517" x="5353050" y="1096963"/>
          <p14:tracePt t="15528" x="5481638" y="1096963"/>
          <p14:tracePt t="15539" x="5608638" y="1096963"/>
          <p14:tracePt t="15550" x="5727700" y="1096963"/>
          <p14:tracePt t="15561" x="5838825" y="1096963"/>
          <p14:tracePt t="15573" x="5940425" y="1096963"/>
          <p14:tracePt t="15584" x="6008688" y="1096963"/>
          <p14:tracePt t="15595" x="6067425" y="1096963"/>
          <p14:tracePt t="15606" x="6110288" y="1096963"/>
          <p14:tracePt t="15618" x="6143625" y="1096963"/>
          <p14:tracePt t="15629" x="6153150" y="1096963"/>
          <p14:tracePt t="15640" x="6178550" y="1096963"/>
          <p14:tracePt t="15651" x="6221413" y="1096963"/>
          <p14:tracePt t="15663" x="6262688" y="1096963"/>
          <p14:tracePt t="15674" x="6297613" y="1096963"/>
          <p14:tracePt t="15685" x="6338888" y="1096963"/>
          <p14:tracePt t="15696" x="6399213" y="1096963"/>
          <p14:tracePt t="15708" x="6407150" y="1096963"/>
          <p14:tracePt t="15719" x="6432550" y="1096963"/>
          <p14:tracePt t="15730" x="6457950" y="1087438"/>
          <p14:tracePt t="15751" x="6457950" y="1079500"/>
          <p14:tracePt t="15753" x="6467475" y="1079500"/>
          <p14:tracePt t="15764" x="6475413" y="1079500"/>
          <p14:tracePt t="15786" x="6492875" y="1079500"/>
          <p14:tracePt t="15798" x="6500813" y="1079500"/>
          <p14:tracePt t="15809" x="6518275" y="1079500"/>
          <p14:tracePt t="15820" x="6543675" y="1079500"/>
          <p14:tracePt t="15831" x="6586538" y="1062038"/>
          <p14:tracePt t="15843" x="6611938" y="1062038"/>
          <p14:tracePt t="15854" x="6637338" y="1062038"/>
          <p14:tracePt t="15866" x="6662738" y="1062038"/>
          <p14:tracePt t="15876" x="6680200" y="1062038"/>
          <p14:tracePt t="15888" x="6688138" y="1062038"/>
          <p14:tracePt t="15901" x="6696075" y="1054100"/>
          <p14:tracePt t="16179" x="6705600" y="1054100"/>
          <p14:tracePt t="16180" x="6731000" y="1054100"/>
          <p14:tracePt t="16203" x="6756400" y="1054100"/>
          <p14:tracePt t="16214" x="6772275" y="1054100"/>
          <p14:tracePt t="16225" x="6789738" y="1054100"/>
          <p14:tracePt t="16236" x="6840538" y="1054100"/>
          <p14:tracePt t="16248" x="6900863" y="1054100"/>
          <p14:tracePt t="16259" x="6943725" y="1054100"/>
          <p14:tracePt t="16270" x="7002463" y="1054100"/>
          <p14:tracePt t="16281" x="7045325" y="1054100"/>
          <p14:tracePt t="16293" x="7088188" y="1054100"/>
          <p14:tracePt t="16304" x="7121525" y="1054100"/>
          <p14:tracePt t="16316" x="7154863" y="1054100"/>
          <p14:tracePt t="16326" x="7189788" y="1054100"/>
          <p14:tracePt t="16338" x="7232650" y="1054100"/>
          <p14:tracePt t="16349" x="7299325" y="1054100"/>
          <p14:tracePt t="16360" x="7367588" y="1054100"/>
          <p14:tracePt t="16371" x="7443788" y="1054100"/>
          <p14:tracePt t="16383" x="7512050" y="1054100"/>
          <p14:tracePt t="16394" x="7572375" y="1054100"/>
          <p14:tracePt t="16405" x="7631113" y="1054100"/>
          <p14:tracePt t="16416" x="7639050" y="1054100"/>
          <p14:tracePt t="16428" x="7648575" y="1054100"/>
          <p14:tracePt t="16561" x="7666038" y="1062038"/>
          <p14:tracePt t="16573" x="7666038" y="1069975"/>
          <p14:tracePt t="16574" x="7673975" y="1069975"/>
          <p14:tracePt t="16585" x="7681913" y="1069975"/>
          <p14:tracePt t="16696" x="7681913" y="1079500"/>
          <p14:tracePt t="16843" x="7681913" y="1087438"/>
          <p14:tracePt t="16844" x="7681913" y="1096963"/>
          <p14:tracePt t="16865" x="7681913" y="1104900"/>
          <p14:tracePt t="16867" x="7681913" y="1112838"/>
          <p14:tracePt t="17069" x="7681913" y="1122363"/>
          <p14:tracePt t="17080" x="7681913" y="1130300"/>
          <p14:tracePt t="17091" x="7681913" y="1138238"/>
          <p14:tracePt t="17146" x="7673975" y="1155700"/>
          <p14:tracePt t="17158" x="7673975" y="1163638"/>
          <p14:tracePt t="17159" x="7666038" y="1163638"/>
          <p14:tracePt t="17170" x="7656513" y="1163638"/>
          <p14:tracePt t="17182" x="7648575" y="1163638"/>
          <p14:tracePt t="17193" x="7639050" y="1163638"/>
          <p14:tracePt t="17204" x="7613650" y="1163638"/>
          <p14:tracePt t="17215" x="7572375" y="1173163"/>
          <p14:tracePt t="17226" x="7469188" y="1189038"/>
          <p14:tracePt t="17249" x="7273925" y="1198563"/>
          <p14:tracePt t="17260" x="6891338" y="1216025"/>
          <p14:tracePt t="17271" x="6467475" y="1216025"/>
          <p14:tracePt t="17283" x="5745163" y="1216025"/>
          <p14:tracePt t="17294" x="5226050" y="1216025"/>
          <p14:tracePt t="17305" x="4878388" y="1216025"/>
          <p14:tracePt t="17316" x="4648200" y="1216025"/>
          <p14:tracePt t="17328" x="4495800" y="1231900"/>
          <p14:tracePt t="17339" x="4394200" y="1241425"/>
          <p14:tracePt t="17350" x="4316413" y="1249363"/>
          <p14:tracePt t="17361" x="4232275" y="1249363"/>
          <p14:tracePt t="17373" x="4138613" y="1249363"/>
          <p14:tracePt t="17384" x="4037013" y="1249363"/>
          <p14:tracePt t="17395" x="3908425" y="1249363"/>
          <p14:tracePt t="17406" x="3773488" y="1249363"/>
          <p14:tracePt t="17418" x="3629025" y="1249363"/>
          <p14:tracePt t="17429" x="3502025" y="1249363"/>
          <p14:tracePt t="17440" x="3390900" y="1249363"/>
          <p14:tracePt t="17451" x="3305175" y="1249363"/>
          <p14:tracePt t="17463" x="3228975" y="1249363"/>
          <p14:tracePt t="17474" x="3170238" y="1257300"/>
          <p14:tracePt t="17485" x="3127375" y="1257300"/>
          <p14:tracePt t="17496" x="3084513" y="1266825"/>
          <p14:tracePt t="17508" x="3025775" y="1292225"/>
          <p14:tracePt t="17519" x="2974975" y="1308100"/>
          <p14:tracePt t="17530" x="2922588" y="1325563"/>
          <p14:tracePt t="17541" x="2863850" y="1360488"/>
          <p14:tracePt t="17553" x="2787650" y="1385888"/>
          <p14:tracePt t="17564" x="2686050" y="1419225"/>
          <p14:tracePt t="17575" x="2608263" y="1436688"/>
          <p14:tracePt t="17586" x="2541588" y="1462088"/>
          <p14:tracePt t="17598" x="2489200" y="1477963"/>
          <p14:tracePt t="18125" x="2481263" y="1477963"/>
          <p14:tracePt t="19026" x="2489200" y="1477963"/>
          <p14:tracePt t="19093" x="2498725" y="1477963"/>
          <p14:tracePt t="19094" x="2516188" y="1470025"/>
          <p14:tracePt t="19183" x="2524125" y="1470025"/>
          <p14:tracePt t="19194" x="2532063" y="1470025"/>
          <p14:tracePt t="19216" x="2541588" y="1470025"/>
          <p14:tracePt t="19239" x="2549525" y="1470025"/>
          <p14:tracePt t="19295" x="2557463" y="1470025"/>
          <p14:tracePt t="19330" x="2566988" y="1470025"/>
          <p14:tracePt t="19341" x="2574925" y="1470025"/>
          <p14:tracePt t="19363" x="2582863" y="1470025"/>
          <p14:tracePt t="19364" x="2592388" y="1470025"/>
          <p14:tracePt t="19385" x="2600325" y="1462088"/>
          <p14:tracePt t="19387" x="2600325" y="1452563"/>
          <p14:tracePt t="19398" x="2608263" y="1452563"/>
          <p14:tracePt t="19409" x="2617788" y="1452563"/>
          <p14:tracePt t="19420" x="2625725" y="1444625"/>
          <p14:tracePt t="19443" x="2633663" y="1444625"/>
          <p14:tracePt t="19454" x="2643188" y="1444625"/>
          <p14:tracePt t="19465" x="2660650" y="1444625"/>
          <p14:tracePt t="19476" x="2676525" y="1444625"/>
          <p14:tracePt t="19488" x="2719388" y="1436688"/>
          <p14:tracePt t="19499" x="2736850" y="1436688"/>
          <p14:tracePt t="19510" x="2762250" y="1427163"/>
          <p14:tracePt t="19521" x="2778125" y="1427163"/>
          <p14:tracePt t="19533" x="2805113" y="1427163"/>
          <p14:tracePt t="19544" x="2846388" y="1419225"/>
          <p14:tracePt t="19555" x="2855913" y="1419225"/>
          <p14:tracePt t="19566" x="2889250" y="1419225"/>
          <p14:tracePt t="19578" x="2914650" y="1419225"/>
          <p14:tracePt t="19589" x="2957513" y="1419225"/>
          <p14:tracePt t="19600" x="2990850" y="1419225"/>
          <p14:tracePt t="19611" x="3016250" y="1419225"/>
          <p14:tracePt t="19623" x="3059113" y="1419225"/>
          <p14:tracePt t="19634" x="3094038" y="1419225"/>
          <p14:tracePt t="19645" x="3144838" y="1419225"/>
          <p14:tracePt t="19656" x="3170238" y="1419225"/>
          <p14:tracePt t="19668" x="3211513" y="1419225"/>
          <p14:tracePt t="19680" x="3246438" y="1419225"/>
          <p14:tracePt t="19690" x="3271838" y="1419225"/>
          <p14:tracePt t="19701" x="3297238" y="1419225"/>
          <p14:tracePt t="19713" x="3314700" y="1419225"/>
          <p14:tracePt t="19735" x="3340100" y="1411288"/>
          <p14:tracePt t="19747" x="3365500" y="1411288"/>
          <p14:tracePt t="19758" x="3408363" y="1411288"/>
          <p14:tracePt t="19769" x="3433763" y="1411288"/>
          <p14:tracePt t="19780" x="3475038" y="1411288"/>
          <p14:tracePt t="19791" x="3535363" y="1411288"/>
          <p14:tracePt t="19803" x="3568700" y="1411288"/>
          <p14:tracePt t="19814" x="3611563" y="1411288"/>
          <p14:tracePt t="19825" x="3654425" y="1411288"/>
          <p14:tracePt t="19848" x="3687763" y="1411288"/>
          <p14:tracePt t="19859" x="3713163" y="1411288"/>
          <p14:tracePt t="19870" x="3748088" y="1411288"/>
          <p14:tracePt t="19896" x="3832225" y="1401763"/>
          <p14:tracePt t="19904" x="3857625" y="1401763"/>
          <p14:tracePt t="19915" x="3883025" y="1401763"/>
          <p14:tracePt t="19926" x="3925888" y="1393825"/>
          <p14:tracePt t="19938" x="3960813" y="1385888"/>
          <p14:tracePt t="19949" x="3994150" y="1376363"/>
          <p14:tracePt t="19960" x="4037013" y="1376363"/>
          <p14:tracePt t="19971" x="4062413" y="1376363"/>
          <p14:tracePt t="19983" x="4121150" y="1360488"/>
          <p14:tracePt t="19994" x="4156075" y="1360488"/>
          <p14:tracePt t="20005" x="4197350" y="1360488"/>
          <p14:tracePt t="20016" x="4257675" y="1360488"/>
          <p14:tracePt t="20028" x="4283075" y="1360488"/>
          <p14:tracePt t="20039" x="4325938" y="1360488"/>
          <p14:tracePt t="20061" x="4351338" y="1360488"/>
          <p14:tracePt t="20073" x="4376738" y="1360488"/>
          <p14:tracePt t="20084" x="4402138" y="1360488"/>
          <p14:tracePt t="20096" x="4435475" y="1360488"/>
          <p14:tracePt t="20106" x="4452938" y="1360488"/>
          <p14:tracePt t="20129" x="4460875" y="1360488"/>
          <p14:tracePt t="20140" x="4478338" y="1360488"/>
          <p14:tracePt t="20163" x="4486275" y="1360488"/>
          <p14:tracePt t="20174" x="4495800" y="1360488"/>
          <p14:tracePt t="20185" x="4503738" y="1360488"/>
          <p14:tracePt t="20196" x="4513263" y="1360488"/>
          <p14:tracePt t="20208" x="4521200" y="1360488"/>
          <p14:tracePt t="20219" x="4538663" y="1360488"/>
          <p14:tracePt t="20230" x="4546600" y="1360488"/>
          <p14:tracePt t="20274" x="4554538" y="1360488"/>
          <p14:tracePt t="20286" x="4564063" y="1360488"/>
          <p14:tracePt t="20308" x="4572000" y="1360488"/>
          <p14:tracePt t="20320" x="4579938" y="1360488"/>
          <p14:tracePt t="20478" x="4579938" y="1368425"/>
          <p14:tracePt t="20489" x="4572000" y="1376363"/>
          <p14:tracePt t="20500" x="4564063" y="1376363"/>
          <p14:tracePt t="20523" x="4554538" y="1376363"/>
          <p14:tracePt t="20534" x="4546600" y="1376363"/>
          <p14:tracePt t="20545" x="4538663" y="1376363"/>
          <p14:tracePt t="20556" x="4529138" y="1376363"/>
          <p14:tracePt t="20568" x="4513263" y="1376363"/>
          <p14:tracePt t="20579" x="4486275" y="1376363"/>
          <p14:tracePt t="20590" x="4452938" y="1376363"/>
          <p14:tracePt t="20601" x="4419600" y="1376363"/>
          <p14:tracePt t="20612" x="4394200" y="1376363"/>
          <p14:tracePt t="20624" x="4351338" y="1376363"/>
          <p14:tracePt t="20635" x="4308475" y="1376363"/>
          <p14:tracePt t="20647" x="4240213" y="1376363"/>
          <p14:tracePt t="20658" x="4164013" y="1376363"/>
          <p14:tracePt t="20669" x="4095750" y="1376363"/>
          <p14:tracePt t="20680" x="4037013" y="1376363"/>
          <p14:tracePt t="20691" x="3976688" y="1376363"/>
          <p14:tracePt t="20703" x="3925888" y="1376363"/>
          <p14:tracePt t="20714" x="3875088" y="1376363"/>
          <p14:tracePt t="20725" x="3867150" y="1376363"/>
          <p14:tracePt t="20736" x="3849688" y="1376363"/>
          <p14:tracePt t="20836" x="3841750" y="1376363"/>
          <p14:tracePt t="20848" x="3832225" y="1376363"/>
          <p14:tracePt t="20849" x="3824288" y="1376363"/>
          <p14:tracePt t="20860" x="3816350" y="1376363"/>
          <p14:tracePt t="20871" x="3806825" y="1376363"/>
          <p14:tracePt t="20895" x="3798888" y="1376363"/>
          <p14:tracePt t="20905" x="3781425" y="1376363"/>
          <p14:tracePt t="20916" x="3748088" y="1376363"/>
          <p14:tracePt t="20928" x="3722688" y="1376363"/>
          <p14:tracePt t="20939" x="3697288" y="1376363"/>
          <p14:tracePt t="20950" x="3662363" y="1376363"/>
          <p14:tracePt t="20962" x="3636963" y="1376363"/>
          <p14:tracePt t="20973" x="3629025" y="1376363"/>
          <p14:tracePt t="20984" x="3619500" y="1376363"/>
          <p14:tracePt t="21061" x="3611563" y="1376363"/>
          <p14:tracePt t="21444" x="3603625" y="1376363"/>
          <p14:tracePt t="21714" x="3594100" y="1376363"/>
          <p14:tracePt t="21727" x="3586163" y="1376363"/>
          <p14:tracePt t="21738" x="3578225" y="1376363"/>
          <p14:tracePt t="21849" x="3568700" y="1376363"/>
          <p14:tracePt t="21861" x="3560763" y="1376363"/>
          <p14:tracePt t="21862" x="3552825" y="1376363"/>
          <p14:tracePt t="21884" x="3535363" y="1376363"/>
          <p14:tracePt t="21897" x="3517900" y="1385888"/>
          <p14:tracePt t="21906" x="3517900" y="1393825"/>
          <p14:tracePt t="21918" x="3509963" y="1393825"/>
          <p14:tracePt t="22029" x="3502025" y="1411288"/>
          <p14:tracePt t="22040" x="3492500" y="1419225"/>
          <p14:tracePt t="22074" x="3492500" y="1427163"/>
          <p14:tracePt t="22085" x="3492500" y="1436688"/>
          <p14:tracePt t="22120" x="3484563" y="1444625"/>
          <p14:tracePt t="22141" x="3475038" y="1444625"/>
          <p14:tracePt t="22154" x="3459163" y="1444625"/>
          <p14:tracePt t="22175" x="3449638" y="1444625"/>
          <p14:tracePt t="22188" x="3441700" y="1444625"/>
          <p14:tracePt t="22199" x="3433763" y="1444625"/>
          <p14:tracePt t="22221" x="3424238" y="1444625"/>
          <p14:tracePt t="22233" x="3416300" y="1444625"/>
          <p14:tracePt t="22244" x="3408363" y="1444625"/>
          <p14:tracePt t="22255" x="3398838" y="1427163"/>
          <p14:tracePt t="22278" x="3390900" y="1427163"/>
          <p14:tracePt t="22289" x="3382963" y="1419225"/>
          <p14:tracePt t="22311" x="3365500" y="1419225"/>
          <p14:tracePt t="22323" x="3348038" y="1411288"/>
          <p14:tracePt t="22345" x="3340100" y="1411288"/>
          <p14:tracePt t="22356" x="3330575" y="1411288"/>
          <p14:tracePt t="22368" x="3322638" y="1411288"/>
          <p14:tracePt t="22379" x="3297238" y="1411288"/>
          <p14:tracePt t="22390" x="3271838" y="1419225"/>
          <p14:tracePt t="22413" x="3271838" y="1427163"/>
          <p14:tracePt t="22569" x="3271838" y="1436688"/>
          <p14:tracePt t="22604" x="3279775" y="1427163"/>
          <p14:tracePt t="22626" x="3289300" y="1427163"/>
          <p14:tracePt t="22638" x="3297238" y="1419225"/>
          <p14:tracePt t="22649" x="3305175" y="1419225"/>
          <p14:tracePt t="22716" x="3305175" y="1427163"/>
          <p14:tracePt t="22728" x="3305175" y="1436688"/>
          <p14:tracePt t="22771" x="3297238" y="1436688"/>
          <p14:tracePt t="22773" x="3289300" y="1436688"/>
          <p14:tracePt t="24302" x="3289300" y="1427163"/>
          <p14:tracePt t="26743" x="3289300" y="1436688"/>
          <p14:tracePt t="26765" x="3279775" y="1436688"/>
          <p14:tracePt t="27249" x="3271838" y="1436688"/>
          <p14:tracePt t="28577" x="3289300" y="1436688"/>
          <p14:tracePt t="28578" x="3340100" y="1444625"/>
          <p14:tracePt t="28589" x="3373438" y="1444625"/>
          <p14:tracePt t="28600" x="3408363" y="1444625"/>
          <p14:tracePt t="28612" x="3433763" y="1444625"/>
          <p14:tracePt t="28623" x="3509963" y="1444625"/>
          <p14:tracePt t="28634" x="3654425" y="1444625"/>
          <p14:tracePt t="28645" x="3832225" y="1427163"/>
          <p14:tracePt t="28656" x="4052888" y="1385888"/>
          <p14:tracePt t="28668" x="4291013" y="1317625"/>
          <p14:tracePt t="28679" x="4521200" y="1257300"/>
          <p14:tracePt t="28690" x="4716463" y="1216025"/>
          <p14:tracePt t="28701" x="4886325" y="1181100"/>
          <p14:tracePt t="28713" x="5056188" y="1138238"/>
          <p14:tracePt t="28724" x="5226050" y="1096963"/>
          <p14:tracePt t="28735" x="5353050" y="1079500"/>
          <p14:tracePt t="28746" x="5497513" y="1054100"/>
          <p14:tracePt t="28758" x="5659438" y="1028700"/>
          <p14:tracePt t="28769" x="5854700" y="985838"/>
          <p14:tracePt t="28780" x="6024563" y="942975"/>
          <p14:tracePt t="28791" x="6203950" y="874713"/>
          <p14:tracePt t="28803" x="6391275" y="808038"/>
          <p14:tracePt t="28814" x="6569075" y="730250"/>
          <p14:tracePt t="28825" x="6731000" y="671513"/>
          <p14:tracePt t="28836" x="6908800" y="603250"/>
          <p14:tracePt t="28859" x="7061200" y="552450"/>
          <p14:tracePt t="28870" x="7189788" y="509588"/>
          <p14:tracePt t="28882" x="7308850" y="476250"/>
          <p14:tracePt t="28893" x="7392988" y="433388"/>
          <p14:tracePt t="28905" x="7392988" y="415925"/>
          <p14:tracePt t="28948" x="7392988" y="407988"/>
          <p14:tracePt t="28970" x="7392988" y="400050"/>
          <p14:tracePt t="28972" x="7402513" y="400050"/>
          <p14:tracePt t="28983" x="7410450" y="390525"/>
          <p14:tracePt t="28994" x="7410450" y="382588"/>
          <p14:tracePt t="29005" x="7410450" y="374650"/>
          <p14:tracePt t="29028" x="7410450" y="365125"/>
          <p14:tracePt t="29039" x="7410450" y="357188"/>
          <p14:tracePt t="29050" x="7402513" y="331788"/>
          <p14:tracePt t="29061" x="7367588" y="306388"/>
          <p14:tracePt t="29073" x="7334250" y="296863"/>
          <p14:tracePt t="29084" x="7273925" y="271463"/>
          <p14:tracePt t="29095" x="7172325" y="263525"/>
          <p14:tracePt t="29107" x="7070725" y="255588"/>
          <p14:tracePt t="29118" x="6959600" y="238125"/>
          <p14:tracePt t="29129" x="6832600" y="238125"/>
          <p14:tracePt t="29140" x="6721475" y="238125"/>
          <p14:tracePt t="29151" x="6594475" y="238125"/>
          <p14:tracePt t="29163" x="6450013" y="238125"/>
          <p14:tracePt t="29174" x="6280150" y="238125"/>
          <p14:tracePt t="29185" x="6076950" y="238125"/>
          <p14:tracePt t="29196" x="5813425" y="238125"/>
          <p14:tracePt t="29208" x="5514975" y="220663"/>
          <p14:tracePt t="29219" x="5218113" y="187325"/>
          <p14:tracePt t="29230" x="4972050" y="161925"/>
          <p14:tracePt t="29241" x="4724400" y="127000"/>
          <p14:tracePt t="29253" x="4564063" y="101600"/>
          <p14:tracePt t="29275" x="4435475" y="76200"/>
          <p14:tracePt t="29287" x="4333875" y="68263"/>
          <p14:tracePt t="29298" x="4275138" y="58738"/>
          <p14:tracePt t="29309" x="4189413" y="58738"/>
          <p14:tracePt t="29322" x="4146550" y="58738"/>
          <p14:tracePt t="29331" x="4087813" y="58738"/>
          <p14:tracePt t="29343" x="4044950" y="58738"/>
          <p14:tracePt t="29355" x="3994150" y="58738"/>
          <p14:tracePt t="29365" x="3951288" y="68263"/>
          <p14:tracePt t="29378" x="3908425" y="76200"/>
          <p14:tracePt t="29388" x="3857625" y="76200"/>
          <p14:tracePt t="29399" x="3806825" y="76200"/>
          <p14:tracePt t="29410" x="3730625" y="76200"/>
          <p14:tracePt t="29421" x="3662363" y="76200"/>
          <p14:tracePt t="29433" x="3603625" y="76200"/>
          <p14:tracePt t="29444" x="3543300" y="76200"/>
          <p14:tracePt t="29455" x="3502025" y="76200"/>
          <p14:tracePt t="29466" x="3467100" y="76200"/>
          <p14:tracePt t="29478" x="3441700" y="76200"/>
          <p14:tracePt t="29489" x="3416300" y="85725"/>
          <p14:tracePt t="29500" x="3398838" y="101600"/>
          <p14:tracePt t="29511" x="3382963" y="119063"/>
          <p14:tracePt t="29523" x="3373438" y="144463"/>
          <p14:tracePt t="29534" x="3355975" y="177800"/>
          <p14:tracePt t="29545" x="3330575" y="220663"/>
          <p14:tracePt t="29556" x="3305175" y="288925"/>
          <p14:tracePt t="29568" x="3238500" y="339725"/>
          <p14:tracePt t="29579" x="3195638" y="390525"/>
          <p14:tracePt t="29590" x="3160713" y="425450"/>
          <p14:tracePt t="29601" x="3119438" y="458788"/>
          <p14:tracePt t="29613" x="3101975" y="466725"/>
          <p14:tracePt t="29624" x="3094038" y="466725"/>
          <p14:tracePt t="29635" x="3084513" y="476250"/>
          <p14:tracePt t="29646" x="3067050" y="492125"/>
          <p14:tracePt t="29669" x="3067050" y="519113"/>
          <p14:tracePt t="29680" x="3067050" y="534988"/>
          <p14:tracePt t="29691" x="3067050" y="569913"/>
          <p14:tracePt t="29703" x="3067050" y="603250"/>
          <p14:tracePt t="29714" x="3067050" y="636588"/>
          <p14:tracePt t="29725" x="3067050" y="679450"/>
          <p14:tracePt t="29736" x="3067050" y="722313"/>
          <p14:tracePt t="29748" x="3076575" y="781050"/>
          <p14:tracePt t="29759" x="3101975" y="815975"/>
          <p14:tracePt t="29771" x="3127375" y="849313"/>
          <p14:tracePt t="29781" x="3127375" y="866775"/>
          <p14:tracePt t="29793" x="3127375" y="874713"/>
          <p14:tracePt t="29804" x="3135313" y="884238"/>
          <p14:tracePt t="30197" x="3144838" y="884238"/>
          <p14:tracePt t="30388" x="3144838" y="892175"/>
          <p14:tracePt t="30410" x="3144838" y="900113"/>
          <p14:tracePt t="30456" x="3152775" y="909638"/>
          <p14:tracePt t="30489" x="3152775" y="917575"/>
          <p14:tracePt t="30490" x="3160713" y="925513"/>
          <p14:tracePt t="30501" x="3160713" y="935038"/>
          <p14:tracePt t="30513" x="3160713" y="942975"/>
          <p14:tracePt t="30524" x="3160713" y="952500"/>
          <p14:tracePt t="30535" x="3160713" y="960438"/>
          <p14:tracePt t="30546" x="3160713" y="968375"/>
          <p14:tracePt t="30558" x="3170238" y="1003300"/>
          <p14:tracePt t="30569" x="3170238" y="1036638"/>
          <p14:tracePt t="30580" x="3178175" y="1062038"/>
          <p14:tracePt t="30591" x="3186113" y="1104900"/>
          <p14:tracePt t="30603" x="3203575" y="1189038"/>
          <p14:tracePt t="30614" x="3228975" y="1282700"/>
          <p14:tracePt t="30625" x="3263900" y="1393825"/>
          <p14:tracePt t="30637" x="3289300" y="1512888"/>
          <p14:tracePt t="30648" x="3330575" y="1631950"/>
          <p14:tracePt t="30659" x="3365500" y="1741488"/>
          <p14:tracePt t="30670" x="3416300" y="1878013"/>
          <p14:tracePt t="30681" x="3449638" y="1989138"/>
          <p14:tracePt t="30693" x="3502025" y="2124075"/>
          <p14:tracePt t="30704" x="3535363" y="2227263"/>
          <p14:tracePt t="30715" x="3568700" y="2311400"/>
          <p14:tracePt t="30726" x="3594100" y="2387600"/>
          <p14:tracePt t="30738" x="3629025" y="2455863"/>
          <p14:tracePt t="30749" x="3646488" y="2489200"/>
          <p14:tracePt t="30760" x="3662363" y="2524125"/>
          <p14:tracePt t="30871" x="3662363" y="2532063"/>
          <p14:tracePt t="30950" x="3662363" y="2524125"/>
          <p14:tracePt t="30973" x="3662363" y="2516188"/>
          <p14:tracePt t="30985" x="3671888" y="2516188"/>
          <p14:tracePt t="30996" x="3679825" y="2506663"/>
          <p14:tracePt t="31019" x="3687763" y="2498725"/>
          <p14:tracePt t="31030" x="3697288" y="2498725"/>
          <p14:tracePt t="31041" x="3705225" y="2498725"/>
          <p14:tracePt t="31064" x="3713163" y="2498725"/>
          <p14:tracePt t="31075" x="3722688" y="2498725"/>
          <p14:tracePt t="32143" x="3738563" y="2498725"/>
          <p14:tracePt t="32245" x="3748088" y="2506663"/>
          <p14:tracePt t="32458" x="3748088" y="2524125"/>
          <p14:tracePt t="32717" x="3756025" y="2532063"/>
          <p14:tracePt t="32739" x="3763963" y="2532063"/>
          <p14:tracePt t="32784" x="3763963" y="2541588"/>
          <p14:tracePt t="32806" x="3763963" y="2549525"/>
          <p14:tracePt t="32851" x="3763963" y="2557463"/>
          <p14:tracePt t="32885" x="3763963" y="2566988"/>
          <p14:tracePt t="32909" x="3748088" y="2566988"/>
          <p14:tracePt t="32920" x="3738563" y="2566988"/>
          <p14:tracePt t="32931" x="3722688" y="2566988"/>
          <p14:tracePt t="32954" x="3713163" y="2566988"/>
          <p14:tracePt t="32965" x="3697288" y="2574925"/>
          <p14:tracePt t="32976" x="3662363" y="2592388"/>
          <p14:tracePt t="32988" x="3636963" y="2592388"/>
          <p14:tracePt t="32999" x="3603625" y="2600325"/>
          <p14:tracePt t="33010" x="3543300" y="2608263"/>
          <p14:tracePt t="33021" x="3484563" y="2617788"/>
          <p14:tracePt t="33033" x="3408363" y="2633663"/>
          <p14:tracePt t="33044" x="3348038" y="2651125"/>
          <p14:tracePt t="33055" x="3279775" y="2660650"/>
          <p14:tracePt t="33066" x="3203575" y="2668588"/>
          <p14:tracePt t="33078" x="3135313" y="2668588"/>
          <p14:tracePt t="33089" x="3059113" y="2676525"/>
          <p14:tracePt t="33100" x="2974975" y="2676525"/>
          <p14:tracePt t="33111" x="2889250" y="2693988"/>
          <p14:tracePt t="33123" x="2813050" y="2701925"/>
          <p14:tracePt t="33136" x="2744788" y="2711450"/>
          <p14:tracePt t="33145" x="2668588" y="2719388"/>
          <p14:tracePt t="33156" x="2592388" y="2736850"/>
          <p14:tracePt t="33168" x="2532063" y="2752725"/>
          <p14:tracePt t="33179" x="2473325" y="2762250"/>
          <p14:tracePt t="33190" x="2413000" y="2778125"/>
          <p14:tracePt t="33201" x="2362200" y="2805113"/>
          <p14:tracePt t="33213" x="2303463" y="2820988"/>
          <p14:tracePt t="33224" x="2252663" y="2838450"/>
          <p14:tracePt t="33236" x="2209800" y="2863850"/>
          <p14:tracePt t="33246" x="2159000" y="2881313"/>
          <p14:tracePt t="33258" x="2098675" y="2897188"/>
          <p14:tracePt t="33269" x="2065338" y="2914650"/>
          <p14:tracePt t="33280" x="2030413" y="2922588"/>
          <p14:tracePt t="33291" x="2014538" y="2932113"/>
          <p14:tracePt t="33303" x="1979613" y="2940050"/>
          <p14:tracePt t="33314" x="1938338" y="2940050"/>
          <p14:tracePt t="33325" x="1903413" y="2949575"/>
          <p14:tracePt t="33336" x="1860550" y="2965450"/>
          <p14:tracePt t="33348" x="1819275" y="2965450"/>
          <p14:tracePt t="33359" x="1758950" y="2982913"/>
          <p14:tracePt t="33370" x="1733550" y="2982913"/>
          <p14:tracePt t="33381" x="1700213" y="2982913"/>
          <p14:tracePt t="33393" x="1665288" y="2982913"/>
          <p14:tracePt t="33404" x="1639888" y="2990850"/>
          <p14:tracePt t="33415" x="1631950" y="2990850"/>
          <p14:tracePt t="33426" x="1606550" y="2990850"/>
          <p14:tracePt t="33438" x="1555750" y="2990850"/>
          <p14:tracePt t="33449" x="1512888" y="3000375"/>
          <p14:tracePt t="33460" x="1487488" y="3000375"/>
          <p14:tracePt t="33471" x="1444625" y="3000375"/>
          <p14:tracePt t="33483" x="1385888" y="3000375"/>
          <p14:tracePt t="33494" x="1343025" y="3000375"/>
          <p14:tracePt t="33505" x="1282700" y="3000375"/>
          <p14:tracePt t="33517" x="1231900" y="3000375"/>
          <p14:tracePt t="33528" x="1173163" y="3000375"/>
          <p14:tracePt t="33539" x="1112838" y="3000375"/>
          <p14:tracePt t="33551" x="1069975" y="3000375"/>
          <p14:tracePt t="33561" x="1036638" y="3000375"/>
          <p14:tracePt t="33573" x="1003300" y="3000375"/>
          <p14:tracePt t="33584" x="960438" y="3000375"/>
          <p14:tracePt t="33595" x="952500" y="3000375"/>
          <p14:tracePt t="33606" x="917575" y="3000375"/>
          <p14:tracePt t="33618" x="909638" y="3000375"/>
          <p14:tracePt t="33629" x="892175" y="3000375"/>
          <p14:tracePt t="33640" x="874713" y="3000375"/>
          <p14:tracePt t="33663" x="858838" y="3000375"/>
          <p14:tracePt t="33674" x="833438" y="2982913"/>
          <p14:tracePt t="33685" x="808038" y="2974975"/>
          <p14:tracePt t="33696" x="781050" y="2974975"/>
          <p14:tracePt t="33708" x="747713" y="2965450"/>
          <p14:tracePt t="33719" x="704850" y="2965450"/>
          <p14:tracePt t="33730" x="679450" y="2965450"/>
          <p14:tracePt t="33741" x="671513" y="2965450"/>
          <p14:tracePt t="33785" x="671513" y="2957513"/>
          <p14:tracePt t="33886" x="671513" y="2949575"/>
          <p14:tracePt t="33920" x="671513" y="2940050"/>
          <p14:tracePt t="33933" x="671513" y="2932113"/>
          <p14:tracePt t="33965" x="679450" y="2932113"/>
          <p14:tracePt t="33988" x="688975" y="2922588"/>
          <p14:tracePt t="33999" x="696913" y="2922588"/>
          <p14:tracePt t="34001" x="704850" y="2922588"/>
          <p14:tracePt t="34033" x="714375" y="2922588"/>
          <p14:tracePt t="34035" x="722313" y="2914650"/>
          <p14:tracePt t="34045" x="730250" y="2914650"/>
          <p14:tracePt t="34111" x="739775" y="2914650"/>
          <p14:tracePt t="34123" x="747713" y="2914650"/>
          <p14:tracePt t="34146" x="747713" y="2906713"/>
          <p14:tracePt t="34168" x="747713" y="2897188"/>
          <p14:tracePt t="34190" x="755650" y="2889250"/>
          <p14:tracePt t="34192" x="755650" y="2871788"/>
          <p14:tracePt t="34203" x="765175" y="2871788"/>
          <p14:tracePt t="34214" x="773113" y="2863850"/>
          <p14:tracePt t="34225" x="773113" y="2855913"/>
          <p14:tracePt t="34247" x="773113" y="2846388"/>
          <p14:tracePt t="34248" x="781050" y="2846388"/>
          <p14:tracePt t="34259" x="781050" y="2838450"/>
          <p14:tracePt t="34270" x="781050" y="2830513"/>
          <p14:tracePt t="34293" x="781050" y="2820988"/>
          <p14:tracePt t="34304" x="798513" y="2813050"/>
          <p14:tracePt t="34315" x="798513" y="2805113"/>
          <p14:tracePt t="34338" x="798513" y="2778125"/>
          <p14:tracePt t="34349" x="798513" y="2770188"/>
          <p14:tracePt t="34360" x="798513" y="2752725"/>
          <p14:tracePt t="34371" x="798513" y="2719388"/>
          <p14:tracePt t="34383" x="798513" y="2711450"/>
          <p14:tracePt t="34394" x="808038" y="2686050"/>
          <p14:tracePt t="34405" x="815975" y="2660650"/>
          <p14:tracePt t="34417" x="815975" y="2651125"/>
          <p14:tracePt t="34428" x="815975" y="2633663"/>
          <p14:tracePt t="34439" x="823913" y="2625725"/>
          <p14:tracePt t="34450" x="833438" y="2625725"/>
          <p14:tracePt t="34461" x="833438" y="2617788"/>
          <p14:tracePt t="34473" x="833438" y="2608263"/>
          <p14:tracePt t="34484" x="833438" y="2600325"/>
          <p14:tracePt t="34495" x="833438" y="2592388"/>
          <p14:tracePt t="34506" x="833438" y="2574925"/>
          <p14:tracePt t="34518" x="833438" y="2557463"/>
          <p14:tracePt t="34529" x="833438" y="2516188"/>
          <p14:tracePt t="34540" x="833438" y="2489200"/>
          <p14:tracePt t="34551" x="833438" y="2463800"/>
          <p14:tracePt t="34563" x="833438" y="2438400"/>
          <p14:tracePt t="34574" x="833438" y="2422525"/>
          <p14:tracePt t="34585" x="833438" y="2413000"/>
          <p14:tracePt t="34596" x="833438" y="2379663"/>
          <p14:tracePt t="34608" x="833438" y="2362200"/>
          <p14:tracePt t="34619" x="833438" y="2344738"/>
          <p14:tracePt t="34630" x="823913" y="2336800"/>
          <p14:tracePt t="34641" x="823913" y="2328863"/>
          <p14:tracePt t="34653" x="823913" y="2319338"/>
          <p14:tracePt t="34675" x="823913" y="2311400"/>
          <p14:tracePt t="34764" x="823913" y="2303463"/>
          <p14:tracePt t="34788" x="833438" y="2303463"/>
          <p14:tracePt t="34799" x="841375" y="2303463"/>
          <p14:tracePt t="34821" x="849313" y="2303463"/>
          <p14:tracePt t="34833" x="866775" y="2303463"/>
          <p14:tracePt t="34844" x="884238" y="2303463"/>
          <p14:tracePt t="34855" x="925513" y="2311400"/>
          <p14:tracePt t="34866" x="960438" y="2311400"/>
          <p14:tracePt t="34878" x="1003300" y="2319338"/>
          <p14:tracePt t="34889" x="1062038" y="2319338"/>
          <p14:tracePt t="34901" x="1122363" y="2319338"/>
          <p14:tracePt t="34911" x="1130300" y="2319338"/>
          <p14:tracePt t="34923" x="1163638" y="2319338"/>
          <p14:tracePt t="34934" x="1189038" y="2319338"/>
          <p14:tracePt t="34945" x="1223963" y="2319338"/>
          <p14:tracePt t="34956" x="1241425" y="2319338"/>
          <p14:tracePt t="34968" x="1274763" y="2319338"/>
          <p14:tracePt t="34979" x="1317625" y="2319338"/>
          <p14:tracePt t="34990" x="1343025" y="2319338"/>
          <p14:tracePt t="35001" x="1368425" y="2319338"/>
          <p14:tracePt t="35013" x="1411288" y="2319338"/>
          <p14:tracePt t="35024" x="1470025" y="2328863"/>
          <p14:tracePt t="35035" x="1546225" y="2328863"/>
          <p14:tracePt t="35046" x="1614488" y="2344738"/>
          <p14:tracePt t="35058" x="1690688" y="2344738"/>
          <p14:tracePt t="35069" x="1758950" y="2344738"/>
          <p14:tracePt t="35080" x="1819275" y="2344738"/>
          <p14:tracePt t="35091" x="1835150" y="2344738"/>
          <p14:tracePt t="35103" x="1885950" y="2344738"/>
          <p14:tracePt t="35114" x="1928813" y="2344738"/>
          <p14:tracePt t="35125" x="1989138" y="2344738"/>
          <p14:tracePt t="35136" x="2073275" y="2344738"/>
          <p14:tracePt t="35148" x="2184400" y="2344738"/>
          <p14:tracePt t="35159" x="2293938" y="2344738"/>
          <p14:tracePt t="35170" x="2422525" y="2344738"/>
          <p14:tracePt t="35181" x="2541588" y="2344738"/>
          <p14:tracePt t="35193" x="2651125" y="2354263"/>
          <p14:tracePt t="35204" x="2778125" y="2362200"/>
          <p14:tracePt t="35216" x="2897188" y="2379663"/>
          <p14:tracePt t="35226" x="3008313" y="2387600"/>
          <p14:tracePt t="35238" x="3109913" y="2387600"/>
          <p14:tracePt t="35250" x="3203575" y="2397125"/>
          <p14:tracePt t="35260" x="3297238" y="2405063"/>
          <p14:tracePt t="35271" x="3390900" y="2405063"/>
          <p14:tracePt t="35283" x="3492500" y="2405063"/>
          <p14:tracePt t="35294" x="3619500" y="2405063"/>
          <p14:tracePt t="35305" x="3730625" y="2405063"/>
          <p14:tracePt t="35317" x="3832225" y="2405063"/>
          <p14:tracePt t="35328" x="3917950" y="2405063"/>
          <p14:tracePt t="35339" x="3986213" y="2405063"/>
          <p14:tracePt t="35350" x="4044950" y="2405063"/>
          <p14:tracePt t="35361" x="4087813" y="2405063"/>
          <p14:tracePt t="35373" x="4146550" y="2405063"/>
          <p14:tracePt t="35384" x="4206875" y="2405063"/>
          <p14:tracePt t="35398" x="4291013" y="2405063"/>
          <p14:tracePt t="35406" x="4384675" y="2405063"/>
          <p14:tracePt t="35418" x="4486275" y="2405063"/>
          <p14:tracePt t="35429" x="4597400" y="2405063"/>
          <p14:tracePt t="35440" x="4699000" y="2405063"/>
          <p14:tracePt t="35451" x="4802188" y="2405063"/>
          <p14:tracePt t="35463" x="4886325" y="2405063"/>
          <p14:tracePt t="35474" x="4954588" y="2405063"/>
          <p14:tracePt t="35485" x="5013325" y="2405063"/>
          <p14:tracePt t="35496" x="5073650" y="2405063"/>
          <p14:tracePt t="35508" x="5132388" y="2405063"/>
          <p14:tracePt t="35519" x="5175250" y="2405063"/>
          <p14:tracePt t="35530" x="5218113" y="2405063"/>
          <p14:tracePt t="35541" x="5260975" y="2397125"/>
          <p14:tracePt t="35553" x="5311775" y="2397125"/>
          <p14:tracePt t="35564" x="5353050" y="2387600"/>
          <p14:tracePt t="35575" x="5395913" y="2379663"/>
          <p14:tracePt t="35586" x="5446713" y="2371725"/>
          <p14:tracePt t="35598" x="5464175" y="2362200"/>
          <p14:tracePt t="35609" x="5481638" y="2362200"/>
          <p14:tracePt t="35620" x="5507038" y="2344738"/>
          <p14:tracePt t="35632" x="5532438" y="2336800"/>
          <p14:tracePt t="35643" x="5557838" y="2328863"/>
          <p14:tracePt t="35654" x="5575300" y="2328863"/>
          <p14:tracePt t="35666" x="5608638" y="2319338"/>
          <p14:tracePt t="35676" x="5634038" y="2319338"/>
          <p14:tracePt t="35688" x="5651500" y="2319338"/>
          <p14:tracePt t="35699" x="5676900" y="2293938"/>
          <p14:tracePt t="35710" x="5684838" y="2293938"/>
          <p14:tracePt t="35721" x="5694363" y="2293938"/>
          <p14:tracePt t="35822" x="5684838" y="2293938"/>
          <p14:tracePt t="35845" x="5668963" y="2303463"/>
          <p14:tracePt t="35856" x="5651500" y="2311400"/>
          <p14:tracePt t="35868" x="5608638" y="2319338"/>
          <p14:tracePt t="35879" x="5575300" y="2328863"/>
          <p14:tracePt t="35890" x="5489575" y="2362200"/>
          <p14:tracePt t="35916" x="5099050" y="2438400"/>
          <p14:tracePt t="35924" x="4733925" y="2516188"/>
          <p14:tracePt t="35935" x="4249738" y="2617788"/>
          <p14:tracePt t="35946" x="3738563" y="2693988"/>
          <p14:tracePt t="35958" x="3263900" y="2795588"/>
          <p14:tracePt t="35969" x="2863850" y="2871788"/>
          <p14:tracePt t="35980" x="2582863" y="2922588"/>
          <p14:tracePt t="35991" x="2422525" y="2949575"/>
          <p14:tracePt t="36003" x="2286000" y="2965450"/>
          <p14:tracePt t="36014" x="2166938" y="2982913"/>
          <p14:tracePt t="36025" x="2065338" y="2982913"/>
          <p14:tracePt t="36036" x="1971675" y="2982913"/>
          <p14:tracePt t="36048" x="1860550" y="2982913"/>
          <p14:tracePt t="36059" x="1758950" y="2982913"/>
          <p14:tracePt t="36070" x="1657350" y="2982913"/>
          <p14:tracePt t="36082" x="1546225" y="2982913"/>
          <p14:tracePt t="36093" x="1436688" y="2982913"/>
          <p14:tracePt t="36104" x="1333500" y="2982913"/>
          <p14:tracePt t="36115" x="1266825" y="2982913"/>
          <p14:tracePt t="36126" x="1181100" y="2982913"/>
          <p14:tracePt t="36138" x="1104900" y="2982913"/>
          <p14:tracePt t="36149" x="1036638" y="2982913"/>
          <p14:tracePt t="36161" x="952500" y="2982913"/>
          <p14:tracePt t="36171" x="849313" y="2982913"/>
          <p14:tracePt t="36183" x="739775" y="2982913"/>
          <p14:tracePt t="36194" x="636588" y="2982913"/>
          <p14:tracePt t="36205" x="569913" y="2982913"/>
          <p14:tracePt t="36216" x="527050" y="2982913"/>
          <p14:tracePt t="36228" x="519113" y="2982913"/>
          <p14:tracePt t="36318" x="527050" y="2982913"/>
          <p14:tracePt t="36329" x="544513" y="2982913"/>
          <p14:tracePt t="36351" x="552450" y="2982913"/>
          <p14:tracePt t="36363" x="577850" y="2974975"/>
          <p14:tracePt t="36374" x="585788" y="2974975"/>
          <p14:tracePt t="36385" x="595313" y="2974975"/>
          <p14:tracePt t="36396" x="611188" y="2965450"/>
          <p14:tracePt t="36408" x="620713" y="2957513"/>
          <p14:tracePt t="36440" x="628650" y="2949575"/>
          <p14:tracePt t="36441" x="628650" y="2940050"/>
          <p14:tracePt t="36453" x="636588" y="2940050"/>
          <p14:tracePt t="36465" x="646113" y="2940050"/>
          <p14:tracePt t="36486" x="654050" y="2940050"/>
          <p14:tracePt t="36498" x="671513" y="2940050"/>
          <p14:tracePt t="36509" x="696913" y="2940050"/>
          <p14:tracePt t="36520" x="755650" y="2940050"/>
          <p14:tracePt t="36532" x="815975" y="2940050"/>
          <p14:tracePt t="36543" x="858838" y="2940050"/>
          <p14:tracePt t="36554" x="884238" y="2940050"/>
          <p14:tracePt t="36565" x="900113" y="2940050"/>
          <p14:tracePt t="36699" x="892175" y="2932113"/>
          <p14:tracePt t="36710" x="892175" y="2922588"/>
          <p14:tracePt t="36712" x="892175" y="2914650"/>
          <p14:tracePt t="36723" x="892175" y="2906713"/>
          <p14:tracePt t="36734" x="892175" y="2897188"/>
          <p14:tracePt t="36756" x="892175" y="2881313"/>
          <p14:tracePt t="36768" x="892175" y="2846388"/>
          <p14:tracePt t="36779" x="884238" y="2830513"/>
          <p14:tracePt t="36790" x="884238" y="2795588"/>
          <p14:tracePt t="36801" x="874713" y="2770188"/>
          <p14:tracePt t="36813" x="866775" y="2744788"/>
          <p14:tracePt t="36824" x="841375" y="2727325"/>
          <p14:tracePt t="36835" x="815975" y="2701925"/>
          <p14:tracePt t="36846" x="798513" y="2686050"/>
          <p14:tracePt t="36858" x="773113" y="2651125"/>
          <p14:tracePt t="36869" x="747713" y="2625725"/>
          <p14:tracePt t="36880" x="739775" y="2608263"/>
          <p14:tracePt t="36891" x="714375" y="2582863"/>
          <p14:tracePt t="36903" x="714375" y="2549525"/>
          <p14:tracePt t="36915" x="714375" y="2506663"/>
          <p14:tracePt t="36925" x="714375" y="2481263"/>
          <p14:tracePt t="36936" x="714375" y="2447925"/>
          <p14:tracePt t="36948" x="714375" y="2422525"/>
          <p14:tracePt t="36959" x="739775" y="2379663"/>
          <p14:tracePt t="36970" x="765175" y="2354263"/>
          <p14:tracePt t="36981" x="790575" y="2344738"/>
          <p14:tracePt t="36993" x="823913" y="2328863"/>
          <p14:tracePt t="37004" x="874713" y="2311400"/>
          <p14:tracePt t="37016" x="892175" y="2311400"/>
          <p14:tracePt t="37026" x="909638" y="2303463"/>
          <p14:tracePt t="37038" x="925513" y="2293938"/>
          <p14:tracePt t="37049" x="925513" y="2286000"/>
          <p14:tracePt t="37060" x="935038" y="2286000"/>
          <p14:tracePt t="37081" x="942975" y="2278063"/>
          <p14:tracePt t="37093" x="942975" y="2268538"/>
          <p14:tracePt t="37104" x="952500" y="2268538"/>
          <p14:tracePt t="37105" x="960438" y="2268538"/>
          <p14:tracePt t="37116" x="977900" y="2252663"/>
          <p14:tracePt t="37128" x="977900" y="2243138"/>
          <p14:tracePt t="37139" x="985838" y="2235200"/>
          <p14:tracePt t="37150" x="993775" y="2235200"/>
          <p14:tracePt t="37173" x="1003300" y="2227263"/>
          <p14:tracePt t="37184" x="1011238" y="2217738"/>
          <p14:tracePt t="37285" x="1011238" y="2227263"/>
          <p14:tracePt t="37308" x="1011238" y="2260600"/>
          <p14:tracePt t="37319" x="1011238" y="2268538"/>
          <p14:tracePt t="37341" x="993775" y="2303463"/>
          <p14:tracePt t="37353" x="985838" y="2336800"/>
          <p14:tracePt t="37364" x="960438" y="2397125"/>
          <p14:tracePt t="37375" x="942975" y="2438400"/>
          <p14:tracePt t="37386" x="942975" y="2463800"/>
          <p14:tracePt t="37398" x="942975" y="2506663"/>
          <p14:tracePt t="37409" x="942975" y="2549525"/>
          <p14:tracePt t="37420" x="942975" y="2582863"/>
          <p14:tracePt t="37431" x="942975" y="2617788"/>
          <p14:tracePt t="37443" x="942975" y="2633663"/>
          <p14:tracePt t="37454" x="942975" y="2668588"/>
          <p14:tracePt t="37465" x="942975" y="2676525"/>
          <p14:tracePt t="37476" x="942975" y="2686050"/>
          <p14:tracePt t="37488" x="942975" y="2701925"/>
          <p14:tracePt t="37499" x="942975" y="2711450"/>
          <p14:tracePt t="37510" x="942975" y="2719388"/>
          <p14:tracePt t="37521" x="942975" y="2727325"/>
          <p14:tracePt t="37533" x="952500" y="2736850"/>
          <p14:tracePt t="37544" x="960438" y="2736850"/>
          <p14:tracePt t="37555" x="960438" y="2744788"/>
          <p14:tracePt t="37566" x="960438" y="2752725"/>
          <p14:tracePt t="37578" x="977900" y="2762250"/>
          <p14:tracePt t="37589" x="1003300" y="2805113"/>
          <p14:tracePt t="37600" x="1011238" y="2805113"/>
          <p14:tracePt t="37611" x="1028700" y="2805113"/>
          <p14:tracePt t="37623" x="1062038" y="2805113"/>
          <p14:tracePt t="37634" x="1087438" y="2805113"/>
          <p14:tracePt t="37801" x="1079500" y="2805113"/>
          <p14:tracePt t="37803" x="1069975" y="2805113"/>
          <p14:tracePt t="37825" x="1062038" y="2805113"/>
          <p14:tracePt t="37836" x="1054100" y="2805113"/>
          <p14:tracePt t="37859" x="1036638" y="2805113"/>
          <p14:tracePt t="37870" x="1019175" y="2805113"/>
          <p14:tracePt t="37881" x="1011238" y="2805113"/>
          <p14:tracePt t="37897" x="993775" y="2805113"/>
          <p14:tracePt t="37904" x="960438" y="2805113"/>
          <p14:tracePt t="37948" x="952500" y="2805113"/>
          <p14:tracePt t="37959" x="942975" y="2805113"/>
          <p14:tracePt t="37971" x="935038" y="2805113"/>
          <p14:tracePt t="37983" x="925513" y="2805113"/>
          <p14:tracePt t="37994" x="917575" y="2805113"/>
          <p14:tracePt t="38016" x="909638" y="2805113"/>
          <p14:tracePt t="38071" x="909638" y="2813050"/>
          <p14:tracePt t="38118" x="917575" y="2813050"/>
          <p14:tracePt t="38129" x="925513" y="2813050"/>
          <p14:tracePt t="38140" x="935038" y="2813050"/>
          <p14:tracePt t="38151" x="952500" y="2813050"/>
          <p14:tracePt t="38163" x="993775" y="2813050"/>
          <p14:tracePt t="38174" x="1028700" y="2813050"/>
          <p14:tracePt t="38185" x="1054100" y="2813050"/>
          <p14:tracePt t="38197" x="1112838" y="2813050"/>
          <p14:tracePt t="38208" x="1147763" y="2813050"/>
          <p14:tracePt t="38219" x="1189038" y="2820988"/>
          <p14:tracePt t="38230" x="1216025" y="2820988"/>
          <p14:tracePt t="38241" x="1257300" y="2820988"/>
          <p14:tracePt t="38253" x="1292225" y="2830513"/>
          <p14:tracePt t="38264" x="1308100" y="2830513"/>
          <p14:tracePt t="38275" x="1333500" y="2830513"/>
          <p14:tracePt t="38286" x="1360488" y="2830513"/>
          <p14:tracePt t="38298" x="1385888" y="2830513"/>
          <p14:tracePt t="38309" x="1419225" y="2830513"/>
          <p14:tracePt t="38320" x="1444625" y="2830513"/>
          <p14:tracePt t="38331" x="1477963" y="2830513"/>
          <p14:tracePt t="38343" x="1495425" y="2830513"/>
          <p14:tracePt t="38354" x="1512888" y="2830513"/>
          <p14:tracePt t="38365" x="1520825" y="2830513"/>
          <p14:tracePt t="38376" x="1530350" y="2830513"/>
          <p14:tracePt t="38398" x="1538288" y="2830513"/>
          <p14:tracePt t="38410" x="1546225" y="2830513"/>
          <p14:tracePt t="38421" x="1555750" y="2830513"/>
          <p14:tracePt t="38444" x="1563688" y="2830513"/>
          <p14:tracePt t="38466" x="1589088" y="2838450"/>
          <p14:tracePt t="38478" x="1639888" y="2838450"/>
          <p14:tracePt t="38489" x="1674813" y="2846388"/>
          <p14:tracePt t="38500" x="1700213" y="2846388"/>
          <p14:tracePt t="38555" x="1708150" y="2846388"/>
          <p14:tracePt t="38557" x="1716088" y="2846388"/>
          <p14:tracePt t="38803" x="1725613" y="2846388"/>
          <p14:tracePt t="38836" x="1725613" y="2838450"/>
          <p14:tracePt t="38859" x="1725613" y="2830513"/>
          <p14:tracePt t="38870" x="1725613" y="2820988"/>
          <p14:tracePt t="38872" x="1725613" y="2813050"/>
          <p14:tracePt t="38883" x="1725613" y="2805113"/>
          <p14:tracePt t="38896" x="1716088" y="2805113"/>
          <p14:tracePt t="38905" x="1708150" y="2805113"/>
          <p14:tracePt t="38916" x="1700213" y="2805113"/>
          <p14:tracePt t="38928" x="1639888" y="2795588"/>
          <p14:tracePt t="38939" x="1581150" y="2770188"/>
          <p14:tracePt t="38950" x="1538288" y="2762250"/>
          <p14:tracePt t="38961" x="1477963" y="2744788"/>
          <p14:tracePt t="38973" x="1427163" y="2727325"/>
          <p14:tracePt t="38995" x="1401763" y="2719388"/>
          <p14:tracePt t="39006" x="1333500" y="2693988"/>
          <p14:tracePt t="39018" x="1249363" y="2651125"/>
          <p14:tracePt t="39029" x="1019175" y="2592388"/>
          <p14:tracePt t="39040" x="841375" y="2541588"/>
          <p14:tracePt t="39051" x="714375" y="2506663"/>
          <p14:tracePt t="39063" x="636588" y="2481263"/>
          <p14:tracePt t="39074" x="577850" y="2455863"/>
          <p14:tracePt t="39085" x="527050" y="2422525"/>
          <p14:tracePt t="39097" x="492125" y="2405063"/>
          <p14:tracePt t="39108" x="458788" y="2387600"/>
          <p14:tracePt t="39119" x="415925" y="2362200"/>
          <p14:tracePt t="39130" x="382588" y="2344738"/>
          <p14:tracePt t="39141" x="374650" y="2336800"/>
          <p14:tracePt t="39153" x="365125" y="2319338"/>
          <p14:tracePt t="39164" x="365125" y="2311400"/>
          <p14:tracePt t="39175" x="365125" y="2293938"/>
          <p14:tracePt t="39186" x="365125" y="2286000"/>
          <p14:tracePt t="39198" x="365125" y="2278063"/>
          <p14:tracePt t="39209" x="374650" y="2252663"/>
          <p14:tracePt t="39220" x="390525" y="2252663"/>
          <p14:tracePt t="39231" x="400050" y="2243138"/>
          <p14:tracePt t="39254" x="407988" y="2235200"/>
          <p14:tracePt t="39265" x="415925" y="2227263"/>
          <p14:tracePt t="39276" x="425450" y="2227263"/>
          <p14:tracePt t="39288" x="433388" y="2227263"/>
          <p14:tracePt t="39299" x="458788" y="2209800"/>
          <p14:tracePt t="39310" x="501650" y="2209800"/>
          <p14:tracePt t="39321" x="534988" y="2184400"/>
          <p14:tracePt t="39333" x="569913" y="2184400"/>
          <p14:tracePt t="39344" x="611188" y="2166938"/>
          <p14:tracePt t="39355" x="654050" y="2166938"/>
          <p14:tracePt t="39366" x="696913" y="2166938"/>
          <p14:tracePt t="39378" x="714375" y="2166938"/>
          <p14:tracePt t="39389" x="722313" y="2166938"/>
          <p14:tracePt t="39434" x="730250" y="2166938"/>
          <p14:tracePt t="39455" x="739775" y="2166938"/>
          <p14:tracePt t="39457" x="747713" y="2174875"/>
          <p14:tracePt t="39479" x="755650" y="2174875"/>
          <p14:tracePt t="39490" x="773113" y="2174875"/>
          <p14:tracePt t="39602" x="773113" y="2184400"/>
          <p14:tracePt t="39613" x="781050" y="2184400"/>
          <p14:tracePt t="39624" x="781050" y="2192338"/>
          <p14:tracePt t="39635" x="781050" y="2200275"/>
          <p14:tracePt t="39637" x="790575" y="2209800"/>
          <p14:tracePt t="39648" x="790575" y="2217738"/>
          <p14:tracePt t="39659" x="790575" y="2227263"/>
          <p14:tracePt t="39670" x="790575" y="2235200"/>
          <p14:tracePt t="39681" x="790575" y="2252663"/>
          <p14:tracePt t="39693" x="790575" y="2293938"/>
          <p14:tracePt t="39704" x="790575" y="2336800"/>
          <p14:tracePt t="39715" x="790575" y="2379663"/>
          <p14:tracePt t="39726" x="790575" y="2413000"/>
          <p14:tracePt t="39738" x="790575" y="2463800"/>
          <p14:tracePt t="39749" x="790575" y="2498725"/>
          <p14:tracePt t="39760" x="790575" y="2541588"/>
          <p14:tracePt t="39771" x="798513" y="2592388"/>
          <p14:tracePt t="39783" x="808038" y="2651125"/>
          <p14:tracePt t="39794" x="815975" y="2676525"/>
          <p14:tracePt t="39805" x="823913" y="2727325"/>
          <p14:tracePt t="39816" x="849313" y="2787650"/>
          <p14:tracePt t="39828" x="874713" y="2820988"/>
          <p14:tracePt t="39839" x="892175" y="2889250"/>
          <p14:tracePt t="39850" x="935038" y="2922588"/>
          <p14:tracePt t="39862" x="935038" y="2932113"/>
          <p14:tracePt t="39873" x="942975" y="2940050"/>
          <p14:tracePt t="39905" x="952500" y="2940050"/>
          <p14:tracePt t="39907" x="960438" y="2914650"/>
          <p14:tracePt t="39918" x="960438" y="2906713"/>
          <p14:tracePt t="39929" x="960438" y="2881313"/>
          <p14:tracePt t="39940" x="960438" y="2871788"/>
          <p14:tracePt t="39951" x="960438" y="2846388"/>
          <p14:tracePt t="39963" x="960438" y="2813050"/>
          <p14:tracePt t="39974" x="960438" y="2787650"/>
          <p14:tracePt t="39985" x="960438" y="2762250"/>
          <p14:tracePt t="39996" x="960438" y="2727325"/>
          <p14:tracePt t="40008" x="977900" y="2686050"/>
          <p14:tracePt t="40019" x="993775" y="2651125"/>
          <p14:tracePt t="40030" x="1011238" y="2608263"/>
          <p14:tracePt t="40041" x="1036638" y="2574925"/>
          <p14:tracePt t="40053" x="1054100" y="2524125"/>
          <p14:tracePt t="40064" x="1079500" y="2481263"/>
          <p14:tracePt t="40075" x="1087438" y="2430463"/>
          <p14:tracePt t="40086" x="1087438" y="2387600"/>
          <p14:tracePt t="40098" x="1087438" y="2344738"/>
          <p14:tracePt t="40109" x="1087438" y="2328863"/>
          <p14:tracePt t="40120" x="1087438" y="2319338"/>
          <p14:tracePt t="40131" x="1087438" y="2311400"/>
          <p14:tracePt t="40162" x="1079500" y="2311400"/>
          <p14:tracePt t="40186" x="1069975" y="2311400"/>
          <p14:tracePt t="40198" x="1062038" y="2311400"/>
          <p14:tracePt t="40209" x="1062038" y="2319338"/>
          <p14:tracePt t="40222" x="1054100" y="2336800"/>
          <p14:tracePt t="40233" x="1054100" y="2344738"/>
          <p14:tracePt t="40245" x="1054100" y="2354263"/>
          <p14:tracePt t="40255" x="1054100" y="2371725"/>
          <p14:tracePt t="40266" x="1054100" y="2387600"/>
          <p14:tracePt t="40278" x="1054100" y="2422525"/>
          <p14:tracePt t="40289" x="1054100" y="2455863"/>
          <p14:tracePt t="40300" x="1054100" y="2489200"/>
          <p14:tracePt t="40312" x="1054100" y="2532063"/>
          <p14:tracePt t="40323" x="1054100" y="2600325"/>
          <p14:tracePt t="40334" x="1054100" y="2660650"/>
          <p14:tracePt t="40345" x="1069975" y="2719388"/>
          <p14:tracePt t="40356" x="1087438" y="2778125"/>
          <p14:tracePt t="40368" x="1096963" y="2830513"/>
          <p14:tracePt t="40379" x="1104900" y="2838450"/>
          <p14:tracePt t="40400" x="1112838" y="2838450"/>
          <p14:tracePt t="40423" x="1122363" y="2838450"/>
          <p14:tracePt t="40424" x="1138238" y="2838450"/>
          <p14:tracePt t="40446" x="1138238" y="2830513"/>
          <p14:tracePt t="40458" x="1147763" y="2820988"/>
          <p14:tracePt t="40469" x="1147763" y="2813050"/>
          <p14:tracePt t="40480" x="1155700" y="2795588"/>
          <p14:tracePt t="40491" x="1155700" y="2787650"/>
          <p14:tracePt t="40503" x="1155700" y="2778125"/>
          <p14:tracePt t="40514" x="1163638" y="2762250"/>
          <p14:tracePt t="40525" x="1173163" y="2752725"/>
          <p14:tracePt t="40548" x="1173163" y="2744788"/>
          <p14:tracePt t="40559" x="1173163" y="2736850"/>
          <p14:tracePt t="40649" x="1163638" y="2736850"/>
          <p14:tracePt t="40671" x="1155700" y="2736850"/>
          <p14:tracePt t="40683" x="1147763" y="2736850"/>
          <p14:tracePt t="40694" x="1147763" y="2744788"/>
          <p14:tracePt t="40705" x="1130300" y="2752725"/>
          <p14:tracePt t="40716" x="1112838" y="2770188"/>
          <p14:tracePt t="40727" x="1104900" y="2787650"/>
          <p14:tracePt t="40739" x="1104900" y="2795588"/>
          <p14:tracePt t="40784" x="1104900" y="2787650"/>
          <p14:tracePt t="40795" x="1104900" y="2778125"/>
          <p14:tracePt t="40806" x="1104900" y="2770188"/>
          <p14:tracePt t="40818" x="1104900" y="2762250"/>
          <p14:tracePt t="40829" x="1104900" y="2744788"/>
          <p14:tracePt t="40840" x="1104900" y="2686050"/>
          <p14:tracePt t="40851" x="1104900" y="2660650"/>
          <p14:tracePt t="40863" x="1096963" y="2600325"/>
          <p14:tracePt t="40885" x="1096963" y="2574925"/>
          <p14:tracePt t="40897" x="1096963" y="2516188"/>
          <p14:tracePt t="40912" x="1096963" y="2498725"/>
          <p14:tracePt t="40919" x="1096963" y="2463800"/>
          <p14:tracePt t="40930" x="1096963" y="2422525"/>
          <p14:tracePt t="40941" x="1096963" y="2387600"/>
          <p14:tracePt t="40953" x="1096963" y="2371725"/>
          <p14:tracePt t="40964" x="1104900" y="2354263"/>
          <p14:tracePt t="40975" x="1104900" y="2344738"/>
          <p14:tracePt t="40986" x="1112838" y="2319338"/>
          <p14:tracePt t="40998" x="1112838" y="2303463"/>
          <p14:tracePt t="41009" x="1112838" y="2286000"/>
          <p14:tracePt t="41020" x="1112838" y="2278063"/>
          <p14:tracePt t="41031" x="1122363" y="2268538"/>
          <p14:tracePt t="41043" x="1122363" y="2260600"/>
          <p14:tracePt t="41223" x="1122363" y="2268538"/>
          <p14:tracePt t="41234" x="1122363" y="2278063"/>
          <p14:tracePt t="41245" x="1122363" y="2286000"/>
          <p14:tracePt t="41256" x="1122363" y="2293938"/>
          <p14:tracePt t="41268" x="1122363" y="2319338"/>
          <p14:tracePt t="41279" x="1104900" y="2379663"/>
          <p14:tracePt t="41290" x="1087438" y="2413000"/>
          <p14:tracePt t="41301" x="1044575" y="2473325"/>
          <p14:tracePt t="41313" x="1011238" y="2541588"/>
          <p14:tracePt t="41324" x="977900" y="2600325"/>
          <p14:tracePt t="41335" x="952500" y="2660650"/>
          <p14:tracePt t="41346" x="917575" y="2711450"/>
          <p14:tracePt t="41358" x="909638" y="2719388"/>
          <p14:tracePt t="41369" x="909638" y="2727325"/>
          <p14:tracePt t="41380" x="892175" y="2744788"/>
          <p14:tracePt t="41391" x="884238" y="2744788"/>
          <p14:tracePt t="41537" x="884238" y="2752725"/>
          <p14:tracePt t="41570" x="884238" y="2762250"/>
          <p14:tracePt t="41604" x="884238" y="2770188"/>
          <p14:tracePt t="41615" x="884238" y="2778125"/>
          <p14:tracePt t="41617" x="892175" y="2778125"/>
          <p14:tracePt t="41639" x="917575" y="2778125"/>
          <p14:tracePt t="41650" x="925513" y="2778125"/>
          <p14:tracePt t="41661" x="942975" y="2778125"/>
          <p14:tracePt t="41673" x="968375" y="2778125"/>
          <p14:tracePt t="41684" x="1011238" y="2778125"/>
          <p14:tracePt t="41695" x="1069975" y="2795588"/>
          <p14:tracePt t="41706" x="1155700" y="2805113"/>
          <p14:tracePt t="41718" x="1241425" y="2805113"/>
          <p14:tracePt t="41729" x="1325563" y="2805113"/>
          <p14:tracePt t="41740" x="1393825" y="2813050"/>
          <p14:tracePt t="41751" x="1452563" y="2820988"/>
          <p14:tracePt t="41763" x="1520825" y="2830513"/>
          <p14:tracePt t="41774" x="1546225" y="2830513"/>
          <p14:tracePt t="41785" x="1581150" y="2830513"/>
          <p14:tracePt t="41796" x="1606550" y="2830513"/>
          <p14:tracePt t="41808" x="1622425" y="2830513"/>
          <p14:tracePt t="41819" x="1657350" y="2830513"/>
          <p14:tracePt t="41830" x="1690688" y="2830513"/>
          <p14:tracePt t="41841" x="1725613" y="2830513"/>
          <p14:tracePt t="41853" x="1733550" y="2830513"/>
          <p14:tracePt t="41864" x="1741488" y="2830513"/>
          <p14:tracePt t="41875" x="1751013" y="2830513"/>
          <p14:tracePt t="41908" x="1758950" y="2830513"/>
          <p14:tracePt t="41930" x="1766888" y="2830513"/>
          <p14:tracePt t="41932" x="1776413" y="2830513"/>
          <p14:tracePt t="41943" x="1784350" y="2830513"/>
          <p14:tracePt t="41954" x="1801813" y="2830513"/>
          <p14:tracePt t="41965" x="1809750" y="2830513"/>
          <p14:tracePt t="41977" x="1827213" y="2830513"/>
          <p14:tracePt t="41988" x="1844675" y="2830513"/>
          <p14:tracePt t="41999" x="1852613" y="2830513"/>
          <p14:tracePt t="42010" x="1860550" y="2830513"/>
          <p14:tracePt t="42842" x="1852613" y="2830513"/>
          <p14:tracePt t="43168" x="1852613" y="2838450"/>
          <p14:tracePt t="43697" x="1852613" y="2846388"/>
          <p14:tracePt t="45272" x="1852613" y="2855913"/>
          <p14:tracePt t="45418" x="1860550" y="2863850"/>
          <p14:tracePt t="45429" x="1860550" y="2871788"/>
          <p14:tracePt t="45441" x="1860550" y="2881313"/>
          <p14:tracePt t="45453" x="1860550" y="2889250"/>
          <p14:tracePt t="45464" x="1860550" y="2897188"/>
          <p14:tracePt t="45486" x="1860550" y="2906713"/>
          <p14:tracePt t="45498" x="1860550" y="2914650"/>
          <p14:tracePt t="45520" x="1860550" y="2922588"/>
          <p14:tracePt t="45531" x="1860550" y="2932113"/>
          <p14:tracePt t="45543" x="1860550" y="2940050"/>
          <p14:tracePt t="45565" x="1860550" y="2949575"/>
          <p14:tracePt t="45588" x="1852613" y="2965450"/>
          <p14:tracePt t="45599" x="1844675" y="2965450"/>
          <p14:tracePt t="45621" x="1835150" y="2974975"/>
          <p14:tracePt t="45633" x="1809750" y="2990850"/>
          <p14:tracePt t="45644" x="1784350" y="3000375"/>
          <p14:tracePt t="45655" x="1776413" y="3000375"/>
          <p14:tracePt t="45666" x="1758950" y="3008313"/>
          <p14:tracePt t="45678" x="1741488" y="3016250"/>
          <p14:tracePt t="45689" x="1733550" y="3025775"/>
          <p14:tracePt t="45700" x="1716088" y="3041650"/>
          <p14:tracePt t="45711" x="1708150" y="3041650"/>
          <p14:tracePt t="45724" x="1690688" y="3041650"/>
          <p14:tracePt t="45734" x="1682750" y="3041650"/>
          <p14:tracePt t="45745" x="1657350" y="3051175"/>
          <p14:tracePt t="45757" x="1639888" y="3059113"/>
          <p14:tracePt t="45768" x="1631950" y="3059113"/>
          <p14:tracePt t="45790" x="1606550" y="3067050"/>
          <p14:tracePt t="45801" x="1581150" y="3094038"/>
          <p14:tracePt t="45813" x="1563688" y="3094038"/>
          <p14:tracePt t="45824" x="1530350" y="3101975"/>
          <p14:tracePt t="45835" x="1504950" y="3109913"/>
          <p14:tracePt t="45846" x="1477963" y="3119438"/>
          <p14:tracePt t="45858" x="1462088" y="3119438"/>
          <p14:tracePt t="45869" x="1444625" y="3119438"/>
          <p14:tracePt t="45880" x="1436688" y="3119438"/>
          <p14:tracePt t="45892" x="1427163" y="3119438"/>
          <p14:tracePt t="45903" x="1411288" y="3119438"/>
          <p14:tracePt t="45958" x="1411288" y="3127375"/>
          <p14:tracePt t="45980" x="1411288" y="3135313"/>
          <p14:tracePt t="46004" x="1411288" y="3144838"/>
          <p14:tracePt t="46036" x="1411288" y="3152775"/>
          <p14:tracePt t="46038" x="1411288" y="3160713"/>
          <p14:tracePt t="46419" x="1411288" y="3170238"/>
          <p14:tracePt t="46464" x="1411288" y="3178175"/>
          <p14:tracePt t="46475" x="1419225" y="3178175"/>
          <p14:tracePt t="46509" x="1427163" y="3195638"/>
          <p14:tracePt t="46700" x="1427163" y="3203575"/>
          <p14:tracePt t="46734" x="1411288" y="3203575"/>
          <p14:tracePt t="46756" x="1401763" y="3203575"/>
          <p14:tracePt t="46758" x="1393825" y="3203575"/>
          <p14:tracePt t="46780" x="1385888" y="3203575"/>
          <p14:tracePt t="46792" x="1376363" y="3203575"/>
          <p14:tracePt t="46803" x="1368425" y="3203575"/>
          <p14:tracePt t="46814" x="1360488" y="3203575"/>
          <p14:tracePt t="46825" x="1333500" y="3211513"/>
          <p14:tracePt t="46836" x="1308100" y="3221038"/>
          <p14:tracePt t="46848" x="1292225" y="3238500"/>
          <p14:tracePt t="46859" x="1282700" y="3238500"/>
          <p14:tracePt t="46870" x="1257300" y="3246438"/>
          <p14:tracePt t="46881" x="1249363" y="3254375"/>
          <p14:tracePt t="46893" x="1241425" y="3254375"/>
          <p14:tracePt t="46904" x="1223963" y="3254375"/>
          <p14:tracePt t="47004" x="1216025" y="3254375"/>
          <p14:tracePt t="47026" x="1206500" y="3254375"/>
          <p14:tracePt t="47431" x="1198563" y="3263900"/>
          <p14:tracePt t="47454" x="1181100" y="3271838"/>
          <p14:tracePt t="47634" x="1181100" y="3279775"/>
          <p14:tracePt t="47780" x="1173163" y="3279775"/>
          <p14:tracePt t="47938" x="1163638" y="3279775"/>
          <p14:tracePt t="48129" x="1163638" y="3289300"/>
          <p14:tracePt t="48343" x="1173163" y="3289300"/>
          <p14:tracePt t="48354" x="1181100" y="3289300"/>
          <p14:tracePt t="48444" x="1189038" y="3289300"/>
          <p14:tracePt t="48557" x="1198563" y="3289300"/>
          <p14:tracePt t="48590" x="1206500" y="3289300"/>
          <p14:tracePt t="49097" x="1216025" y="3289300"/>
          <p14:tracePt t="49153" x="1216025" y="3297238"/>
          <p14:tracePt t="49164" x="1216025" y="3305175"/>
          <p14:tracePt t="49457" x="1216025" y="3297238"/>
          <p14:tracePt t="49637" x="1206500" y="3289300"/>
          <p14:tracePt t="49670" x="1198563" y="3289300"/>
          <p14:tracePt t="49672" x="1181100" y="3289300"/>
          <p14:tracePt t="49930" x="1198563" y="3289300"/>
          <p14:tracePt t="49953" x="1206500" y="3289300"/>
          <p14:tracePt t="49964" x="1216025" y="3289300"/>
          <p14:tracePt t="49986" x="1223963" y="3289300"/>
          <p14:tracePt t="49998" x="1249363" y="3289300"/>
          <p14:tracePt t="50009" x="1292225" y="3289300"/>
          <p14:tracePt t="50020" x="1343025" y="3289300"/>
          <p14:tracePt t="50031" x="1393825" y="3289300"/>
          <p14:tracePt t="50043" x="1452563" y="3289300"/>
          <p14:tracePt t="50055" x="1487488" y="3289300"/>
          <p14:tracePt t="50065" x="1512888" y="3289300"/>
          <p14:tracePt t="50076" x="1530350" y="3289300"/>
          <p14:tracePt t="50088" x="1555750" y="3289300"/>
          <p14:tracePt t="50099" x="1589088" y="3289300"/>
          <p14:tracePt t="50110" x="1597025" y="3289300"/>
          <p14:tracePt t="50121" x="1614488" y="3289300"/>
          <p14:tracePt t="50133" x="1649413" y="3289300"/>
          <p14:tracePt t="50144" x="1674813" y="3289300"/>
          <p14:tracePt t="50155" x="1716088" y="3289300"/>
          <p14:tracePt t="50166" x="1751013" y="3289300"/>
          <p14:tracePt t="50178" x="1793875" y="3289300"/>
          <p14:tracePt t="50189" x="1819275" y="3289300"/>
          <p14:tracePt t="50200" x="1835150" y="3289300"/>
          <p14:tracePt t="50211" x="1870075" y="3289300"/>
          <p14:tracePt t="50223" x="1895475" y="3289300"/>
          <p14:tracePt t="50234" x="1920875" y="3279775"/>
          <p14:tracePt t="50245" x="1963738" y="3271838"/>
          <p14:tracePt t="50256" x="2022475" y="3271838"/>
          <p14:tracePt t="50268" x="2065338" y="3263900"/>
          <p14:tracePt t="50279" x="2108200" y="3246438"/>
          <p14:tracePt t="50290" x="2166938" y="3246438"/>
          <p14:tracePt t="50302" x="2200275" y="3246438"/>
          <p14:tracePt t="50313" x="2227263" y="3246438"/>
          <p14:tracePt t="50324" x="2243138" y="3246438"/>
          <p14:tracePt t="50336" x="2260600" y="3246438"/>
          <p14:tracePt t="50346" x="2268538" y="3246438"/>
          <p14:tracePt t="50358" x="2303463" y="3246438"/>
          <p14:tracePt t="50369" x="2336800" y="3246438"/>
          <p14:tracePt t="50380" x="2362200" y="3246438"/>
          <p14:tracePt t="50391" x="2387600" y="3246438"/>
          <p14:tracePt t="50403" x="2422525" y="3246438"/>
          <p14:tracePt t="50414" x="2447925" y="3246438"/>
          <p14:tracePt t="50425" x="2455863" y="3246438"/>
          <p14:tracePt t="50436" x="2463800" y="3246438"/>
          <p14:tracePt t="50448" x="2473325" y="3246438"/>
          <p14:tracePt t="50470" x="2481263" y="3246438"/>
          <p14:tracePt t="50482" x="2489200" y="3246438"/>
          <p14:tracePt t="50649" x="2481263" y="3246438"/>
          <p14:tracePt t="50650" x="2473325" y="3246438"/>
          <p14:tracePt t="50661" x="2463800" y="3246438"/>
          <p14:tracePt t="50684" x="2455863" y="3246438"/>
          <p14:tracePt t="50695" x="2430463" y="3246438"/>
          <p14:tracePt t="50706" x="2397125" y="3246438"/>
          <p14:tracePt t="50718" x="2354263" y="3246438"/>
          <p14:tracePt t="50729" x="2319338" y="3246438"/>
          <p14:tracePt t="50740" x="2268538" y="3246438"/>
          <p14:tracePt t="50752" x="2192338" y="3246438"/>
          <p14:tracePt t="50763" x="2124075" y="3246438"/>
          <p14:tracePt t="50774" x="2039938" y="3246438"/>
          <p14:tracePt t="50786" x="1938338" y="3246438"/>
          <p14:tracePt t="50796" x="1827213" y="3246438"/>
          <p14:tracePt t="50808" x="1741488" y="3246438"/>
          <p14:tracePt t="50819" x="1674813" y="3246438"/>
          <p14:tracePt t="50830" x="1614488" y="3246438"/>
          <p14:tracePt t="50841" x="1571625" y="3246438"/>
          <p14:tracePt t="50853" x="1538288" y="3238500"/>
          <p14:tracePt t="50864" x="1504950" y="3238500"/>
          <p14:tracePt t="50875" x="1462088" y="3238500"/>
          <p14:tracePt t="50887" x="1427163" y="3238500"/>
          <p14:tracePt t="50898" x="1385888" y="3238500"/>
          <p14:tracePt t="50909" x="1343025" y="3238500"/>
          <p14:tracePt t="50920" x="1308100" y="3238500"/>
          <p14:tracePt t="50931" x="1300163" y="3238500"/>
          <p14:tracePt t="50943" x="1292225" y="3238500"/>
          <p14:tracePt t="50954" x="1282700" y="3238500"/>
          <p14:tracePt t="50965" x="1266825" y="3238500"/>
          <p14:tracePt t="50976" x="1223963" y="3238500"/>
          <p14:tracePt t="50988" x="1173163" y="3254375"/>
          <p14:tracePt t="50999" x="1147763" y="3254375"/>
          <p14:tracePt t="51010" x="1130300" y="3254375"/>
          <p14:tracePt t="51021" x="1122363" y="3254375"/>
          <p14:tracePt t="51078" x="1130300" y="3254375"/>
          <p14:tracePt t="51089" x="1130300" y="3246438"/>
          <p14:tracePt t="51100" x="1130300" y="3238500"/>
          <p14:tracePt t="51123" x="1130300" y="3228975"/>
          <p14:tracePt t="51134" x="1138238" y="3211513"/>
          <p14:tracePt t="51145" x="1147763" y="3195638"/>
          <p14:tracePt t="51156" x="1155700" y="3170238"/>
          <p14:tracePt t="51168" x="1163638" y="3135313"/>
          <p14:tracePt t="51179" x="1198563" y="3076575"/>
          <p14:tracePt t="51190" x="1206500" y="3033713"/>
          <p14:tracePt t="51213" x="1206500" y="2974975"/>
          <p14:tracePt t="51224" x="1206500" y="2940050"/>
          <p14:tracePt t="51235" x="1206500" y="2897188"/>
          <p14:tracePt t="51246" x="1216025" y="2787650"/>
          <p14:tracePt t="51258" x="1216025" y="2701925"/>
          <p14:tracePt t="51269" x="1241425" y="2625725"/>
          <p14:tracePt t="51280" x="1249363" y="2566988"/>
          <p14:tracePt t="51292" x="1266825" y="2516188"/>
          <p14:tracePt t="51303" x="1282700" y="2481263"/>
          <p14:tracePt t="51314" x="1300163" y="2430463"/>
          <p14:tracePt t="51325" x="1317625" y="2397125"/>
          <p14:tracePt t="51336" x="1343025" y="2362200"/>
          <p14:tracePt t="51348" x="1343025" y="2328863"/>
          <p14:tracePt t="51359" x="1350963" y="2303463"/>
          <p14:tracePt t="51370" x="1360488" y="2278063"/>
          <p14:tracePt t="51381" x="1360488" y="2260600"/>
          <p14:tracePt t="51393" x="1360488" y="2252663"/>
          <p14:tracePt t="51404" x="1360488" y="2243138"/>
          <p14:tracePt t="51415" x="1360488" y="2235200"/>
          <p14:tracePt t="51426" x="1368425" y="2227263"/>
          <p14:tracePt t="51438" x="1376363" y="2227263"/>
          <p14:tracePt t="51460" x="1385888" y="2227263"/>
          <p14:tracePt t="51471" x="1393825" y="2217738"/>
          <p14:tracePt t="51483" x="1401763" y="2209800"/>
          <p14:tracePt t="51505" x="1411288" y="2209800"/>
          <p14:tracePt t="51516" x="1419225" y="2209800"/>
          <p14:tracePt t="51539" x="1436688" y="2209800"/>
          <p14:tracePt t="51550" x="1470025" y="2217738"/>
          <p14:tracePt t="51561" x="1495425" y="2260600"/>
          <p14:tracePt t="51573" x="1504950" y="2319338"/>
          <p14:tracePt t="51585" x="1512888" y="2362200"/>
          <p14:tracePt t="51595" x="1530350" y="2405063"/>
          <p14:tracePt t="51606" x="1530350" y="2455863"/>
          <p14:tracePt t="51618" x="1546225" y="2498725"/>
          <p14:tracePt t="51629" x="1555750" y="2516188"/>
          <p14:tracePt t="51640" x="1563688" y="2532063"/>
          <p14:tracePt t="51652" x="1581150" y="2541588"/>
          <p14:tracePt t="51663" x="1622425" y="2541588"/>
          <p14:tracePt t="51674" x="1657350" y="2541588"/>
          <p14:tracePt t="51685" x="1690688" y="2541588"/>
          <p14:tracePt t="51696" x="1725613" y="2532063"/>
          <p14:tracePt t="51708" x="1741488" y="2524125"/>
          <p14:tracePt t="51719" x="1766888" y="2516188"/>
          <p14:tracePt t="51730" x="1801813" y="2506663"/>
          <p14:tracePt t="51741" x="1835150" y="2489200"/>
          <p14:tracePt t="51753" x="1860550" y="2481263"/>
          <p14:tracePt t="51764" x="1885950" y="2473325"/>
          <p14:tracePt t="51775" x="1885950" y="2463800"/>
          <p14:tracePt t="51786" x="1895475" y="2447925"/>
          <p14:tracePt t="51798" x="1903413" y="2430463"/>
          <p14:tracePt t="51809" x="1911350" y="2405063"/>
          <p14:tracePt t="51820" x="1920875" y="2397125"/>
          <p14:tracePt t="51831" x="1938338" y="2344738"/>
          <p14:tracePt t="51843" x="1946275" y="2336800"/>
          <p14:tracePt t="51854" x="1946275" y="2328863"/>
          <p14:tracePt t="51865" x="1946275" y="2319338"/>
          <p14:tracePt t="51876" x="1946275" y="2311400"/>
          <p14:tracePt t="51888" x="1946275" y="2303463"/>
          <p14:tracePt t="51903" x="1946275" y="2293938"/>
          <p14:tracePt t="51931" x="1946275" y="2286000"/>
          <p14:tracePt t="51954" x="1946275" y="2278063"/>
          <p14:tracePt t="51956" x="1946275" y="2268538"/>
          <p14:tracePt t="51999" x="1946275" y="2260600"/>
          <p14:tracePt t="52010" x="1946275" y="2252663"/>
          <p14:tracePt t="52021" x="1946275" y="2243138"/>
          <p14:tracePt t="52033" x="1946275" y="2235200"/>
          <p14:tracePt t="52044" x="1946275" y="2227263"/>
          <p14:tracePt t="52136" x="1946275" y="2243138"/>
          <p14:tracePt t="52146" x="1946275" y="2252663"/>
          <p14:tracePt t="52158" x="1946275" y="2268538"/>
          <p14:tracePt t="52180" x="1946275" y="2278063"/>
          <p14:tracePt t="52191" x="1946275" y="2293938"/>
          <p14:tracePt t="52258" x="1938338" y="2303463"/>
          <p14:tracePt t="52280" x="1928813" y="2303463"/>
          <p14:tracePt t="52304" x="1928813" y="2293938"/>
          <p14:tracePt t="52315" x="1928813" y="2286000"/>
          <p14:tracePt t="52349" x="1920875" y="2278063"/>
          <p14:tracePt t="52483" x="1920875" y="2286000"/>
          <p14:tracePt t="52888" x="1920875" y="2293938"/>
          <p14:tracePt t="54148" x="1911350" y="2319338"/>
          <p14:tracePt t="54159" x="1911350" y="2328863"/>
          <p14:tracePt t="54160" x="1903413" y="2328863"/>
          <p14:tracePt t="54171" x="1903413" y="2336800"/>
          <p14:tracePt t="54183" x="1903413" y="2354263"/>
          <p14:tracePt t="54194" x="1903413" y="2362200"/>
          <p14:tracePt t="54205" x="1903413" y="2371725"/>
          <p14:tracePt t="54217" x="1903413" y="2397125"/>
          <p14:tracePt t="54228" x="1903413" y="2413000"/>
          <p14:tracePt t="54239" x="1903413" y="2455863"/>
          <p14:tracePt t="54250" x="1903413" y="2498725"/>
          <p14:tracePt t="54261" x="1903413" y="2541588"/>
          <p14:tracePt t="54273" x="1903413" y="2566988"/>
          <p14:tracePt t="54284" x="1903413" y="2608263"/>
          <p14:tracePt t="54295" x="1903413" y="2660650"/>
          <p14:tracePt t="54306" x="1903413" y="2719388"/>
          <p14:tracePt t="54318" x="1903413" y="2778125"/>
          <p14:tracePt t="54329" x="1895475" y="2820988"/>
          <p14:tracePt t="54352" x="1885950" y="2855913"/>
          <p14:tracePt t="54363" x="1860550" y="2906713"/>
          <p14:tracePt t="54374" x="1844675" y="2940050"/>
          <p14:tracePt t="54385" x="1835150" y="2974975"/>
          <p14:tracePt t="54396" x="1835150" y="2990850"/>
          <p14:tracePt t="54408" x="1835150" y="3008313"/>
          <p14:tracePt t="54419" x="1835150" y="3025775"/>
          <p14:tracePt t="54430" x="1835150" y="3059113"/>
          <p14:tracePt t="54441" x="1835150" y="3067050"/>
          <p14:tracePt t="54453" x="1819275" y="3101975"/>
          <p14:tracePt t="54464" x="1819275" y="3135313"/>
          <p14:tracePt t="54475" x="1809750" y="3160713"/>
          <p14:tracePt t="54486" x="1809750" y="3203575"/>
          <p14:tracePt t="54498" x="1809750" y="3221038"/>
          <p14:tracePt t="54509" x="1801813" y="3254375"/>
          <p14:tracePt t="54520" x="1801813" y="3263900"/>
          <p14:tracePt t="54532" x="1801813" y="3279775"/>
          <p14:tracePt t="54543" x="1793875" y="3289300"/>
          <p14:tracePt t="54586" x="1793875" y="3305175"/>
          <p14:tracePt t="54599" x="1793875" y="3314700"/>
          <p14:tracePt t="54610" x="1784350" y="3322638"/>
          <p14:tracePt t="54633" x="1776413" y="3330575"/>
          <p14:tracePt t="54644" x="1776413" y="3340100"/>
          <p14:tracePt t="54667" x="1776413" y="3348038"/>
          <p14:tracePt t="54678" x="1776413" y="3355975"/>
          <p14:tracePt t="54689" x="1776413" y="3365500"/>
          <p14:tracePt t="54711" x="1776413" y="3382963"/>
          <p14:tracePt t="54789" x="1766888" y="3390900"/>
          <p14:tracePt t="54845" x="1758950" y="3390900"/>
          <p14:tracePt t="54868" x="1751013" y="3390900"/>
          <p14:tracePt t="54869" x="1741488" y="3390900"/>
          <p14:tracePt t="54882" x="1733550" y="3390900"/>
          <p14:tracePt t="54903" x="1725613" y="3390900"/>
          <p14:tracePt t="54915" x="1716088" y="3390900"/>
          <p14:tracePt t="54936" x="1708150" y="3390900"/>
          <p14:tracePt t="54948" x="1690688" y="3390900"/>
          <p14:tracePt t="54959" x="1682750" y="3390900"/>
          <p14:tracePt t="54970" x="1657350" y="3390900"/>
          <p14:tracePt t="54982" x="1622425" y="3390900"/>
          <p14:tracePt t="55004" x="1614488" y="3390900"/>
          <p14:tracePt t="55015" x="1606550" y="3390900"/>
          <p14:tracePt t="55038" x="1597025" y="3382963"/>
          <p14:tracePt t="55049" x="1589088" y="3382963"/>
          <p14:tracePt t="55060" x="1563688" y="3365500"/>
          <p14:tracePt t="55071" x="1555750" y="3365500"/>
          <p14:tracePt t="55083" x="1520825" y="3348038"/>
          <p14:tracePt t="55094" x="1520825" y="3340100"/>
          <p14:tracePt t="55105" x="1512888" y="3340100"/>
          <p14:tracePt t="55116" x="1512888" y="3297238"/>
          <p14:tracePt t="55128" x="1512888" y="3289300"/>
          <p14:tracePt t="55139" x="1512888" y="3263900"/>
          <p14:tracePt t="55150" x="1512888" y="3238500"/>
          <p14:tracePt t="55161" x="1530350" y="3195638"/>
          <p14:tracePt t="55173" x="1546225" y="3178175"/>
          <p14:tracePt t="55184" x="1563688" y="3144838"/>
          <p14:tracePt t="55195" x="1589088" y="3119438"/>
          <p14:tracePt t="55206" x="1606550" y="3094038"/>
          <p14:tracePt t="55218" x="1614488" y="3076575"/>
          <p14:tracePt t="55229" x="1631950" y="3051175"/>
          <p14:tracePt t="55240" x="1649413" y="3008313"/>
          <p14:tracePt t="55251" x="1665288" y="2965450"/>
          <p14:tracePt t="55263" x="1665288" y="2940050"/>
          <p14:tracePt t="55274" x="1665288" y="2914650"/>
          <p14:tracePt t="55285" x="1665288" y="2881313"/>
          <p14:tracePt t="55296" x="1674813" y="2838450"/>
          <p14:tracePt t="55308" x="1674813" y="2813050"/>
          <p14:tracePt t="55319" x="1682750" y="2805113"/>
          <p14:tracePt t="55330" x="1682750" y="2787650"/>
          <p14:tracePt t="55341" x="1682750" y="2770188"/>
          <p14:tracePt t="55353" x="1700213" y="2752725"/>
          <p14:tracePt t="55396" x="1708150" y="2752725"/>
          <p14:tracePt t="55408" x="1716088" y="2752725"/>
          <p14:tracePt t="55926" x="1716088" y="2762250"/>
          <p14:tracePt t="55981" x="1708150" y="2770188"/>
          <p14:tracePt t="55983" x="1708150" y="2778125"/>
          <p14:tracePt t="55994" x="1700213" y="2787650"/>
          <p14:tracePt t="56005" x="1690688" y="2787650"/>
          <p14:tracePt t="56017" x="1690688" y="2795588"/>
          <p14:tracePt t="56028" x="1682750" y="2813050"/>
          <p14:tracePt t="56050" x="1674813" y="2830513"/>
          <p14:tracePt t="56061" x="1665288" y="2855913"/>
          <p14:tracePt t="56073" x="1665288" y="2871788"/>
          <p14:tracePt t="56084" x="1665288" y="2906713"/>
          <p14:tracePt t="56095" x="1665288" y="2932113"/>
          <p14:tracePt t="56106" x="1665288" y="2949575"/>
          <p14:tracePt t="56118" x="1665288" y="2990850"/>
          <p14:tracePt t="56129" x="1665288" y="3016250"/>
          <p14:tracePt t="56140" x="1657350" y="3041650"/>
          <p14:tracePt t="56151" x="1657350" y="3051175"/>
          <p14:tracePt t="56163" x="1657350" y="3076575"/>
          <p14:tracePt t="56174" x="1639888" y="3101975"/>
          <p14:tracePt t="56185" x="1631950" y="3127375"/>
          <p14:tracePt t="56208" x="1622425" y="3152775"/>
          <p14:tracePt t="56231" x="1622425" y="3170238"/>
          <p14:tracePt t="56241" x="1614488" y="3178175"/>
          <p14:tracePt t="56342" x="1606550" y="3178175"/>
          <p14:tracePt t="56375" x="1597025" y="3178175"/>
          <p14:tracePt t="56377" x="1581150" y="3178175"/>
          <p14:tracePt t="56399" x="1563688" y="3178175"/>
          <p14:tracePt t="56410" x="1546225" y="3178175"/>
          <p14:tracePt t="56433" x="1538288" y="3178175"/>
          <p14:tracePt t="56444" x="1530350" y="3178175"/>
          <p14:tracePt t="56455" x="1520825" y="3178175"/>
          <p14:tracePt t="56468" x="1504950" y="3178175"/>
          <p14:tracePt t="56489" x="1495425" y="3178175"/>
          <p14:tracePt t="56500" x="1487488" y="3178175"/>
          <p14:tracePt t="56544" x="1477963" y="3178175"/>
          <p14:tracePt t="56579" x="1470025" y="3178175"/>
          <p14:tracePt t="56590" x="1452563" y="3186113"/>
          <p14:tracePt t="56601" x="1452563" y="3195638"/>
          <p14:tracePt t="56758" x="1436688" y="3195638"/>
          <p14:tracePt t="56769" x="1427163" y="3195638"/>
          <p14:tracePt t="56781" x="1419225" y="3195638"/>
          <p14:tracePt t="56793" x="1411288" y="3195638"/>
          <p14:tracePt t="56804" x="1401763" y="3195638"/>
          <p14:tracePt t="56815" x="1376363" y="3195638"/>
          <p14:tracePt t="56826" x="1360488" y="3195638"/>
          <p14:tracePt t="56838" x="1325563" y="3195638"/>
          <p14:tracePt t="56860" x="1282700" y="3195638"/>
          <p14:tracePt t="56871" x="1249363" y="3195638"/>
          <p14:tracePt t="56883" x="1216025" y="3186113"/>
          <p14:tracePt t="56894" x="1163638" y="3152775"/>
          <p14:tracePt t="56914" x="1163638" y="3144838"/>
          <p14:tracePt t="56917" x="1155700" y="3119438"/>
          <p14:tracePt t="56928" x="1155700" y="3084513"/>
          <p14:tracePt t="56939" x="1147763" y="3051175"/>
          <p14:tracePt t="56950" x="1147763" y="3008313"/>
          <p14:tracePt t="56961" x="1147763" y="2974975"/>
          <p14:tracePt t="56973" x="1147763" y="2922588"/>
          <p14:tracePt t="56984" x="1147763" y="2881313"/>
          <p14:tracePt t="56995" x="1147763" y="2855913"/>
          <p14:tracePt t="57006" x="1163638" y="2830513"/>
          <p14:tracePt t="57018" x="1189038" y="2795588"/>
          <p14:tracePt t="57029" x="1216025" y="2736850"/>
          <p14:tracePt t="57040" x="1249363" y="2660650"/>
          <p14:tracePt t="57051" x="1282700" y="2582863"/>
          <p14:tracePt t="57063" x="1308100" y="2498725"/>
          <p14:tracePt t="57074" x="1317625" y="2422525"/>
          <p14:tracePt t="57085" x="1325563" y="2354263"/>
          <p14:tracePt t="57097" x="1333500" y="2303463"/>
          <p14:tracePt t="57108" x="1343025" y="2268538"/>
          <p14:tracePt t="57119" x="1343025" y="2260600"/>
          <p14:tracePt t="57130" x="1360488" y="2235200"/>
          <p14:tracePt t="57141" x="1368425" y="2227263"/>
          <p14:tracePt t="57153" x="1368425" y="2217738"/>
          <p14:tracePt t="57175" x="1368425" y="2200275"/>
          <p14:tracePt t="57186" x="1376363" y="2192338"/>
          <p14:tracePt t="57209" x="1385888" y="2184400"/>
          <p14:tracePt t="57220" x="1385888" y="2174875"/>
          <p14:tracePt t="57231" x="1393825" y="2159000"/>
          <p14:tracePt t="57243" x="1411288" y="2141538"/>
          <p14:tracePt t="57254" x="1427163" y="2124075"/>
          <p14:tracePt t="57265" x="1436688" y="2108200"/>
          <p14:tracePt t="57276" x="1444625" y="2073275"/>
          <p14:tracePt t="57288" x="1452563" y="2065338"/>
          <p14:tracePt t="57299" x="1452563" y="2055813"/>
          <p14:tracePt t="57331" x="1452563" y="2047875"/>
          <p14:tracePt t="57344" x="1444625" y="2047875"/>
          <p14:tracePt t="57355" x="1436688" y="2047875"/>
          <p14:tracePt t="57389" x="1427163" y="2055813"/>
          <p14:tracePt t="57400" x="1419225" y="2073275"/>
          <p14:tracePt t="57411" x="1376363" y="2116138"/>
          <p14:tracePt t="57423" x="1360488" y="2149475"/>
          <p14:tracePt t="57434" x="1343025" y="2159000"/>
          <p14:tracePt t="57445" x="1333500" y="2184400"/>
          <p14:tracePt t="57456" x="1325563" y="2192338"/>
          <p14:tracePt t="57523" x="1317625" y="2209800"/>
          <p14:tracePt t="57534" x="1308100" y="2217738"/>
          <p14:tracePt t="57556" x="1300163" y="2217738"/>
          <p14:tracePt t="57568" x="1300163" y="2227263"/>
          <p14:tracePt t="57569" x="1292225" y="2235200"/>
          <p14:tracePt t="57603" x="1282700" y="2243138"/>
          <p14:tracePt t="57614" x="1282700" y="2252663"/>
          <p14:tracePt t="57625" x="1274763" y="2268538"/>
          <p14:tracePt t="57636" x="1266825" y="2286000"/>
          <p14:tracePt t="57648" x="1266825" y="2303463"/>
          <p14:tracePt t="57659" x="1257300" y="2303463"/>
          <p14:tracePt t="57670" x="1249363" y="2336800"/>
          <p14:tracePt t="57693" x="1249363" y="2362200"/>
          <p14:tracePt t="57704" x="1249363" y="2397125"/>
          <p14:tracePt t="57715" x="1249363" y="2422525"/>
          <p14:tracePt t="57726" x="1249363" y="2438400"/>
          <p14:tracePt t="57738" x="1249363" y="2463800"/>
          <p14:tracePt t="57749" x="1249363" y="2473325"/>
          <p14:tracePt t="57760" x="1249363" y="2481263"/>
          <p14:tracePt t="57794" x="1241425" y="2473325"/>
          <p14:tracePt t="57805" x="1241425" y="2463800"/>
          <p14:tracePt t="57828" x="1231900" y="2455863"/>
          <p14:tracePt t="57839" x="1231900" y="2430463"/>
          <p14:tracePt t="57850" x="1223963" y="2430463"/>
          <p14:tracePt t="57862" x="1216025" y="2405063"/>
          <p14:tracePt t="57917" x="1216025" y="2397125"/>
          <p14:tracePt t="57918" x="1206500" y="2379663"/>
          <p14:tracePt t="57939" x="1206500" y="2371725"/>
          <p14:tracePt t="57940" x="1206500" y="2362200"/>
          <p14:tracePt t="57951" x="1198563" y="2354263"/>
          <p14:tracePt t="57963" x="1198563" y="2344738"/>
          <p14:tracePt t="57985" x="1198563" y="2336800"/>
          <p14:tracePt t="57996" x="1189038" y="2311400"/>
          <p14:tracePt t="58008" x="1173163" y="2303463"/>
          <p14:tracePt t="58019" x="1173163" y="2293938"/>
          <p14:tracePt t="58164" x="1163638" y="2286000"/>
          <p14:tracePt t="58175" x="1163638" y="2278063"/>
          <p14:tracePt t="58265" x="1155700" y="2278063"/>
          <p14:tracePt t="58367" x="1155700" y="2268538"/>
          <p14:tracePt t="58389" x="1147763" y="2268538"/>
          <p14:tracePt t="58423" x="1147763" y="2278063"/>
          <p14:tracePt t="58424" x="1147763" y="2286000"/>
          <p14:tracePt t="58435" x="1147763" y="2293938"/>
          <p14:tracePt t="58446" x="1138238" y="2293938"/>
          <p14:tracePt t="58458" x="1138238" y="2311400"/>
          <p14:tracePt t="58469" x="1138238" y="2319338"/>
          <p14:tracePt t="58480" x="1138238" y="2328863"/>
          <p14:tracePt t="58491" x="1138238" y="2354263"/>
          <p14:tracePt t="58503" x="1138238" y="2371725"/>
          <p14:tracePt t="58514" x="1138238" y="2397125"/>
          <p14:tracePt t="58525" x="1138238" y="2422525"/>
          <p14:tracePt t="58537" x="1138238" y="2438400"/>
          <p14:tracePt t="58548" x="1138238" y="2455863"/>
          <p14:tracePt t="58559" x="1138238" y="2481263"/>
          <p14:tracePt t="58581" x="1138238" y="2489200"/>
          <p14:tracePt t="58593" x="1130300" y="2506663"/>
          <p14:tracePt t="58615" x="1130300" y="2516188"/>
          <p14:tracePt t="58626" x="1122363" y="2541588"/>
          <p14:tracePt t="58638" x="1122363" y="2566988"/>
          <p14:tracePt t="58649" x="1112838" y="2592388"/>
          <p14:tracePt t="58660" x="1112838" y="2617788"/>
          <p14:tracePt t="58671" x="1112838" y="2668588"/>
          <p14:tracePt t="58683" x="1112838" y="2701925"/>
          <p14:tracePt t="58694" x="1112838" y="2736850"/>
          <p14:tracePt t="58705" x="1112838" y="2778125"/>
          <p14:tracePt t="58716" x="1112838" y="2795588"/>
          <p14:tracePt t="58728" x="1112838" y="2830513"/>
          <p14:tracePt t="58739" x="1112838" y="2855913"/>
          <p14:tracePt t="58750" x="1112838" y="2871788"/>
          <p14:tracePt t="58771" x="1112838" y="2897188"/>
          <p14:tracePt t="58772" x="1112838" y="2906713"/>
          <p14:tracePt t="58795" x="1112838" y="2914650"/>
          <p14:tracePt t="58806" x="1112838" y="2922588"/>
          <p14:tracePt t="58818" x="1112838" y="2932113"/>
          <p14:tracePt t="58829" x="1112838" y="2949575"/>
          <p14:tracePt t="58840" x="1104900" y="2974975"/>
          <p14:tracePt t="58851" x="1096963" y="2990850"/>
          <p14:tracePt t="58863" x="1096963" y="3000375"/>
          <p14:tracePt t="58874" x="1096963" y="3025775"/>
          <p14:tracePt t="58885" x="1096963" y="3051175"/>
          <p14:tracePt t="58896" x="1096963" y="3084513"/>
          <p14:tracePt t="58913" x="1096963" y="3101975"/>
          <p14:tracePt t="58919" x="1096963" y="3127375"/>
          <p14:tracePt t="58930" x="1096963" y="3135313"/>
          <p14:tracePt t="58941" x="1096963" y="3144838"/>
          <p14:tracePt t="58953" x="1096963" y="3160713"/>
          <p14:tracePt t="58964" x="1096963" y="3170238"/>
          <p14:tracePt t="58975" x="1096963" y="3178175"/>
          <p14:tracePt t="58986" x="1096963" y="3195638"/>
          <p14:tracePt t="58998" x="1096963" y="3203575"/>
          <p14:tracePt t="59009" x="1104900" y="3203575"/>
          <p14:tracePt t="59020" x="1112838" y="3221038"/>
          <p14:tracePt t="59031" x="1122363" y="3228975"/>
          <p14:tracePt t="59065" x="1122363" y="3238500"/>
          <p14:tracePt t="59076" x="1122363" y="3246438"/>
          <p14:tracePt t="59088" x="1122363" y="3254375"/>
          <p14:tracePt t="59099" x="1130300" y="3271838"/>
          <p14:tracePt t="59110" x="1130300" y="3279775"/>
          <p14:tracePt t="59121" x="1130300" y="3289300"/>
          <p14:tracePt t="59133" x="1138238" y="3305175"/>
          <p14:tracePt t="59300" x="1147763" y="3314700"/>
          <p14:tracePt t="59311" x="1155700" y="3314700"/>
          <p14:tracePt t="59324" x="1163638" y="3314700"/>
          <p14:tracePt t="59335" x="1173163" y="3314700"/>
          <p14:tracePt t="59346" x="1181100" y="3314700"/>
          <p14:tracePt t="59358" x="1181100" y="3305175"/>
          <p14:tracePt t="59369" x="1198563" y="3305175"/>
          <p14:tracePt t="59380" x="1231900" y="3305175"/>
          <p14:tracePt t="59392" x="1241425" y="3297238"/>
          <p14:tracePt t="59403" x="1257300" y="3297238"/>
          <p14:tracePt t="59414" x="1274763" y="3297238"/>
          <p14:tracePt t="59425" x="1282700" y="3297238"/>
          <p14:tracePt t="59436" x="1292225" y="3289300"/>
          <p14:tracePt t="59448" x="1300163" y="3279775"/>
          <p14:tracePt t="59459" x="1300163" y="3271838"/>
          <p14:tracePt t="59481" x="1300163" y="3263900"/>
          <p14:tracePt t="59525" x="1300163" y="3254375"/>
          <p14:tracePt t="59548" x="1292225" y="3254375"/>
          <p14:tracePt t="59549" x="1282700" y="3254375"/>
          <p14:tracePt t="59571" x="1274763" y="3254375"/>
          <p14:tracePt t="59583" x="1266825" y="3254375"/>
          <p14:tracePt t="59605" x="1257300" y="3254375"/>
          <p14:tracePt t="59616" x="1249363" y="3254375"/>
          <p14:tracePt t="59627" x="1223963" y="3254375"/>
          <p14:tracePt t="59639" x="1216025" y="3254375"/>
          <p14:tracePt t="59650" x="1206500" y="3254375"/>
          <p14:tracePt t="59728" x="1206500" y="3246438"/>
          <p14:tracePt t="59751" x="1231900" y="3246438"/>
          <p14:tracePt t="59774" x="1241425" y="3246438"/>
          <p14:tracePt t="59796" x="1257300" y="3246438"/>
          <p14:tracePt t="59808" x="1282700" y="3254375"/>
          <p14:tracePt t="59819" x="1325563" y="3263900"/>
          <p14:tracePt t="59830" x="1360488" y="3263900"/>
          <p14:tracePt t="59841" x="1401763" y="3263900"/>
          <p14:tracePt t="59853" x="1436688" y="3263900"/>
          <p14:tracePt t="59864" x="1487488" y="3263900"/>
          <p14:tracePt t="59875" x="1546225" y="3263900"/>
          <p14:tracePt t="59886" x="1606550" y="3263900"/>
          <p14:tracePt t="59898" x="1674813" y="3263900"/>
          <p14:tracePt t="59909" x="1733550" y="3263900"/>
          <p14:tracePt t="59920" x="1776413" y="3263900"/>
          <p14:tracePt t="59931" x="1819275" y="3263900"/>
          <p14:tracePt t="59943" x="1852613" y="3263900"/>
          <p14:tracePt t="59954" x="1885950" y="3263900"/>
          <p14:tracePt t="59965" x="1928813" y="3263900"/>
          <p14:tracePt t="59977" x="1971675" y="3263900"/>
          <p14:tracePt t="59988" x="2014538" y="3263900"/>
          <p14:tracePt t="59999" x="2055813" y="3263900"/>
          <p14:tracePt t="60011" x="2098675" y="3263900"/>
          <p14:tracePt t="60021" x="2133600" y="3263900"/>
          <p14:tracePt t="60033" x="2159000" y="3263900"/>
          <p14:tracePt t="60044" x="2166938" y="3263900"/>
          <p14:tracePt t="60055" x="2192338" y="3263900"/>
          <p14:tracePt t="60066" x="2200275" y="3263900"/>
          <p14:tracePt t="60078" x="2209800" y="3254375"/>
          <p14:tracePt t="60133" x="2217738" y="3254375"/>
          <p14:tracePt t="60144" x="2227263" y="3254375"/>
          <p14:tracePt t="60954" x="2217738" y="3254375"/>
          <p14:tracePt t="60956" x="2209800" y="3254375"/>
          <p14:tracePt t="60967" x="2209800" y="3263900"/>
          <p14:tracePt t="60988" x="2200275" y="3271838"/>
          <p14:tracePt t="60989" x="2192338" y="3279775"/>
          <p14:tracePt t="61011" x="2184400" y="3279775"/>
          <p14:tracePt t="61023" x="2174875" y="3279775"/>
          <p14:tracePt t="61034" x="2166938" y="3289300"/>
          <p14:tracePt t="61045" x="2149475" y="3314700"/>
          <p14:tracePt t="61056" x="2124075" y="3322638"/>
          <p14:tracePt t="61068" x="2090738" y="3340100"/>
          <p14:tracePt t="61079" x="2065338" y="3348038"/>
          <p14:tracePt t="61090" x="2039938" y="3373438"/>
          <p14:tracePt t="61101" x="2022475" y="3382963"/>
          <p14:tracePt t="61113" x="1997075" y="3398838"/>
          <p14:tracePt t="61124" x="1979613" y="3408363"/>
          <p14:tracePt t="61135" x="1946275" y="3433763"/>
          <p14:tracePt t="61146" x="1911350" y="3449638"/>
          <p14:tracePt t="61158" x="1885950" y="3459163"/>
          <p14:tracePt t="61169" x="1860550" y="3467100"/>
          <p14:tracePt t="61180" x="1819275" y="3484563"/>
          <p14:tracePt t="61191" x="1784350" y="3492500"/>
          <p14:tracePt t="61203" x="1751013" y="3502025"/>
          <p14:tracePt t="61214" x="1733550" y="3517900"/>
          <p14:tracePt t="61225" x="1674813" y="3535363"/>
          <p14:tracePt t="61236" x="1639888" y="3543300"/>
          <p14:tracePt t="61248" x="1614488" y="3560763"/>
          <p14:tracePt t="61260" x="1581150" y="3578225"/>
          <p14:tracePt t="61270" x="1555750" y="3603625"/>
          <p14:tracePt t="61281" x="1530350" y="3603625"/>
          <p14:tracePt t="61293" x="1504950" y="3611563"/>
          <p14:tracePt t="61304" x="1477963" y="3619500"/>
          <p14:tracePt t="61315" x="1452563" y="3619500"/>
          <p14:tracePt t="61327" x="1444625" y="3619500"/>
          <p14:tracePt t="61338" x="1419225" y="3619500"/>
          <p14:tracePt t="61349" x="1411288" y="3619500"/>
          <p14:tracePt t="61360" x="1393825" y="3619500"/>
          <p14:tracePt t="61438" x="1385888" y="3619500"/>
          <p14:tracePt t="61449" x="1385888" y="3611563"/>
          <p14:tracePt t="61450" x="1376363" y="3611563"/>
          <p14:tracePt t="61473" x="1368425" y="3603625"/>
          <p14:tracePt t="61484" x="1360488" y="3594100"/>
          <p14:tracePt t="61506" x="1350963" y="3586163"/>
          <p14:tracePt t="61518" x="1343025" y="3586163"/>
          <p14:tracePt t="61550" x="1343025" y="3578225"/>
          <p14:tracePt t="61552" x="1343025" y="3568700"/>
          <p14:tracePt t="61595" x="1343025" y="3560763"/>
          <p14:tracePt t="61597" x="1343025" y="3543300"/>
          <p14:tracePt t="61619" x="1343025" y="3535363"/>
          <p14:tracePt t="61630" x="1343025" y="3527425"/>
          <p14:tracePt t="61653" x="1343025" y="3502025"/>
          <p14:tracePt t="61664" x="1343025" y="3484563"/>
          <p14:tracePt t="61675" x="1343025" y="3467100"/>
          <p14:tracePt t="61686" x="1343025" y="3449638"/>
          <p14:tracePt t="61698" x="1360488" y="3433763"/>
          <p14:tracePt t="61709" x="1360488" y="3424238"/>
          <p14:tracePt t="61720" x="1376363" y="3408363"/>
          <p14:tracePt t="61731" x="1376363" y="3398838"/>
          <p14:tracePt t="61743" x="1385888" y="3398838"/>
          <p14:tracePt t="61754" x="1393825" y="3382963"/>
          <p14:tracePt t="61765" x="1419225" y="3373438"/>
          <p14:tracePt t="61777" x="1419225" y="3365500"/>
          <p14:tracePt t="61788" x="1436688" y="3365500"/>
          <p14:tracePt t="61799" x="1452563" y="3348038"/>
          <p14:tracePt t="61810" x="1477963" y="3322638"/>
          <p14:tracePt t="61821" x="1477963" y="3314700"/>
          <p14:tracePt t="61833" x="1495425" y="3305175"/>
          <p14:tracePt t="61844" x="1504950" y="3279775"/>
          <p14:tracePt t="61855" x="1520825" y="3254375"/>
          <p14:tracePt t="61866" x="1530350" y="3238500"/>
          <p14:tracePt t="61878" x="1538288" y="3238500"/>
          <p14:tracePt t="61894" x="1546225" y="3228975"/>
          <p14:tracePt t="61900" x="1546225" y="3221038"/>
          <p14:tracePt t="61911" x="1555750" y="3211513"/>
          <p14:tracePt t="61923" x="1555750" y="3203575"/>
          <p14:tracePt t="61934" x="1555750" y="3195638"/>
          <p14:tracePt t="61945" x="1555750" y="3186113"/>
          <p14:tracePt t="61968" x="1555750" y="3178175"/>
          <p14:tracePt t="61979" x="1563688" y="3170238"/>
          <p14:tracePt t="62135" x="1563688" y="3160713"/>
          <p14:tracePt t="62170" x="1555750" y="3160713"/>
          <p14:tracePt t="62181" x="1538288" y="3160713"/>
          <p14:tracePt t="62214" x="1530350" y="3160713"/>
          <p14:tracePt t="62281" x="1530350" y="3170238"/>
          <p14:tracePt t="62283" x="1530350" y="3178175"/>
          <p14:tracePt t="62305" x="1520825" y="3186113"/>
          <p14:tracePt t="62327" x="1520825" y="3195638"/>
          <p14:tracePt t="62328" x="1520825" y="3203575"/>
          <p14:tracePt t="62339" x="1512888" y="3203575"/>
          <p14:tracePt t="62350" x="1512888" y="3211513"/>
          <p14:tracePt t="62361" x="1504950" y="3221038"/>
          <p14:tracePt t="62384" x="1504950" y="3228975"/>
          <p14:tracePt t="62395" x="1495425" y="3246438"/>
          <p14:tracePt t="62495" x="1487488" y="3254375"/>
          <p14:tracePt t="62497" x="1487488" y="3263900"/>
          <p14:tracePt t="62518" x="1487488" y="3271838"/>
          <p14:tracePt t="62530" x="1487488" y="3279775"/>
          <p14:tracePt t="62541" x="1487488" y="3289300"/>
          <p14:tracePt t="62564" x="1487488" y="3297238"/>
          <p14:tracePt t="62575" x="1487488" y="3314700"/>
          <p14:tracePt t="62586" x="1487488" y="3330575"/>
          <p14:tracePt t="62598" x="1487488" y="3355975"/>
          <p14:tracePt t="62609" x="1487488" y="3373438"/>
          <p14:tracePt t="62620" x="1487488" y="3398838"/>
          <p14:tracePt t="62631" x="1477963" y="3424238"/>
          <p14:tracePt t="62643" x="1470025" y="3433763"/>
          <p14:tracePt t="62654" x="1462088" y="3441700"/>
          <p14:tracePt t="62665" x="1452563" y="3449638"/>
          <p14:tracePt t="62676" x="1436688" y="3467100"/>
          <p14:tracePt t="62688" x="1427163" y="3475038"/>
          <p14:tracePt t="62699" x="1419225" y="3484563"/>
          <p14:tracePt t="62710" x="1411288" y="3492500"/>
          <p14:tracePt t="62721" x="1411288" y="3502025"/>
          <p14:tracePt t="62744" x="1411288" y="3509963"/>
          <p14:tracePt t="62755" x="1411288" y="3527425"/>
          <p14:tracePt t="62778" x="1411288" y="3543300"/>
          <p14:tracePt t="62789" x="1401763" y="3568700"/>
          <p14:tracePt t="62800" x="1401763" y="3594100"/>
          <p14:tracePt t="62811" x="1393825" y="3611563"/>
          <p14:tracePt t="62823" x="1385888" y="3629025"/>
          <p14:tracePt t="62834" x="1368425" y="3636963"/>
          <p14:tracePt t="62845" x="1343025" y="3654425"/>
          <p14:tracePt t="62856" x="1333500" y="3671888"/>
          <p14:tracePt t="62868" x="1325563" y="3679825"/>
          <p14:tracePt t="62879" x="1292225" y="3697288"/>
          <p14:tracePt t="62908" x="1282700" y="3705225"/>
          <p14:tracePt t="63048" x="1300163" y="3705225"/>
          <p14:tracePt t="63059" x="1308100" y="3705225"/>
          <p14:tracePt t="63081" x="1317625" y="3705225"/>
          <p14:tracePt t="63093" x="1325563" y="3705225"/>
          <p14:tracePt t="63115" x="1333500" y="3705225"/>
          <p14:tracePt t="63126" x="1343025" y="3705225"/>
          <p14:tracePt t="63138" x="1350963" y="3705225"/>
          <p14:tracePt t="63149" x="1376363" y="3705225"/>
          <p14:tracePt t="63407" x="1385888" y="3705225"/>
          <p14:tracePt t="64093" x="1411288" y="3722688"/>
          <p14:tracePt t="64160" x="1419225" y="3722688"/>
          <p14:tracePt t="64184" x="1427163" y="3722688"/>
          <p14:tracePt t="64195" x="1436688" y="3722688"/>
          <p14:tracePt t="64218" x="1444625" y="3722688"/>
          <p14:tracePt t="64229" x="1452563" y="3722688"/>
          <p14:tracePt t="64240" x="1462088" y="3722688"/>
          <p14:tracePt t="64263" x="1470025" y="3722688"/>
          <p14:tracePt t="64274" x="1487488" y="3722688"/>
          <p14:tracePt t="64285" x="1495425" y="3722688"/>
          <p14:tracePt t="64296" x="1530350" y="3722688"/>
          <p14:tracePt t="64308" x="1546225" y="3722688"/>
          <p14:tracePt t="64340" x="1555750" y="3722688"/>
          <p14:tracePt t="64342" x="1563688" y="3722688"/>
          <p14:tracePt t="64375" x="1571625" y="3722688"/>
          <p14:tracePt t="64386" x="1581150" y="3722688"/>
          <p14:tracePt t="64398" x="1589088" y="3722688"/>
          <p14:tracePt t="64420" x="1597025" y="3722688"/>
          <p14:tracePt t="64431" x="1606550" y="3722688"/>
          <p14:tracePt t="64443" x="1631950" y="3722688"/>
          <p14:tracePt t="64454" x="1639888" y="3722688"/>
          <p14:tracePt t="64476" x="1649413" y="3722688"/>
          <p14:tracePt t="64488" x="1674813" y="3722688"/>
          <p14:tracePt t="64499" x="1690688" y="3722688"/>
          <p14:tracePt t="64510" x="1716088" y="3730625"/>
          <p14:tracePt t="64521" x="1741488" y="3730625"/>
          <p14:tracePt t="64533" x="1784350" y="3738563"/>
          <p14:tracePt t="64544" x="1809750" y="3738563"/>
          <p14:tracePt t="64555" x="1835150" y="3738563"/>
          <p14:tracePt t="64566" x="1844675" y="3738563"/>
          <p14:tracePt t="64610" x="1852613" y="3738563"/>
          <p14:tracePt t="64623" x="1860550" y="3738563"/>
          <p14:tracePt t="64634" x="1870075" y="3738563"/>
          <p14:tracePt t="64645" x="1878013" y="3738563"/>
          <p14:tracePt t="64656" x="1885950" y="3738563"/>
          <p14:tracePt t="64668" x="1895475" y="3738563"/>
          <p14:tracePt t="64690" x="1903413" y="3738563"/>
          <p14:tracePt t="64701" x="1911350" y="3738563"/>
          <p14:tracePt t="64713" x="1920875" y="3738563"/>
          <p14:tracePt t="64724" x="1928813" y="3738563"/>
          <p14:tracePt t="64735" x="1946275" y="3738563"/>
          <p14:tracePt t="64746" x="1971675" y="3738563"/>
          <p14:tracePt t="64758" x="1997075" y="3738563"/>
          <p14:tracePt t="64780" x="2005013" y="3738563"/>
          <p14:tracePt t="64791" x="2014538" y="3738563"/>
          <p14:tracePt t="64813" x="2022475" y="3738563"/>
          <p14:tracePt t="64891" x="2022475" y="3730625"/>
          <p14:tracePt t="64914" x="2030413" y="3722688"/>
          <p14:tracePt t="64925" x="2039938" y="3722688"/>
          <p14:tracePt t="64927" x="2047875" y="3722688"/>
          <p14:tracePt t="64949" x="2055813" y="3722688"/>
          <p14:tracePt t="64960" x="2065338" y="3722688"/>
          <p14:tracePt t="65049" x="2073275" y="3722688"/>
          <p14:tracePt t="65128" x="2082800" y="3722688"/>
          <p14:tracePt t="65129" x="2082800" y="3713163"/>
          <p14:tracePt t="65161" x="2082800" y="3705225"/>
          <p14:tracePt t="65184" x="2082800" y="3697288"/>
          <p14:tracePt t="65195" x="2082800" y="3687763"/>
          <p14:tracePt t="65197" x="2082800" y="3679825"/>
          <p14:tracePt t="65219" x="2082800" y="3671888"/>
          <p14:tracePt t="65230" x="2082800" y="3662363"/>
          <p14:tracePt t="65253" x="2082800" y="3654425"/>
          <p14:tracePt t="65264" x="2082800" y="3646488"/>
          <p14:tracePt t="65275" x="2082800" y="3636963"/>
          <p14:tracePt t="65286" x="2082800" y="3611563"/>
          <p14:tracePt t="65298" x="2082800" y="3578225"/>
          <p14:tracePt t="65309" x="2090738" y="3560763"/>
          <p14:tracePt t="65320" x="2108200" y="3527425"/>
          <p14:tracePt t="65331" x="2108200" y="3502025"/>
          <p14:tracePt t="65343" x="2108200" y="3467100"/>
          <p14:tracePt t="65354" x="2108200" y="3441700"/>
          <p14:tracePt t="65365" x="2108200" y="3382963"/>
          <p14:tracePt t="65376" x="2108200" y="3340100"/>
          <p14:tracePt t="65388" x="2108200" y="3305175"/>
          <p14:tracePt t="65399" x="2108200" y="3279775"/>
          <p14:tracePt t="65410" x="2108200" y="3238500"/>
          <p14:tracePt t="65422" x="2108200" y="3203575"/>
          <p14:tracePt t="65433" x="2108200" y="3186113"/>
          <p14:tracePt t="65444" x="2108200" y="3160713"/>
          <p14:tracePt t="65456" x="2108200" y="3127375"/>
          <p14:tracePt t="65466" x="2108200" y="3084513"/>
          <p14:tracePt t="65478" x="2108200" y="3059113"/>
          <p14:tracePt t="65489" x="2108200" y="3033713"/>
          <p14:tracePt t="65500" x="2108200" y="3016250"/>
          <p14:tracePt t="65511" x="2108200" y="2990850"/>
          <p14:tracePt t="65523" x="2108200" y="2957513"/>
          <p14:tracePt t="65534" x="2108200" y="2940050"/>
          <p14:tracePt t="65545" x="2098675" y="2906713"/>
          <p14:tracePt t="65557" x="2073275" y="2855913"/>
          <p14:tracePt t="65568" x="2073275" y="2795588"/>
          <p14:tracePt t="65579" x="2065338" y="2778125"/>
          <p14:tracePt t="65590" x="2039938" y="2727325"/>
          <p14:tracePt t="65601" x="2039938" y="2701925"/>
          <p14:tracePt t="65613" x="2030413" y="2686050"/>
          <p14:tracePt t="65624" x="2030413" y="2660650"/>
          <p14:tracePt t="65635" x="2022475" y="2643188"/>
          <p14:tracePt t="65646" x="2022475" y="2633663"/>
          <p14:tracePt t="65658" x="2022475" y="2617788"/>
          <p14:tracePt t="65680" x="2022475" y="2608263"/>
          <p14:tracePt t="65703" x="2022475" y="2600325"/>
          <p14:tracePt t="65714" x="2022475" y="2592388"/>
          <p14:tracePt t="65725" x="2014538" y="2592388"/>
          <p14:tracePt t="65737" x="2005013" y="2582863"/>
          <p14:tracePt t="65748" x="2005013" y="2557463"/>
          <p14:tracePt t="65759" x="1989138" y="2549525"/>
          <p14:tracePt t="65770" x="1963738" y="2524125"/>
          <p14:tracePt t="65781" x="1954213" y="2516188"/>
          <p14:tracePt t="65793" x="1954213" y="2506663"/>
          <p14:tracePt t="65804" x="1946275" y="2498725"/>
          <p14:tracePt t="65815" x="1946275" y="2481263"/>
          <p14:tracePt t="65938" x="1946275" y="2473325"/>
          <p14:tracePt t="65939" x="1946275" y="2447925"/>
          <p14:tracePt t="65961" x="1946275" y="2438400"/>
          <p14:tracePt t="65973" x="1946275" y="2430463"/>
          <p14:tracePt t="66007" x="1946275" y="2422525"/>
          <p14:tracePt t="66018" x="1946275" y="2413000"/>
          <p14:tracePt t="66029" x="1946275" y="2405063"/>
          <p14:tracePt t="66051" x="1946275" y="2397125"/>
          <p14:tracePt t="66063" x="1946275" y="2387600"/>
          <p14:tracePt t="66174" x="1946275" y="2379663"/>
          <p14:tracePt t="66185" x="1946275" y="2371725"/>
          <p14:tracePt t="66332" x="1946275" y="2362200"/>
          <p14:tracePt t="66365" x="1963738" y="2362200"/>
          <p14:tracePt t="66445" x="1963738" y="2371725"/>
          <p14:tracePt t="66457" x="1963738" y="2379663"/>
          <p14:tracePt t="66479" x="1963738" y="2397125"/>
          <p14:tracePt t="66490" x="1963738" y="2405063"/>
          <p14:tracePt t="66501" x="1963738" y="2430463"/>
          <p14:tracePt t="66513" x="1946275" y="2463800"/>
          <p14:tracePt t="66524" x="1946275" y="2498725"/>
          <p14:tracePt t="66535" x="1946275" y="2516188"/>
          <p14:tracePt t="66546" x="1946275" y="2532063"/>
          <p14:tracePt t="66558" x="1946275" y="2549525"/>
          <p14:tracePt t="66569" x="1946275" y="2566988"/>
          <p14:tracePt t="66580" x="1946275" y="2600325"/>
          <p14:tracePt t="66591" x="1946275" y="2608263"/>
          <p14:tracePt t="66603" x="1946275" y="2633663"/>
          <p14:tracePt t="66614" x="1946275" y="2651125"/>
          <p14:tracePt t="66636" x="1946275" y="2660650"/>
          <p14:tracePt t="66648" x="1946275" y="2686050"/>
          <p14:tracePt t="66659" x="1946275" y="2727325"/>
          <p14:tracePt t="66670" x="1946275" y="2762250"/>
          <p14:tracePt t="66681" x="1971675" y="2805113"/>
          <p14:tracePt t="66693" x="1997075" y="2855913"/>
          <p14:tracePt t="66705" x="2039938" y="2922588"/>
          <p14:tracePt t="66715" x="2098675" y="2982913"/>
          <p14:tracePt t="66726" x="2149475" y="3041650"/>
          <p14:tracePt t="66738" x="2209800" y="3094038"/>
          <p14:tracePt t="66749" x="2286000" y="3135313"/>
          <p14:tracePt t="66760" x="2354263" y="3170238"/>
          <p14:tracePt t="66771" x="2438400" y="3203575"/>
          <p14:tracePt t="66783" x="2532063" y="3238500"/>
          <p14:tracePt t="66794" x="2643188" y="3254375"/>
          <p14:tracePt t="66806" x="2787650" y="3279775"/>
          <p14:tracePt t="66816" x="2990850" y="3305175"/>
          <p14:tracePt t="66828" x="3238500" y="3340100"/>
          <p14:tracePt t="66839" x="3484563" y="3373438"/>
          <p14:tracePt t="66850" x="3824288" y="3441700"/>
          <p14:tracePt t="66861" x="4181475" y="3492500"/>
          <p14:tracePt t="66873" x="4546600" y="3552825"/>
          <p14:tracePt t="66890" x="4937125" y="3603625"/>
          <p14:tracePt t="66895" x="5260975" y="3636963"/>
          <p14:tracePt t="66906" x="5565775" y="3671888"/>
          <p14:tracePt t="66918" x="5813425" y="3705225"/>
          <p14:tracePt t="66929" x="5983288" y="3748088"/>
          <p14:tracePt t="66940" x="6143625" y="3773488"/>
          <p14:tracePt t="66951" x="6305550" y="3798888"/>
          <p14:tracePt t="66963" x="6492875" y="3806825"/>
          <p14:tracePt t="66974" x="6670675" y="3824288"/>
          <p14:tracePt t="66985" x="6858000" y="3832225"/>
          <p14:tracePt t="66996" x="7010400" y="3832225"/>
          <p14:tracePt t="67008" x="7138988" y="3832225"/>
          <p14:tracePt t="67019" x="7248525" y="3832225"/>
          <p14:tracePt t="67030" x="7350125" y="3832225"/>
          <p14:tracePt t="67053" x="7435850" y="3832225"/>
          <p14:tracePt t="67064" x="7504113" y="3832225"/>
          <p14:tracePt t="67075" x="7546975" y="3832225"/>
          <p14:tracePt t="67086" x="7605713" y="3832225"/>
          <p14:tracePt t="67098" x="7666038" y="3832225"/>
          <p14:tracePt t="67109" x="7707313" y="3832225"/>
          <p14:tracePt t="67121" x="7767638" y="3832225"/>
          <p14:tracePt t="67131" x="7826375" y="3841750"/>
          <p14:tracePt t="67143" x="7869238" y="3841750"/>
          <p14:tracePt t="67155" x="7912100" y="3841750"/>
          <p14:tracePt t="67187" x="7920038" y="3841750"/>
          <p14:tracePt t="67199" x="7927975" y="3841750"/>
          <p14:tracePt t="67210" x="7937500" y="3841750"/>
          <p14:tracePt t="67222" x="7945438" y="3841750"/>
          <p14:tracePt t="67244" x="7954963" y="3841750"/>
          <p14:tracePt t="67255" x="7970838" y="3841750"/>
          <p14:tracePt t="67321" x="7962900" y="3841750"/>
          <p14:tracePt t="67323" x="7954963" y="3841750"/>
          <p14:tracePt t="67389" x="7945438" y="3841750"/>
          <p14:tracePt t="67390" x="7937500" y="3841750"/>
          <p14:tracePt t="67413" x="7927975" y="3841750"/>
          <p14:tracePt t="67424" x="7912100" y="3841750"/>
          <p14:tracePt t="67435" x="7902575" y="3841750"/>
          <p14:tracePt t="67446" x="7869238" y="3841750"/>
          <p14:tracePt t="67459" x="7843838" y="3841750"/>
          <p14:tracePt t="67469" x="7800975" y="3841750"/>
          <p14:tracePt t="67480" x="7750175" y="3841750"/>
          <p14:tracePt t="67491" x="7699375" y="3841750"/>
          <p14:tracePt t="67503" x="7656513" y="3841750"/>
          <p14:tracePt t="67514" x="7613650" y="3841750"/>
          <p14:tracePt t="67525" x="7554913" y="3841750"/>
          <p14:tracePt t="67537" x="7443788" y="3841750"/>
          <p14:tracePt t="67548" x="7291388" y="3849688"/>
          <p14:tracePt t="67559" x="7070725" y="3867150"/>
          <p14:tracePt t="67571" x="6696075" y="3867150"/>
          <p14:tracePt t="67581" x="6237288" y="3867150"/>
          <p14:tracePt t="67593" x="5600700" y="3867150"/>
          <p14:tracePt t="67604" x="4997450" y="3883025"/>
          <p14:tracePt t="67615" x="4503738" y="3900488"/>
          <p14:tracePt t="67626" x="4121150" y="3925888"/>
          <p14:tracePt t="67638" x="3908425" y="3951288"/>
          <p14:tracePt t="67649" x="3790950" y="3960813"/>
          <p14:tracePt t="67660" x="3722688" y="3960813"/>
          <p14:tracePt t="67672" x="3646488" y="3960813"/>
          <p14:tracePt t="67683" x="3586163" y="3968750"/>
          <p14:tracePt t="67694" x="3527425" y="3986213"/>
          <p14:tracePt t="67705" x="3467100" y="3994150"/>
          <p14:tracePt t="67716" x="3408363" y="4011613"/>
          <p14:tracePt t="67728" x="3365500" y="4019550"/>
          <p14:tracePt t="67739" x="3314700" y="4044950"/>
          <p14:tracePt t="67750" x="3297238" y="4044950"/>
          <p14:tracePt t="67773" x="3289300" y="4044950"/>
          <p14:tracePt t="67784" x="3279775" y="4044950"/>
          <p14:tracePt t="67795" x="3271838" y="4044950"/>
          <p14:tracePt t="67806" x="3238500" y="4044950"/>
          <p14:tracePt t="67818" x="3211513" y="4044950"/>
          <p14:tracePt t="67829" x="3170238" y="4044950"/>
          <p14:tracePt t="67840" x="3101975" y="4044950"/>
          <p14:tracePt t="67851" x="3059113" y="4044950"/>
          <p14:tracePt t="67863" x="3051175" y="4044950"/>
          <p14:tracePt t="67874" x="3041650" y="4052888"/>
          <p14:tracePt t="67885" x="3041650" y="4062413"/>
          <p14:tracePt t="67896" x="3041650" y="4070350"/>
          <p14:tracePt t="67908" x="3051175" y="4070350"/>
          <p14:tracePt t="67919" x="3076575" y="4070350"/>
          <p14:tracePt t="67930" x="3101975" y="4070350"/>
          <p14:tracePt t="67941" x="3109913" y="4079875"/>
          <p14:tracePt t="67953" x="3127375" y="4079875"/>
          <p14:tracePt t="67964" x="3135313" y="4087813"/>
          <p14:tracePt t="68008" x="3144838" y="4087813"/>
          <p14:tracePt t="68009" x="3160713" y="4087813"/>
          <p14:tracePt t="68020" x="3160713" y="4095750"/>
          <p14:tracePt t="68031" x="3178175" y="4095750"/>
          <p14:tracePt t="68043" x="3186113" y="4095750"/>
          <p14:tracePt t="68054" x="3203575" y="4105275"/>
          <p14:tracePt t="68065" x="3238500" y="4113213"/>
          <p14:tracePt t="68076" x="3289300" y="4130675"/>
          <p14:tracePt t="68088" x="3305175" y="4130675"/>
          <p14:tracePt t="68099" x="3330575" y="4130675"/>
          <p14:tracePt t="68110" x="3340100" y="4138613"/>
          <p14:tracePt t="68176" x="3330575" y="4138613"/>
          <p14:tracePt t="68178" x="3322638" y="4138613"/>
          <p14:tracePt t="68189" x="3314700" y="4138613"/>
          <p14:tracePt t="68200" x="3305175" y="4138613"/>
          <p14:tracePt t="68289" x="3297238" y="4146550"/>
          <p14:tracePt t="68290" x="3289300" y="4146550"/>
          <p14:tracePt t="68301" x="3279775" y="4156075"/>
          <p14:tracePt t="68324" x="3279775" y="4164013"/>
          <p14:tracePt t="68335" x="3279775" y="4171950"/>
          <p14:tracePt t="68369" x="3289300" y="4181475"/>
          <p14:tracePt t="68380" x="3297238" y="4189413"/>
          <p14:tracePt t="68403" x="3322638" y="4197350"/>
          <p14:tracePt t="68414" x="3330575" y="4197350"/>
          <p14:tracePt t="68470" x="3340100" y="4197350"/>
          <p14:tracePt t="68581" x="3340100" y="4206875"/>
          <p14:tracePt t="68593" x="3330575" y="4224338"/>
          <p14:tracePt t="68594" x="3322638" y="4224338"/>
          <p14:tracePt t="68605" x="3322638" y="4232275"/>
          <p14:tracePt t="68616" x="3314700" y="4240213"/>
          <p14:tracePt t="68639" x="3314700" y="4249738"/>
          <p14:tracePt t="68650" x="3314700" y="4257675"/>
          <p14:tracePt t="68661" x="3314700" y="4265613"/>
          <p14:tracePt t="68673" x="3314700" y="4283075"/>
          <p14:tracePt t="68684" x="3314700" y="4325938"/>
          <p14:tracePt t="68695" x="3373438" y="4394200"/>
          <p14:tracePt t="68706" x="3398838" y="4419600"/>
          <p14:tracePt t="68718" x="3475038" y="4470400"/>
          <p14:tracePt t="68729" x="3594100" y="4546600"/>
          <p14:tracePt t="68740" x="3748088" y="4622800"/>
          <p14:tracePt t="68751" x="3968750" y="4716463"/>
          <p14:tracePt t="68763" x="4181475" y="4802188"/>
          <p14:tracePt t="68774" x="4394200" y="4878388"/>
          <p14:tracePt t="68785" x="4572000" y="4946650"/>
          <p14:tracePt t="68796" x="4691063" y="4997450"/>
          <p14:tracePt t="68808" x="4784725" y="5038725"/>
          <p14:tracePt t="68820" x="4852988" y="5073650"/>
          <p14:tracePt t="68830" x="4903788" y="5106988"/>
          <p14:tracePt t="68841" x="4954588" y="5124450"/>
          <p14:tracePt t="68853" x="5013325" y="5157788"/>
          <p14:tracePt t="68864" x="5064125" y="5175250"/>
          <p14:tracePt t="68875" x="5081588" y="5192713"/>
          <p14:tracePt t="68898" x="5091113" y="5192713"/>
          <p14:tracePt t="68920" x="5091113" y="5200650"/>
          <p14:tracePt t="68930" x="5091113" y="5208588"/>
          <p14:tracePt t="68943" x="5091113" y="5218113"/>
          <p14:tracePt t="68954" x="5099050" y="5226050"/>
          <p14:tracePt t="68965" x="5099050" y="5235575"/>
          <p14:tracePt t="68976" x="5106988" y="5235575"/>
          <p14:tracePt t="68999" x="5116513" y="5243513"/>
          <p14:tracePt t="69010" x="5124450" y="5251450"/>
          <p14:tracePt t="69021" x="5132388" y="5268913"/>
          <p14:tracePt t="69033" x="5149850" y="5286375"/>
          <p14:tracePt t="69044" x="5167313" y="5302250"/>
          <p14:tracePt t="69055" x="5192713" y="5337175"/>
          <p14:tracePt t="69066" x="5208588" y="5353050"/>
          <p14:tracePt t="69078" x="5226050" y="5362575"/>
          <p14:tracePt t="69089" x="5235575" y="5370513"/>
          <p14:tracePt t="69100" x="5235575" y="5380038"/>
          <p14:tracePt t="69144" x="5235575" y="5387975"/>
          <p14:tracePt t="69178" x="5235575" y="5395913"/>
          <p14:tracePt t="69200" x="5226050" y="5395913"/>
          <p14:tracePt t="69211" x="5218113" y="5405438"/>
          <p14:tracePt t="69223" x="5218113" y="5413375"/>
          <p14:tracePt t="69245" x="5208588" y="5413375"/>
          <p14:tracePt t="69247" x="5208588" y="5421313"/>
          <p14:tracePt t="69268" x="5208588" y="5430838"/>
          <p14:tracePt t="69269" x="5208588" y="5438775"/>
          <p14:tracePt t="69324" x="5200650" y="5438775"/>
          <p14:tracePt t="69336" x="5175250" y="5438775"/>
          <p14:tracePt t="69359" x="5167313" y="5438775"/>
          <p14:tracePt t="69370" x="5167313" y="5430838"/>
          <p14:tracePt t="69381" x="5157788" y="5421313"/>
          <p14:tracePt t="69393" x="5124450" y="5395913"/>
          <p14:tracePt t="69404" x="5099050" y="5345113"/>
          <p14:tracePt t="69415" x="5064125" y="5276850"/>
          <p14:tracePt t="69426" x="5022850" y="5218113"/>
          <p14:tracePt t="69438" x="4997450" y="5183188"/>
          <p14:tracePt t="69449" x="4972050" y="5141913"/>
          <p14:tracePt t="69460" x="4937125" y="5106988"/>
          <p14:tracePt t="69471" x="4911725" y="5038725"/>
          <p14:tracePt t="69483" x="4903788" y="5022850"/>
          <p14:tracePt t="69494" x="4868863" y="4962525"/>
          <p14:tracePt t="69505" x="4835525" y="4860925"/>
          <p14:tracePt t="69516" x="4775200" y="4724400"/>
          <p14:tracePt t="69528" x="4691063" y="4605338"/>
          <p14:tracePt t="69539" x="4622800" y="4478338"/>
          <p14:tracePt t="69550" x="4538663" y="4359275"/>
          <p14:tracePt t="69561" x="4478338" y="4240213"/>
          <p14:tracePt t="69573" x="4435475" y="4130675"/>
          <p14:tracePt t="69584" x="4402138" y="4027488"/>
          <p14:tracePt t="69595" x="4368800" y="3943350"/>
          <p14:tracePt t="69606" x="4333875" y="3867150"/>
          <p14:tracePt t="69618" x="4300538" y="3773488"/>
          <p14:tracePt t="69629" x="4265613" y="3687763"/>
          <p14:tracePt t="69640" x="4224338" y="3594100"/>
          <p14:tracePt t="69652" x="4181475" y="3535363"/>
          <p14:tracePt t="69663" x="4121150" y="3467100"/>
          <p14:tracePt t="69674" x="4079875" y="3390900"/>
          <p14:tracePt t="69686" x="4037013" y="3314700"/>
          <p14:tracePt t="69696" x="3994150" y="3246438"/>
          <p14:tracePt t="69708" x="3960813" y="3186113"/>
          <p14:tracePt t="69719" x="3935413" y="3135313"/>
          <p14:tracePt t="69730" x="3900488" y="3101975"/>
          <p14:tracePt t="69741" x="3875088" y="3067050"/>
          <p14:tracePt t="69753" x="3849688" y="3016250"/>
          <p14:tracePt t="69764" x="3816350" y="2974975"/>
          <p14:tracePt t="69775" x="3773488" y="2949575"/>
          <p14:tracePt t="69787" x="3687763" y="2906713"/>
          <p14:tracePt t="69798" x="3603625" y="2846388"/>
          <p14:tracePt t="69809" x="3492500" y="2787650"/>
          <p14:tracePt t="69820" x="3382963" y="2727325"/>
          <p14:tracePt t="69831" x="3263900" y="2660650"/>
          <p14:tracePt t="69843" x="3170238" y="2592388"/>
          <p14:tracePt t="69854" x="3076575" y="2532063"/>
          <p14:tracePt t="69865" x="3000375" y="2455863"/>
          <p14:tracePt t="69876" x="2932113" y="2387600"/>
          <p14:tracePt t="69888" x="2863850" y="2344738"/>
          <p14:tracePt t="69899" x="2820988" y="2311400"/>
          <p14:tracePt t="69910" x="2778125" y="2293938"/>
          <p14:tracePt t="69922" x="2752725" y="2286000"/>
          <p14:tracePt t="69933" x="2719388" y="2278063"/>
          <p14:tracePt t="69944" x="2676525" y="2278063"/>
          <p14:tracePt t="69955" x="2625725" y="2278063"/>
          <p14:tracePt t="69966" x="2566988" y="2293938"/>
          <p14:tracePt t="69978" x="2506663" y="2336800"/>
          <p14:tracePt t="69989" x="2422525" y="2405063"/>
          <p14:tracePt t="70000" x="2328863" y="2473325"/>
          <p14:tracePt t="70012" x="2252663" y="2549525"/>
          <p14:tracePt t="70023" x="2174875" y="2643188"/>
          <p14:tracePt t="70034" x="2090738" y="2752725"/>
          <p14:tracePt t="70045" x="2005013" y="2855913"/>
          <p14:tracePt t="70056" x="1920875" y="2965450"/>
          <p14:tracePt t="70069" x="1852613" y="3067050"/>
          <p14:tracePt t="70079" x="1809750" y="3170238"/>
          <p14:tracePt t="70090" x="1784350" y="3263900"/>
          <p14:tracePt t="70102" x="1776413" y="3330575"/>
          <p14:tracePt t="70113" x="1766888" y="3390900"/>
          <p14:tracePt t="70124" x="1766888" y="3449638"/>
          <p14:tracePt t="70135" x="1766888" y="3492500"/>
          <p14:tracePt t="70146" x="1766888" y="3535363"/>
          <p14:tracePt t="70158" x="1766888" y="3594100"/>
          <p14:tracePt t="70169" x="1776413" y="3671888"/>
          <p14:tracePt t="70180" x="1801813" y="3748088"/>
          <p14:tracePt t="70191" x="1819275" y="3806825"/>
          <p14:tracePt t="70203" x="1844675" y="3892550"/>
          <p14:tracePt t="70214" x="1852613" y="3994150"/>
          <p14:tracePt t="70225" x="1860550" y="4095750"/>
          <p14:tracePt t="70237" x="1878013" y="4197350"/>
          <p14:tracePt t="70248" x="1885950" y="4300538"/>
          <p14:tracePt t="70259" x="1911350" y="4410075"/>
          <p14:tracePt t="70270" x="1946275" y="4503738"/>
          <p14:tracePt t="70281" x="1971675" y="4589463"/>
          <p14:tracePt t="70293" x="2005013" y="4648200"/>
          <p14:tracePt t="70304" x="2047875" y="4716463"/>
          <p14:tracePt t="70315" x="2082800" y="4767263"/>
          <p14:tracePt t="70326" x="2116138" y="4818063"/>
          <p14:tracePt t="70338" x="2159000" y="4852988"/>
          <p14:tracePt t="70349" x="2209800" y="4894263"/>
          <p14:tracePt t="70360" x="2260600" y="4937125"/>
          <p14:tracePt t="70371" x="2328863" y="4987925"/>
          <p14:tracePt t="70383" x="2387600" y="5030788"/>
          <p14:tracePt t="70394" x="2438400" y="5073650"/>
          <p14:tracePt t="70405" x="2506663" y="5116513"/>
          <p14:tracePt t="70416" x="2557463" y="5149850"/>
          <p14:tracePt t="70428" x="2600325" y="5175250"/>
          <p14:tracePt t="70439" x="2633663" y="5192713"/>
          <p14:tracePt t="70450" x="2711450" y="5200650"/>
          <p14:tracePt t="70461" x="2787650" y="5200650"/>
          <p14:tracePt t="70473" x="2881313" y="5200650"/>
          <p14:tracePt t="70486" x="2974975" y="5167313"/>
          <p14:tracePt t="70495" x="3076575" y="5132388"/>
          <p14:tracePt t="70506" x="3178175" y="5091113"/>
          <p14:tracePt t="70518" x="3297238" y="5056188"/>
          <p14:tracePt t="70529" x="3441700" y="5013325"/>
          <p14:tracePt t="70540" x="3636963" y="4987925"/>
          <p14:tracePt t="70552" x="3875088" y="4979988"/>
          <p14:tracePt t="70563" x="4171950" y="4962525"/>
          <p14:tracePt t="70574" x="4554538" y="4937125"/>
          <p14:tracePt t="70585" x="5022850" y="4903788"/>
          <p14:tracePt t="70596" x="5557838" y="4818063"/>
          <p14:tracePt t="70608" x="6049963" y="4673600"/>
          <p14:tracePt t="70619" x="6535738" y="4554538"/>
          <p14:tracePt t="70630" x="6977063" y="4376738"/>
          <p14:tracePt t="70641" x="7334250" y="4224338"/>
          <p14:tracePt t="70653" x="7631113" y="4079875"/>
          <p14:tracePt t="70664" x="7877175" y="3986213"/>
          <p14:tracePt t="70675" x="8056563" y="3935413"/>
          <p14:tracePt t="70687" x="8191500" y="3908425"/>
          <p14:tracePt t="70698" x="8320088" y="3892550"/>
          <p14:tracePt t="70709" x="8439150" y="3892550"/>
          <p14:tracePt t="70720" x="8532813" y="3892550"/>
          <p14:tracePt t="70731" x="8634413" y="3892550"/>
          <p14:tracePt t="70743" x="8718550" y="3892550"/>
          <p14:tracePt t="70754" x="8736013" y="3892550"/>
          <p14:tracePt t="70765" x="8753475" y="3892550"/>
          <p14:tracePt t="70776" x="8812213" y="3892550"/>
          <p14:tracePt t="70788" x="8897938" y="3892550"/>
          <p14:tracePt t="70799" x="8982075" y="3883025"/>
          <p14:tracePt t="70810" x="9085263" y="3867150"/>
        </p14:tracePtLst>
      </p14:laserTraceLst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2D7953-B41C-4ECB-ABF4-841EECA99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Префикс и суффикс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5C6A24C-6929-4356-B63B-7FA1D7465BB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3160" y="2010360"/>
            <a:ext cx="3886200" cy="1303322"/>
          </a:xfrm>
          <a:prstGeom prst="rect">
            <a:avLst/>
          </a:prstGeo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BFA5B608-39E5-427B-A3E4-4EB3723404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Префикс</a:t>
            </a:r>
            <a:r>
              <a:rPr lang="ru-RU" dirty="0"/>
              <a:t> – начальные символы последовательности (с начального по максимум предпоследний)</a:t>
            </a:r>
          </a:p>
          <a:p>
            <a:r>
              <a:rPr lang="ru-RU" b="1" dirty="0"/>
              <a:t>Суффикс</a:t>
            </a:r>
            <a:r>
              <a:rPr lang="ru-RU" dirty="0"/>
              <a:t> – окончание последовательности символов</a:t>
            </a:r>
            <a:endParaRPr lang="en-US" dirty="0"/>
          </a:p>
          <a:p>
            <a:r>
              <a:rPr lang="ru-RU" b="1" dirty="0"/>
              <a:t>Собственные</a:t>
            </a:r>
            <a:r>
              <a:rPr lang="ru-RU" dirty="0"/>
              <a:t> префикс и суффикс – не могут быть всей строкой.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BCC3BFE-E3BE-4633-A5D4-8F2605A25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34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CF10FAD-CBFB-4EC0-ABE4-98AFCC6A9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61" y="3777673"/>
            <a:ext cx="3897299" cy="118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174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15181</TotalTime>
  <Words>2362</Words>
  <Application>Microsoft Office PowerPoint</Application>
  <PresentationFormat>Экран (4:3)</PresentationFormat>
  <Paragraphs>197</Paragraphs>
  <Slides>34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Times New Roman</vt:lpstr>
      <vt:lpstr>Тема Office</vt:lpstr>
      <vt:lpstr>Структуры и алгоритмы обработки данных</vt:lpstr>
      <vt:lpstr>Литература по алгоритмизации:</vt:lpstr>
      <vt:lpstr>Литература по С++:</vt:lpstr>
      <vt:lpstr>Интернет-ресурсы  (общего назначения):</vt:lpstr>
      <vt:lpstr>11. Хеширование.</vt:lpstr>
      <vt:lpstr>Динамическое множество –</vt:lpstr>
      <vt:lpstr>Пример 1:  ключи как индексы в массиве</vt:lpstr>
      <vt:lpstr>Отображение (в математике) –</vt:lpstr>
      <vt:lpstr>Хеширование –</vt:lpstr>
      <vt:lpstr>Хеширование в задаче поиска</vt:lpstr>
      <vt:lpstr>Хеш-функция</vt:lpstr>
      <vt:lpstr>Пример 2: поиск на основе хеш-таблицы</vt:lpstr>
      <vt:lpstr>Свойства хеш-функции:</vt:lpstr>
      <vt:lpstr>Алгоритмы хеширования</vt:lpstr>
      <vt:lpstr>Коллизия –</vt:lpstr>
      <vt:lpstr>Подходы (технологии) устранения коллизий</vt:lpstr>
      <vt:lpstr>1. Цепное хеширование – </vt:lpstr>
      <vt:lpstr>Пример 3: Хеш – таблица с динамическими списками для устранения коллизий  (1/2)</vt:lpstr>
      <vt:lpstr>Пример 3:  Хеш – таблица с динамическими списками для устранения коллизий  (2/2)</vt:lpstr>
      <vt:lpstr>Проблемы цепного хеширования</vt:lpstr>
      <vt:lpstr>2. Хеширование с открытой адресацией</vt:lpstr>
      <vt:lpstr>Алгоритм открытой адресации для поиска и вставки в общем виде:</vt:lpstr>
      <vt:lpstr>Последовательность проб</vt:lpstr>
      <vt:lpstr>Линейное пробирование</vt:lpstr>
      <vt:lpstr>Пример создания хеш-таблицы с линейной открытой адресацией</vt:lpstr>
      <vt:lpstr>Открытая адресация  с двойным хешированием</vt:lpstr>
      <vt:lpstr>12. Поиск образца в тексте</vt:lpstr>
      <vt:lpstr>Постановка задачи</vt:lpstr>
      <vt:lpstr>Линейный (последовательный, прямой) поиск</vt:lpstr>
      <vt:lpstr>Псевдокод алгоритма прямого поиска</vt:lpstr>
      <vt:lpstr>Сложность алгоритма прямого поиска подстроки</vt:lpstr>
      <vt:lpstr>Улучшение эффективности поиска подстроки</vt:lpstr>
      <vt:lpstr>1. Алгоритм  Кнута-Морриса-Пратта (КМП)</vt:lpstr>
      <vt:lpstr>Префикс и суффикс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Деревья</dc:title>
  <dc:creator>Admin</dc:creator>
  <cp:lastModifiedBy>Иван Иванов</cp:lastModifiedBy>
  <cp:revision>877</cp:revision>
  <dcterms:created xsi:type="dcterms:W3CDTF">2020-09-03T13:34:10Z</dcterms:created>
  <dcterms:modified xsi:type="dcterms:W3CDTF">2025-08-24T15:22:39Z</dcterms:modified>
</cp:coreProperties>
</file>